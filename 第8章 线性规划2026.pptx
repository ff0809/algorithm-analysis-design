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4"/>
  </p:notesMasterIdLst>
  <p:handoutMasterIdLst>
    <p:handoutMasterId r:id="rId85"/>
  </p:handoutMasterIdLst>
  <p:sldIdLst>
    <p:sldId id="256" r:id="rId2"/>
    <p:sldId id="327" r:id="rId3"/>
    <p:sldId id="360" r:id="rId4"/>
    <p:sldId id="363" r:id="rId5"/>
    <p:sldId id="364" r:id="rId6"/>
    <p:sldId id="365" r:id="rId7"/>
    <p:sldId id="329" r:id="rId8"/>
    <p:sldId id="330" r:id="rId9"/>
    <p:sldId id="358" r:id="rId10"/>
    <p:sldId id="404" r:id="rId11"/>
    <p:sldId id="359" r:id="rId12"/>
    <p:sldId id="424" r:id="rId13"/>
    <p:sldId id="366" r:id="rId14"/>
    <p:sldId id="349" r:id="rId15"/>
    <p:sldId id="405" r:id="rId16"/>
    <p:sldId id="406" r:id="rId17"/>
    <p:sldId id="333" r:id="rId18"/>
    <p:sldId id="425" r:id="rId19"/>
    <p:sldId id="438" r:id="rId20"/>
    <p:sldId id="429" r:id="rId21"/>
    <p:sldId id="426" r:id="rId22"/>
    <p:sldId id="427" r:id="rId23"/>
    <p:sldId id="428" r:id="rId24"/>
    <p:sldId id="430" r:id="rId25"/>
    <p:sldId id="434" r:id="rId26"/>
    <p:sldId id="435" r:id="rId27"/>
    <p:sldId id="334" r:id="rId28"/>
    <p:sldId id="433" r:id="rId29"/>
    <p:sldId id="335" r:id="rId30"/>
    <p:sldId id="336" r:id="rId31"/>
    <p:sldId id="353" r:id="rId32"/>
    <p:sldId id="352" r:id="rId33"/>
    <p:sldId id="337" r:id="rId34"/>
    <p:sldId id="338" r:id="rId35"/>
    <p:sldId id="354" r:id="rId36"/>
    <p:sldId id="368" r:id="rId37"/>
    <p:sldId id="436" r:id="rId38"/>
    <p:sldId id="437" r:id="rId39"/>
    <p:sldId id="377" r:id="rId40"/>
    <p:sldId id="378" r:id="rId41"/>
    <p:sldId id="379" r:id="rId42"/>
    <p:sldId id="380" r:id="rId43"/>
    <p:sldId id="371" r:id="rId44"/>
    <p:sldId id="381" r:id="rId45"/>
    <p:sldId id="382" r:id="rId46"/>
    <p:sldId id="383" r:id="rId47"/>
    <p:sldId id="384" r:id="rId48"/>
    <p:sldId id="392" r:id="rId49"/>
    <p:sldId id="385" r:id="rId50"/>
    <p:sldId id="386" r:id="rId51"/>
    <p:sldId id="387" r:id="rId52"/>
    <p:sldId id="402" r:id="rId53"/>
    <p:sldId id="401" r:id="rId54"/>
    <p:sldId id="416" r:id="rId55"/>
    <p:sldId id="274" r:id="rId56"/>
    <p:sldId id="294" r:id="rId57"/>
    <p:sldId id="266" r:id="rId58"/>
    <p:sldId id="267" r:id="rId59"/>
    <p:sldId id="268" r:id="rId60"/>
    <p:sldId id="259" r:id="rId61"/>
    <p:sldId id="269" r:id="rId62"/>
    <p:sldId id="270" r:id="rId63"/>
    <p:sldId id="260" r:id="rId64"/>
    <p:sldId id="271" r:id="rId65"/>
    <p:sldId id="261" r:id="rId66"/>
    <p:sldId id="420" r:id="rId67"/>
    <p:sldId id="275" r:id="rId68"/>
    <p:sldId id="262" r:id="rId69"/>
    <p:sldId id="283" r:id="rId70"/>
    <p:sldId id="421" r:id="rId71"/>
    <p:sldId id="263" r:id="rId72"/>
    <p:sldId id="276" r:id="rId73"/>
    <p:sldId id="277" r:id="rId74"/>
    <p:sldId id="278" r:id="rId75"/>
    <p:sldId id="279" r:id="rId76"/>
    <p:sldId id="280" r:id="rId77"/>
    <p:sldId id="281" r:id="rId78"/>
    <p:sldId id="293" r:id="rId79"/>
    <p:sldId id="264" r:id="rId80"/>
    <p:sldId id="287" r:id="rId81"/>
    <p:sldId id="422" r:id="rId82"/>
    <p:sldId id="285" r:id="rId83"/>
  </p:sldIdLst>
  <p:sldSz cx="9144000" cy="6858000" type="screen4x3"/>
  <p:notesSz cx="6858000" cy="9144000"/>
  <p:defaultTextStyle>
    <a:defPPr>
      <a:defRPr lang="en-US"/>
    </a:defPPr>
    <a:lvl1pPr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5pPr>
    <a:lvl6pPr marL="22860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6pPr>
    <a:lvl7pPr marL="27432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7pPr>
    <a:lvl8pPr marL="32004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8pPr>
    <a:lvl9pPr marL="36576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9900FF"/>
    <a:srgbClr val="DDDDDD"/>
    <a:srgbClr val="663300"/>
    <a:srgbClr val="CC0000"/>
    <a:srgbClr val="800000"/>
    <a:srgbClr val="A50021"/>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438" autoAdjust="0"/>
    <p:restoredTop sz="96751" autoAdjust="0"/>
  </p:normalViewPr>
  <p:slideViewPr>
    <p:cSldViewPr>
      <p:cViewPr varScale="1">
        <p:scale>
          <a:sx n="110" d="100"/>
          <a:sy n="110" d="100"/>
        </p:scale>
        <p:origin x="36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DF1A76F1-FD23-2BB3-B5FA-7CA482EF327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108547" name="Rectangle 3">
            <a:extLst>
              <a:ext uri="{FF2B5EF4-FFF2-40B4-BE49-F238E27FC236}">
                <a16:creationId xmlns:a16="http://schemas.microsoft.com/office/drawing/2014/main" id="{2961A4DF-32F4-C6EF-2336-1CCE0806E3EB}"/>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8" name="Rectangle 4">
            <a:extLst>
              <a:ext uri="{FF2B5EF4-FFF2-40B4-BE49-F238E27FC236}">
                <a16:creationId xmlns:a16="http://schemas.microsoft.com/office/drawing/2014/main" id="{877EE46C-3B43-0283-6571-588C5B2ACF71}"/>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9" name="Rectangle 5">
            <a:extLst>
              <a:ext uri="{FF2B5EF4-FFF2-40B4-BE49-F238E27FC236}">
                <a16:creationId xmlns:a16="http://schemas.microsoft.com/office/drawing/2014/main" id="{292D92B4-E47B-575A-8307-0DC6C9B52ECD}"/>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fld id="{F6F22DC1-92A6-4F76-9BFB-599F6491608F}"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377.1958" units="1/cm"/>
          <inkml:channelProperty channel="Y" name="resolution" value="657.57574" units="1/cm"/>
          <inkml:channelProperty channel="F" name="resolution" value="0" units="1/dev"/>
          <inkml:channelProperty channel="T" name="resolution" value="1" units="1/dev"/>
        </inkml:channelProperties>
      </inkml:inkSource>
      <inkml:timestamp xml:id="ts0" timeString="2023-12-12T16:33:43.179"/>
    </inkml:context>
    <inkml:brush xml:id="br0">
      <inkml:brushProperty name="width" value="0.05292" units="cm"/>
      <inkml:brushProperty name="height" value="0.05292" units="cm"/>
      <inkml:brushProperty name="color" value="#FF0000"/>
    </inkml:brush>
  </inkml:definitions>
  <inkml:trace contextRef="#ctx0" brushRef="#br0">2000 5272 2048 0,'0'0'0'16,"0"0"0"-16,0 0 0 15,0 0 0-15,0 0 0 16,24 51 0-16,-9-21 0 16,-5 20 0-1,-6-22 0-15,-15 33 0 16,6-29 0-16,-15 18 0 16,8-24 0-16,8-16 0 15,-13 27 0-15,7-17 0 16,5-12 0-16,5-5 0 15,-2-3 0-15,-14-21 0 16,6 9 0-16,8-24 0 16,-1 16 0-1,15-27 0-15,-4 20 0 16,20-23 0-16,-15 23 0 16,18-14 0-16,-16 18 0 15,12-3 0-15,-12 10 0 16,-9 12 0-16,20 12 0 15,-12-2 0 1,-7-3 0-16,9 32 0 16,-6-14 0-16,-6 23 0 15,-4-22 0-15,-3 13 0 16,2-19 0-16,-9 23 0 16,5-17 0-1,3-13 0-15,2-6 0 16,0-2 0-16,0-1 0 15,-8 3 0-15,2 0 0 16,11-28 0-16,-4 11 0 16,12-31 0-16,-4 19 0 15,31-20 0-15,-19 21 0 16,28-10 0 0,-21 16 0-16,7 7 0 15,-15 9 0-15,10 10 0 16,-16-1 0-16,7 25 0 15,-11-12 0-15,2 30 0 16,-4-21 0 0,-5 23 0-16,-2-23 0 15,4 21 0-15,-4-26 0 16,2 11 0-16,-2-18 0 16,12 18 0-1,-7-15 0-15,-3-13 0 16,-3-6 0-16,30-4 0 15</inkml:trace>
  <inkml:trace contextRef="#ctx0" brushRef="#br0" timeOffset="1">2958 5535 2048 0,'0'0'0'16,"-12"-56"0"-16,4 24 0 15,-5-8 0 1,6 19 0-16,-20-4 0 16,11 12 0-16,-10-8 0 15,12 9 0-15,10 8 0 16,-30 23 0-16,13-7 0 16,-10 34 0-1,14-21 0-15,-10 37 0 16,11-30 0-16,-6 38 0 15,10-34 0-15,8 17 0 16,3-27 0-16,8 4 0 16,-3-17 0-1,-2-6 0-15,34-10 0 16,-16 0 0-16,19-30 0 16,-18 11 0-16,25-28 0 15,-23 22 0 1,6-14 0-16,-15 20 0 15,-8 15 0-15,-5 3 0 16,-1 3 0-16,2 1 0 16,6 27 0-16,-1-11 0 15,-6 34 0 1,-1-20 0-16,5 8 0 16,-2-19 0-16,9 9 0 15,-5-13 0-15,-4-9 0 16,22-6 0-16,-10 0 0 15,20-12 0 1,-15 3 0-16,11-21 0 16,-16 13 0-16,12-31 0 15,-12 22 0-15,4-18 0 16,-8 18 0 0,2-4 0-16,-7 13 0 15,-2 9 0-15,-2 7 0 16,22 5 0-16,-9-2 0 15,10 21 0 1,-11-8 0-16,10 30 0 16,-12-21 0-16,14 21 0 15,-13-22 0-15,13 17 0 16,-11-18 0-16,4 12 0 16,-6-15 0-1,5 7 0-15,-6-13 0 16,-8-8 0-16,14 8 0 15,-5-6 0-15,1-26 0 16,-6 7 0-16,-5-42 0 16</inkml:trace>
  <inkml:trace contextRef="#ctx0" brushRef="#br0" timeOffset="2">3493 5601 2048 0,'0'0'0'16,"0"0"0"-16,0 0 0 15,0 0 0-15,0 0 0 16,-46 49 0 0,18-20 0-16,-9 20 0 15,17-24 0-15,-7 13 0 16,13-18 0-16,10-11 0 16,-7 13 0-16,5-11 0 15,5-5 0-15,23-24 0 16,-10 7 0-1</inkml:trace>
  <inkml:trace contextRef="#ctx0" brushRef="#br0" timeOffset="3">3903 5292 2048 0,'0'0'0'0,"0"0"0"16,0 0 0-16,0 0 0 16,0 0 0-16,47-16 0 15,4 5 0-15,-3 5 0 16,-14 14 0-16,1-9 0 16,3 7 0-16,-11 6 0 15,2-10 0-15,-6 7 0 16,-5 6 0-16,8 1 0 15,-8 0 0 1,-2 6 0-16,-5 2 0 16,-13 8 0-16,-3-5 0 15,-10 18 0-15,-10 5 0 16,-7-4 0-16,-2-3 0 16,-5-2 0-16,-2 5 0 15,-1-11 0-15,7-6 0 16,6-2 0-16,4-2 0 15,5-3 0 1,4 1 0-16,3-6 0 16,1 4 0-16,4-4 0 15,6-3 0-15,4-2 0 16,3 0 0-16,4-5 0 16,15-5 0-16,5-1 0 15,11-5 0-15,6 1 0 16,-4 3 0-1,0-1 0-15,-11 5 0 16,3-4 0-16,-14 0 0 16,-5 1 0-16,-9 2 0 15,-9-1 0-15,-7-16 0 16,-15-9 0-16,25 23 0 16</inkml:trace>
  <inkml:trace contextRef="#ctx0" brushRef="#br0" timeOffset="4">3928 5703 2048 0,'0'0'0'16,"0"0"0"-16,0 0 0 16,0 0 0-16,0 0 0 15,0 0 0 1,52 13 0-16,-7 0 0 15,-12 2 0-15,-6 2 0 16,-11-5 0-16,0 4 0 16,11-2 0-16,-3-8 0 15</inkml:trace>
  <inkml:trace contextRef="#ctx0" brushRef="#br0" timeOffset="5">4608 5621 2048 0,'0'0'0'16,"0"0"0"-16,0 0 0 16,0 0 0-16,0 0 0 15,51-7 0-15,-1 12 0 16,-11-7 0-16,-6 6 0 15,-8-1 0-15,2-2 0 16,-1 4 0 0,-1-6 0-16,-4 6 0 15,8-3 0-15,-5 7 0 16,-9 0 0-16,-12 0 0 16</inkml:trace>
  <inkml:trace contextRef="#ctx0" brushRef="#br0" timeOffset="6">4712 5867 2048 0,'0'0'0'0,"0"0"0"16,0 0 0-16,0 0 0 16,0 0 0-16,0 0 0 15,54-1 0-15,6-5 0 16,0 6 0-1,-5 3 0-15</inkml:trace>
  <inkml:trace contextRef="#ctx0" brushRef="#br0" timeOffset="7">5477 5468 2048 0,'0'0'0'0,"0"0"0"15,0 0 0 1,0 0 0-16,0 0 0 16,0 0 0-16,0 0 0 15,0 0 0-15,0 0 0 16,0 0 0-16,30-7 0 16,-12 5 0-1,30 7 0-15,-21-2 0 16,22 14 0-16,-22-9 0 15,0 18 0-15,-11-12 0 16,-12 15 0 0,-2-10 0-16,-22 17 0 15,9-18 0-15,-26 26 0 16,14-19 0-16,-19 16 0 16,18-19 0-1,-21 6 0-15,23-13 0 16,12-10 0-16,7-3 0 15,3-1 0-15,0-1 0 16,0 0 0 0,-5 11 0-16,2-5 0 15,36 3 0-15,-12-5 0 16,29-1 0-16,-21 0 0 16,21 8 0-16,-24-3 0 15,16 13 0 1,-18-7 0-16,-17-10 0 15,15 27 0-15,-11-14 0 16,-7-10 0-16,-35 26 0 16,12-12 0-1,-19 12 0-15,16-15 0 16,-18-4 0-16,18-6 0 16,-12-8 0-1,14 0 0-15,-11-5 0 16,14 2 0-16,10 2 0 15,5 1 0-15,-10-17 0 16,6 9 0 0,20-33 0-16,-6 18 0 15,16-23 0-15,-24 46 0 16</inkml:trace>
  <inkml:trace contextRef="#ctx0" brushRef="#br0" timeOffset="8">5936 5928 2048 0,'0'0'0'16,"0"0"0"-1,6-46 0 1,-6 46 0-16,14-72 0 16,2 4 0-1,0 4 0 1,6-3 0-1,8 17 0 1,2 14 0 0,3 13 0-1,-7 23 0 1,1 9 0 0,3 33 0-1,-7 14 0-15,-5 13 0 16,-3-12 0-16,2-3 0 15,3 13 0 1,-3-3 0 0,2 0 0-16,-1-6 0 15,3 0 0-15,-4-16 0 16,-9-11 0 0,1-4 0-16,-5-3 0 15,-1-1 0-15,-3-9 0 16,-1-9 0-16,-4-8 0 15,-11-12 0 1</inkml:trace>
  <inkml:trace contextRef="#ctx0" brushRef="#br0" timeOffset="9">6420 5703 2048 0,'0'0'0'0,"0"0"0"0,0 0 0 16,0 0 0-1,-25 44 0-15,-4 12 0 16,-7-2 0-16,-2-2 0 16,1-6 0-16,-1 2 0 15,0-1 0-15,5-9 0 16,7 2 0-1,8-7 0-15,4-5 0 16,8-11 0-16,7 0 0 16,12-15 0-16,14-8 0 15</inkml:trace>
  <inkml:trace contextRef="#ctx0" brushRef="#br0" timeOffset="10">6547 6034 2048 0,'0'0'0'16,"0"0"0"-16,0 0 0 16,3 59 0-16,-1-5 0 15,-2-7 0 1,2-5 0-16,-7-9 0 15,0-7 0-15,5-4 0 16,-6 0 0-16,6-2 0 16,-1-6 0-16,1-2 0 15,3-5 0 1,4-13 0-16</inkml:trace>
  <inkml:trace contextRef="#ctx0" brushRef="#br0" timeOffset="11">6801 6029 2048 0,'0'0'0'0,"0"0"0"15,0 0 0-15,0 0 0 16,64 1 0 0,-7 3 0-16,-18 4 0 15,-1-8 0-15,-9 6 0 16,-5-1 0-16,2-5 0 16,-6 6 0-1,-5-1 0-15,-4 4 0 16,3-7 0-16,-3 2 0 15,-1 3 0-15</inkml:trace>
  <inkml:trace contextRef="#ctx0" brushRef="#br0" timeOffset="12">7375 6117 2048 0,'0'0'0'0,"-37"-50"0"15,16 23 0-15,-2-19 0 16,12 20 0-16,7-14 0 16,3 18 0-1,7-25 0-15,-3 20 0 16,20-15 0-16,-9 20 0 16,17-4 0-16,-12 12 0 15,13 0 0 1,-15 7 0-16,13 15 0 15,-14-3 0-15,20 24 0 16,-17-12 0-16,22 42 0 16,-19-25 0-16,5 43 0 15,-12-34 0 1,25 35 0-16,-16-35 0 16,5 29 0-16,-14-34 0 15,10 31 0-15,-11-34 0 16,2 29 0-16,-8-31 0 15,10 22 0 1,-10-26 0-16,-4-17 0 16,-3-8 0-16,-1-4 0 15,0 0 0-15,8 0 0 16,-4 0 0-16,0-64 0 16</inkml:trace>
  <inkml:trace contextRef="#ctx0" brushRef="#br0" timeOffset="13">7847 5889 2048 0,'0'0'0'16,"0"0"0"-16,0 0 0 15,-51 40 0-15,1 9 0 16,3 9 0-1,5-2 0-15,-4 0 0 16,4 5 0-16,4 2 0 16,-1-10 0-16,8-11 0 15,16-9 0-15,4-1 0 16,-5-3 0 0,8 1 0-16,5-7 0 15,3-12 0-15,5-15 0 16,10-26 0-16,-15 30 0 15</inkml:trace>
  <inkml:trace contextRef="#ctx0" brushRef="#br0" timeOffset="14">7849 6272 2048 0,'0'0'0'16,"0"0"0"-16,0 0 0 15,46-6 0-15,-11 9 0 16,-5 9 0 0,-7-1 0-16,-1 13 0 15,-11 1 0-15,-5 3 0 16,-13 3 0-16,-1-3 0 16,-7 0 0-16,0-10 0 15,0 9 0-15,-2-12 0 16,6-9 0-1,4-1 0-15,4 2 0 16,9-9 0-16,2 4 0 16,6 3 0-1,10-3 0-15,4-3 0 16,12-1 0-16,5-1 0 16,-2 3 0-16</inkml:trace>
  <inkml:trace contextRef="#ctx0" brushRef="#br0" timeOffset="15">8349 6266 2048 0,'0'0'0'0,"0"0"0"16,0 0 0-16,0 0 0 15,0 0 0-15,0 0 0 16,0 0 0 0,0 0 0-16,0 0 0 15,0 0 0-15,2-31 0 16,0 12 0-1,-2 12 0-15,1 4 0 16,-1 3 0-16,-10-27 0 16,5 12 0-16,3 8 0 15,1 5 0 1,-16-22 0-16,8 10 0 16,6 8 0-16,2 4 0 15,0 2 0-15,1 0 0 16,0 0 0-16,13 8 0 15,-3-3 0 1,15-7 0-16,-10-1 0 16,22 3 0-16,-17 0 0 15,21-7 0 1,-19 3 0-16,21-5 0 16,-19 5 0-16,10 7 0 15,-16 0 0-15,8 8 0 16,-11-6 0-1,-10-3 0-15</inkml:trace>
  <inkml:trace contextRef="#ctx0" brushRef="#br0" timeOffset="16">8913 6209 2048 0,'0'0'0'16,"0"0"0"-16,0 0 0 15,0 0 0-15,0 0 0 16,9-52 0 0,-2 5 0-16,-4 10 0 15,-5-7 0-15,-1 6 0 16,6-1 0-1,1-4 0-15,-2 1 0 16,0 2 0-16,0 3 0 16,4 0 0-16,1 15 0 15,1 7 0 1,-1 8 0-16,2 3 0 16,-4 4 0-16,7 5 0 15,2 13 0-15,8 13 0 16,0 8 0-16,4 2 0 15,4 10 0 1,0-2 0-16,-1 1 0 16,-4 11 0-16,-2-4 0 15,1 3 0-15,-4-4 0 16,-1 0 0-16,0-3 0 16,-1-7 0-16,-1-6 0 15,-2-10 0 1,-6-4 0-16,1-3 0 15,-3 2 0-15,-2-3 0 16,-2-10 0-16,-2-9 0 16,-2-20 0-16</inkml:trace>
  <inkml:trace contextRef="#ctx0" brushRef="#br0" timeOffset="17">9412 5970 2048 0,'0'0'0'16,"0"0"0"-16,-29 36 0 15,-5 11 0-15,-6 4 0 16,-2-2 0-16,-3-2 0 15,-3 0 0 1,1-1 0-16,4 3 0 16,7-10 0-16,11-4 0 15,2-10 0-15,7 3 0 16,-5-3 0-16,8-9 0 16,14-7 0-1,-3-15 0-15</inkml:trace>
  <inkml:trace contextRef="#ctx0" brushRef="#br0" timeOffset="18">9418 6300 2048 0,'0'0'0'16,"0"0"0"-1,0 0 0-15,57-15 0 0,-8 21 0 16,-18 6 0-16,-3 4 0 16,-15-1 0-1,-8 4 0-15,-11 3 0 16,-3 1 0-16,-3-6 0 16,1 2 0-16,-4-5 0 15,0 2 0-15,0-7 0 16,5-1 0-1,5-3 0-15,4 0 0 16,-2-1 0-16,-1 7 0 16,5-1 0-16,6-4 0 15,2 2 0 1,3 3 0-16,7-4 0 16,0-4 0-16,0 5 0 15,-3 0 0-15,-3 1 0 16,-5 3 0-16,-8-12 0 15,7 21 0-15,-8-2 0 16,-10 1 0-16,-7-1 0 16,-8 0 0-1,-5-2 0-15,-5 1 0 16,2-3 0-16,-4 3 0 16,2 5 0-16,6-6 0 15,5 5 0 1,-4-15 0-16,29-7 0 0</inkml:trace>
  <inkml:trace contextRef="#ctx0" brushRef="#br0" timeOffset="19">1623 7768 2048 0,'0'0'0'0,"-50"-32"0"16,22 15 0-16,-30 16 0 15,27 3 0 1,-23 14 0-16,23-6 0 16,-20 22 0-16,23-17 0 15,-9 17 0-15,19-12 0 16,12 9 0-16,4-15 0 15,25 16 0 1,-10-16 0-16,28 23 0 16,-21-17 0-16,30 6 0 15,-22-13 0-15,21 12 0 16,-21-12 0-16,13 18 0 16,-20-14 0-16,-1 12 0 15,-11-14 0 1,-7-9 0-16,-10 23 0 15,5-15 0-15,-15 9 0 16,10-11 0-16,4-9 0 16,-28 7 0-16,12-3 0 15,13-6 0-15,-23-6 0 16,13 2 0 0,10 2 0-16,5 1 0 15,2 0 0-15,0-26 0 16,0 26 0-16</inkml:trace>
  <inkml:trace contextRef="#ctx0" brushRef="#br0" timeOffset="20">1661 8250 2048 0,'0'0'0'0,"0"0"0"16,0 0 0-16,0 0 0 15,0 0 0 1,0 0 0-16,0 0 0 16</inkml:trace>
  <inkml:trace contextRef="#ctx0" brushRef="#br0" timeOffset="21">2147 7674 2048 0,'0'0'0'16,"0"0"0"-16,0 0 0 15,0 0 0-15,0 0 0 16,-18 62 0-16,-1 6 0 15,2-4 0 1,6 2 0-16,-1 1 0 16,3 4 0-16,4-2 0 15,4 3 0-15,-2-10 0 16,7 1 0-16,-5-11 0 16,4-4 0-16,0-10 0 15,1-4 0-15,-4-10 0 16,2-8 0-16,-1-10 0 15,-1-6 0-15,-2-16 0 16,-3-9 0 0,-1-14 0-16,-8-11 0 15,-1-7 0-15,-4-6 0 16</inkml:trace>
  <inkml:trace contextRef="#ctx0" brushRef="#br0" timeOffset="22">1834 8022 2048 0,'0'0'0'0,"0"0"0"16,0 0 0 0,0 0 0-16,0 0 0 15,43-39 0-15,5 19 0 16,5 18 0-16,0 7 0 16,-10 12 0-16,3 11 0 15</inkml:trace>
  <inkml:trace contextRef="#ctx0" brushRef="#br0" timeOffset="23">2444 8488 2048 0,'0'0'0'16,"0"0"0"-16,0 0 0 15,0 0 0-15,0 0 0 16,0 0 0 0,0 0 0-16</inkml:trace>
  <inkml:trace contextRef="#ctx0" brushRef="#br0" timeOffset="24">3607 8207 2048 0,'0'0'0'16,"0"0"0"-16,0 0 0 15,0 0 0-15,-8-46 0 16,4 18 0-16,2 17 0 15,6-25 0-15,-2 18 0 16,6-21 0-16,-3 17 0 16,11-22 0-16,-8 20 0 15,8-15 0 1,-9 17 0-16,22-14 0 16,-14 16 0-16,13-3 0 15,-12 10 0-15,10 9 0 16,-13 4 0-16,-8 0 0 15,20 24 0-15,-12-9 0 16,6 30 0 0,-10-20 0-16,13 37 0 15,-10-29 0-15,9 42 0 16,-8-33 0-16,5 38 0 16,-9-37 0-16,5 23 0 15,-6-32 0-15,11 30 0 16,-8-30 0-1,-3 11 0-15,-3-22 0 16,3 11 0-16,-3-15 0 16,-3-13 0-16,-2-4 0 15,0-1 0-15,9-17 0 16,-3 9 0-16,-1-43 0 16,-3 22 0-16,4-44 0 15,-3 33 0-15,0-33 0 16,0 33 0-1,-3 39 0-15,6-56 0 16,3-6 0-16,-5 31 0 16,-5-15 0-16,0 21 0 15,0 17 0 1,1 4 0-16,0 4 0 16,0 0 0-16,-13-27 0 15,4 11 0-15,-13 30 0 16,10-3 0-16,-26 37 0 15,17-21 0-15,-23 30 0 16,20-25 0 0,-12 20 0-16,17-24 0 15,-9 22 0-15,15-21 0 16,-8 17 0-16,10-22 0 16,-8 21 0-16,8-21 0 15,-6 9 0-15,10-13 0 16,4 8 0-16,1-14 0 15,2-9 0-15,16-40 0 16</inkml:trace>
  <inkml:trace contextRef="#ctx0" brushRef="#br0" timeOffset="25">4232 8393 2048 0,'0'0'0'15,"0"0"0"-15,0 0 0 16,0 0 0-16,2 56 0 16,-1-24 0-16,1 11 0 15,-1-20 0 1,4 6 0-16,-1-12 0 15,-4-13 0-15,6 19 0 16,-2-10 0-16,-3-8 0 16,14-18 0-16,-15 13 0 15</inkml:trace>
  <inkml:trace contextRef="#ctx0" brushRef="#br0" timeOffset="26">4579 8253 2048 0,'0'0'0'16,"0"0"0"-16,0 0 0 16,0 0 0-16,0 0 0 15,0 0 0-15,54-4 0 16,-14 5 0-16,-1-2 0 16,-10 1 0-16,-1-2 0 15,-4 5 0 1,-8 2 0-16,0-3 0 15,-5 3 0-15,-2-5 0 16</inkml:trace>
  <inkml:trace contextRef="#ctx0" brushRef="#br0" timeOffset="27">4966 8049 2048 0,'0'0'0'16,"0"0"0"-16,0 0 0 15,0 0 0-15,0 0 0 16,0 0 0-16,57 7 0 16,-11 5 0-16,-11 4 0 15,-11 1 0 1,-7 6 0-16,1-7 0 15,-9 5 0-15,-3 4 0 16,-10 3 0-16,-2 0 0 16,-10 1 0-16,-10 5 0 15,-5-1 0-15,-3-8 0 16,-2 0 0-16,0 2 0 16,6-5 0-1,3-8 0-15,13-2 0 16,8-4 0-16,3-3 0 15,5 6 0-15,6 1 0 16,-2-4 0-16,7-7 0 16,15-5 0-16,1 5 0 15,10-5 0-15,-3 2 0 16,0 7 0 0,3-5 0-16,5 1 0 15,-7-6 0-15</inkml:trace>
  <inkml:trace contextRef="#ctx0" brushRef="#br0" timeOffset="28">5457 8393 2048 0,'0'0'0'16,"0"0"0"-16,-8-50 0 15,6 4 0-15,7 6 0 16,4-2 0-16,0 3 0 16,-6-1 0-16,4-3 0 15,-1 5 0-15,-3 1 0 16,6-1 0-16,-2 10 0 16,1 5 0-1,2 5 0-15,3 10 0 16,-3 2 0-16,5 13 0 15,-2 11 0-15,1 12 0 16,3 8 0 0,0-2 0-16,-1 12 0 15,1 7 0-15,-12-1 0 16,5 5 0-16,3-4 0 16,2-5 0-16,3 0 0 15,-1-10 0 1,-2-5 0-16,0 4 0 15,2-3 0-15,-11-7 0 16,-3-8 0-16,4-2 0 16,-3-9 0-16,-2-6 0 15,4-10 0-15,0-15 0 16,1-6 0-16</inkml:trace>
  <inkml:trace contextRef="#ctx0" brushRef="#br0" timeOffset="29">5899 8167 2048 0,'0'0'0'15,"0"0"0"-15,0 0 0 16,0 0 0-16,0 0 0 16,-58 5 0-1,1 24 0-15,3 12 0 16,8 3 0-16,4-2 0 15,2 5 0-15,6-10 0 16,4 6 0-16,4-1 0 16,5-2 0-16,1-5 0 15,4-10 0-15,8-8 0 16</inkml:trace>
  <inkml:trace contextRef="#ctx0" brushRef="#br0" timeOffset="30">5952 8451 2048 0,'0'0'0'0,"0"0"0"16,0 0 0-16,51 8 0 15,-3 2 0-15,-15 0 0 16,-7 3 0-16,-11 6 0 16,-9-2 0-16,-6 6 0 15,-6 4 0-15,-6-1 0 16,-6-4 0 0,-1 1 0-16,4-4 0 15,-3-2 0-15,4-2 0 16,-4 0 0-16,6-1 0 15,7-2 0-15,3-8 0 16,5 5 0-16,1-3 0 16,11-5 0-16,12-5 0 15,16-3 0-15,12-5 0 16,3 6 0-16,12-5 0 16</inkml:trace>
  <inkml:trace contextRef="#ctx0" brushRef="#br0" timeOffset="31">6488 8274 2048 0,'0'0'0'0,"0"0"0"16,0 0 0-16,0 0 0 15,0 0 0 1,0 0 0-16,0 0 0 16,0 0 0-16,0 0 0 15,0 0 0-15,63 12 0 16,-27-5 0 0,18-3 0-16,-27-2 0 15,31 0 0-15,-26 0 0 16,19-8 0-16,-25 2 0 15,30-3 0-15,-25 3 0 16,10 4 0-16,-19 2 0 16,-13-2 0-1,-7 0 0-15,-4-2 0 16,1 1 0-16</inkml:trace>
  <inkml:trace contextRef="#ctx0" brushRef="#br0" timeOffset="32">6723 8143 2048 0,'0'0'0'0,"0"0"0"16,0 0 0-1,0 0 0-15,-5 57 0 16,7 0 0-16,-2-6 0 15,6-3 0-15,-5-1 0 16,-5 5 0-16,1-2 0 16,0-2 0-16,2-8 0 15</inkml:trace>
  <inkml:trace contextRef="#ctx0" brushRef="#br0" timeOffset="33">7213 8460 2048 0,'0'0'0'15,"8"-54"0"-15,0 2 0 16,1 6 0-16,1 0 0 16,3 3 0-16,-2-1 0 15,-5 0 0 1,4 1 0-16,-2 1 0 16,5 3 0-16,4 6 0 15,-4 3 0-15,-5 10 0 16,-5 10 0-1,0 4 0-15,1 12 0 16,9 14 0-16,0 2 0 16,-4 3 0-16,11 9 0 15,1 14 0-15,-1 11 0 16,0 5 0 0,-9-1 0-16,5-2 0 15,-7-3 0-15,2 2 0 16,1-4 0-16,-2-8 0 15,4 3 0 1,-3-4 0-16,-3-1 0 16,-1-10 0-16,-3-14 0 15,3-1 0-15,-3-8 0 16,0-10 0-16,1-14 0 16,4-15 0-16</inkml:trace>
  <inkml:trace contextRef="#ctx0" brushRef="#br0" timeOffset="34">7747 8282 2048 0,'0'0'0'16,"0"0"0"-16,0 0 0 15,0 0 0 1,0 0 0-16,-42 31 0 15,-5 12 0-15,0 1 0 16,3 5 0-16,1 1 0 16,0-6 0-16,4-8 0 15,-2-5 0 1,9-5 0-16,5 1 0 16,7-3 0-16,10-4 0 15,5-11 0-15</inkml:trace>
  <inkml:trace contextRef="#ctx0" brushRef="#br0" timeOffset="35">7767 8532 2048 0,'0'0'0'15,"0"0"0"-15,0 0 0 16,0 0 0 0,44 9 0-16,-9 6 0 15,-18-2 0-15,-8-2 0 16,-9 3 0-16,-3-1 0 16,-7 8 0-16,-4 2 0 15,4-4 0-15,-2-2 0 16,-3-3 0-1,-1-3 0-15,7-7 0 16,7 1 0-16,0 0 0 16,1 0 0-16,3 2 0 15,1 1 0-15,10-8 0 16,0-4 0-16,15 11 0 16,-3 1 0-1,3-2 0-15,0 3 0 16,-9 1 0-16,-4-4 0 15,-5 3 0 1,-6-1 0-16,-6-2 0 16,-4 5 0-16,-10 2 0 15,-1 1 0-15,-8 0 0 16,4-3 0 0,-9 6 0-16,3-7 0 15,-2 2 0-15,25 1 0 16,-24-18 0-16</inkml:trace>
  <inkml:trace contextRef="#ctx0" brushRef="#br0" timeOffset="36">8670 8322 2048 0,'0'0'0'0,"0"0"0"15,0 0 0 1,0 0 0-16,0 0 0 16,0 0 0-16,-64 19 0 15,-1-4 0-15,13 7 0 16,7-3 0-1,3 0 0-15,5-3 0 16,17-5 0-16,12-1 0 16,4-1 0-16,2-1 0 15,12 4 0 1,-2 2 0-16,16-2 0 16,7 1 0-16,2-2 0 15,7 4 0 1,8 6 0-16,-4-4 0 15,1-3 0-15,-15-6 0 16,1 5 0-16,-11-7 0 16</inkml:trace>
  <inkml:trace contextRef="#ctx0" brushRef="#br0" timeOffset="37">8367 8719 2048 0,'0'0'0'0,"0"0"0"15,0 0 0 1,0 0 0-16,0 0 0 16,0 0 0-16,49 7 0 15,4-1 0-15,-7-1 0 16,-8 2 0-16,6 0 0 15,-8-1 0 1,3 6 0-16,-8-6 0 16,0-2 0-16</inkml:trace>
  <inkml:trace contextRef="#ctx0" brushRef="#br0" timeOffset="38">9088 8325 2048 0,'0'0'0'0,"0"0"0"16,0 0 0-1,0 0 0-15,0 0 0 16,0 0 0-16,-15 51 0 15,2 5 0-15,2-1 0 16,-1 3 0-16,3-3 0 16,1-6 0-1,5-10 0-15,-2 4 0 16,7-9 0-16,0-5 0 16,0-6 0-16,3-3 0 15</inkml:trace>
  <inkml:trace contextRef="#ctx0" brushRef="#br0" timeOffset="39">9339 8279 2048 0,'0'0'0'0,"0"0"0"16,0 0 0-16,0 0 0 16,0 0 0-16,6 56 0 15,-6 15 0-15,-6-11 0 16,-4-4 0 0,-1 3 0-16,1 4 0 15,2 0 0-15,2 9 0 16,3 8 0-16,-4-11 0 15,7-69 0-15</inkml:trace>
  <inkml:trace contextRef="#ctx0" brushRef="#br0" timeOffset="40">3010 9719 2048 0,'0'0'0'0,"0"0"0"16,44-13 0-16,-18 7 0 16,23 5 0-16,-24 1 0 15,34-5 0-15,-25 3 0 16,13 10 0 0,-20-2 0-16,16-11 0 15,-19 3 0-15,14 6 0 16,-14-1 0-16,4 4 0 15,-10-4 0 1,-13-1 0-16,10-19 0 0</inkml:trace>
  <inkml:trace contextRef="#ctx0" brushRef="#br0" timeOffset="41">3836 9525 2048 0,'0'0'0'0,"0"0"0"16,0 0 0-16,0 0 0 16,0 0 0-16,0 0 0 15,-37 45 0-15,0 1 0 16,-3-2 0-16,5-5 0 15,5-1 0-15,5-8 0 16,6-4 0 0,10-7 0-16,6-5 0 15,4-2 0-15,6 1 0 16,4-7 0-16,6 0 0 16,2 0 0-16,11 1 0 15,1-7 0-15,-3-1 0 16,9 4 0-16,-6-2 0 15,3 4 0 1,-3-5 0-16,-4 5 0 16,4 1 0-16,-12 0 0 15,-10 0 0-15</inkml:trace>
  <inkml:trace contextRef="#ctx0" brushRef="#br0" timeOffset="42">3791 9706 2048 0,'0'0'0'15,"0"0"0"-15,0 0 0 16,0 0 0-16,0 0 0 15,4 62 0 1,0-6 0-16,0-15 0 16,-11-5 0-16,5 0 0 15,-1-5 0-15,-1 5 0 16,5-14 0-16</inkml:trace>
  <inkml:trace contextRef="#ctx0" brushRef="#br0" timeOffset="43">4014 9944 2048 0,'0'0'0'15,"-2"-48"0"-15,0 6 0 16,10 7 0-16,-5 3 0 15,7 1 0 1,-4-5 0-16,1 1 0 16,5-1 0-16,-5-9 0 15,11 12 0-15,-7 8 0 16,4 1 0 0,-4 5 0-16,-2 12 0 15,-1 4 0-15,3 10 0 16,7 4 0-16,3 9 0 15,-2 11 0-15,-5 3 0 16,0 7 0-16,1 4 0 16,2 5 0-1,-6-7 0-15,3 4 0 16,0-4 0-16,-4-8 0 16,8 5 0-16,-7-4 0 15,-3-8 0-15,1 0 0 16,1 2 0-16,-1 0 0 15,-7-9 0-15,-1-2 0 16,-1-17 0-16</inkml:trace>
  <inkml:trace contextRef="#ctx0" brushRef="#br0" timeOffset="44">4517 9682 2048 0,'0'0'0'16,"0"0"0"-16,0 0 0 15,0 0 0-15,0 0 0 16,0 0 0 0,-58 38 0-16,3 4 0 15,55-42 0-15,-56 68 0 16,13-12 0-16,10-10 0 15,-2-13 0-15,9-3 0 16,4-5 0 0,-3 1 0-16,12-4 0 15,9-6 0-15,-2-6 0 16,7 0 0-16,3-9 0 16</inkml:trace>
  <inkml:trace contextRef="#ctx0" brushRef="#br0" timeOffset="45">4579 9958 2048 0,'0'0'0'15,"0"0"0"1,0 0 0-16,0 0 0 15,14 59 0-15,-2-7 0 16,-5-12 0-16,-4 0 0 16,-2-7 0-16,-2 2 0 15,0 2 0-15,-3-8 0 16</inkml:trace>
  <inkml:trace contextRef="#ctx0" brushRef="#br0" timeOffset="46">5008 9809 2048 0,'0'0'0'16,"0"0"0"-16,0 0 0 16,0 0 0-16,0 0 0 15,0 0 0-15,0 0 0 16,0 0 0-16,60-8 0 16,-24 6 0-16,19 3 0 15,-27 0 0 1,28 5 0-16,-25-3 0 15,16-6 0-15,-22 1 0 16,11 4 0-16,-15 1 0 16,-14-1 0-16,-5-2 0 15,-1 0 0-15,-14-24 0 16</inkml:trace>
  <inkml:trace contextRef="#ctx0" brushRef="#br0" timeOffset="47">5262 9647 2048 0,'0'0'0'0,"0"0"0"16,0 0 0 0,0 0 0-16,0 0 0 15,0 0 0-15,-11 54 0 16,-1 5 0-16,3-12 0 15,4 0 0-15,-3-1 0 16,-3-6 0 0,6 7 0-16,1-1 0 15</inkml:trace>
  <inkml:trace contextRef="#ctx0" brushRef="#br0" timeOffset="48">5563 9924 2048 0,'0'0'0'16,"0"0"0"-16,4-61 0 15,6 11 0-15,8 7 0 16,-1 5 0 0,1 6 0-16,1 0 0 15,-4-4 0-15,2 7 0 16,-2 2 0-16,0 7 0 16,-4 10 0-16,3-2 0 15,-3 6 0-15,-3 2 0 16,5 14 0-1,8 9 0-15,-5 4 0 16,0 13 0-16,-4 9 0 16,5 10 0-16,-16 4 0 15,4 5 0-15,0-10 0 16,4-1 0 0,1-7 0-16,1-5 0 15,3-2 0-15,-5-11 0 16,-3 4 0-16,4-5 0 15,-4-6 0-15,-5-7 0 16,0-4 0-16,-1-17 0 16,0-10 0-16</inkml:trace>
  <inkml:trace contextRef="#ctx0" brushRef="#br0" timeOffset="49">6062 9719 2048 0,'0'0'0'0,"0"0"0"16,0 0 0 0,0 0 0-16,-51 38 0 15,5 4 0-15,2-2 0 16,2 5 0-16,2-3 0 15,0-1 0-15,0-1 0 16,10 0 0 0,5-15 0-16,4 2 0 15,8-5 0-15,9-6 0 16</inkml:trace>
  <inkml:trace contextRef="#ctx0" brushRef="#br0" timeOffset="50">6067 10040 2048 0,'0'0'0'16,"0"0"0"-16,0 0 0 15,0 0 0-15,55 7 0 16,-7 0 0-16,-19 5 0 15,-11 1 0-15,-4 4 0 16,-15 0 0-16,-3 8 0 16,-5-5 0-16,0 4 0 15,-8 0 0-15,1 0 0 16,-6-3 0-16,7-2 0 16,-3-1 0-1,5-5 0-15,6-4 0 16,2-1 0-16,4-2 0 15,2-4 0-15,5 9 0 16,3-5 0-16,11-15 0 16,22 4 0-16,1 5 0 15,6-3 0-15,4-2 0 16</inkml:trace>
  <inkml:trace contextRef="#ctx0" brushRef="#br0" timeOffset="51">6549 9971 2048 0,'0'0'0'16,"0"0"0"-16,0 0 0 15,0 0 0-15,0 0 0 16,52-9 0-16,-18 4 0 16,17 5 0-1,-24 2 0-15,29 2 0 16,-24-2 0-16,17 1 0 15,-23-3 0-15,6 2 0 16,-14-1 0 0,-12-1 0-16,-4 0 0 15,-2 0 0-15</inkml:trace>
  <inkml:trace contextRef="#ctx0" brushRef="#br0" timeOffset="52">6766 9820 2048 0,'0'0'0'0,"0"0"0"16,0 0 0-16,0 0 0 16,0 0 0-16,0 0 0 15,0 0 0-15,16 64 0 16,-2-11 0-1,-6-11 0-15,-8-8 0 16,0 0 0-16,-3-5 0 16,6 1 0-16,-6-10 0 15,7 3 0-15,3-9 0 16,0-10 0-16,0-9 0 16</inkml:trace>
  <inkml:trace contextRef="#ctx0" brushRef="#br0" timeOffset="53">7154 9815 2048 0,'0'0'0'0,"0"0"0"16,0 0 0-16,0 0 0 16,0 0 0-16,46 7 0 15,-9 14 0-15,-6 2 0 16,-8-1 0-16,-13 3 0 16,-2-1 0-1,-9 0 0-15,-9 6 0 16,-1-6 0-16,-4 7 0 15,-6-6 0-15,-7 1 0 16,-1-2 0-16,-2-5 0 16,0-6 0-16,1 1 0 15,11-3 0-15,5 1 0 16,7-5 0 0,6-1 0-16,3-2 0 15,6-2 0-15,-1 0 0 16,9-4 0-16,15 2 0 15,-31 0 0-15,73 10 0 16,-15-14 0-16,-7 2 0 16,-8-8 0-16</inkml:trace>
  <inkml:trace contextRef="#ctx0" brushRef="#br0" timeOffset="54">7540 10187 2048 0,'0'0'0'16,"0"0"0"-16,0 0 0 15,-12-50 0-15,4 12 0 16,10 1 0 0,4-1 0-16,1 1 0 15,4-10 0-15,4 0 0 16,-9 5 0-16,6 3 0 15,5-10 0-15,-2 11 0 16,-2 1 0 0,0 7 0-16,0 4 0 15,1 11 0-15,-5 6 0 16,3 8 0-16,-1 6 0 16,9 12 0-16,-5 8 0 15,1 8 0-15,3 8 0 16,-5 0 0-1,2 7 0-15,0 3 0 16,8-1 0-16,-16 2 0 16,9 10 0-16,-2 3 0 15,4-7 0-15,-5-9 0 16,-2 0 0 0,5-1 0-16,-4-9 0 15,-3-7 0-15,-3-11 0 16,0-1 0-16,-3-8 0 15,0-8 0-15,-1-18 0 16</inkml:trace>
  <inkml:trace contextRef="#ctx0" brushRef="#br0" timeOffset="55">8125 9919 2048 0,'0'0'0'0,"0"0"0"15,0 0 0-15,0 0 0 16,-44 25 0-16,-1 19 0 16,1 11 0-16,6-6 0 15,-5 1 0 1,2 0 0-16,2 1 0 15,0-1 0-15,8-15 0 16,3 3 0-16,7-4 0 16,3-5 0-16,2-4 0 15,7-4 0-15,3-17 0 16,6-4 0-16</inkml:trace>
  <inkml:trace contextRef="#ctx0" brushRef="#br0" timeOffset="56">8131 10238 2048 0,'0'0'0'0,"0"0"0"15,0 0 0 1,0 0 0-16,0 0 0 15,51 16 0-15,-16 1 0 16,-14 9 0 0,-20 3 0-16,-7-5 0 15,-2-6 0-15,-8-4 0 16,3 3 0-16,0-5 0 16,6-6 0-16,0 1 0 15,1 0 0-15,2-2 0 16,2-4 0-1,2 3 0-15,9-2 0 16,-1 2 0-16,3 3 0 16,6-4 0-16,1 3 0 15,3 5 0-15,1-1 0 16,-9-5 0-16,3 0 0 16,-2 5 0-1,-8 0 0-15,-2 2 0 16,-6 1 0-16,-4-2 0 15,-1 5 0-15,-7-7 0 16,0 4 0-16,-5-2 0 16,-3-1 0-16,8-1 0 15,-1-2 0 1,3-2 0-16,4-3 0 16,1-2 0-16</inkml:trace>
  <inkml:trace contextRef="#ctx0" brushRef="#br0" timeOffset="57">8731 10010 2048 0,'0'0'0'16,"0"0"0"-16,0 0 0 16,0 0 0-1,0 0 0-15,0 0 0 16,0 0 0-16,0 0 0 16,49 20 0-16,-6 1 0 15,-12-9 0 1,-5-3 0-16,0-2 0 15,-2-10 0-15,-3 3 0 16,-21 0 0-16,19 6 0 16,-7 0 0-16,0 2 0 15,-7-1 0-15,-7 6 0 16,-3 3 0-16,-19 3 0 16,3 6 0-16,-3-4 0 15,-5 3 0 1,-3 8 0-16,-3-1 0 15,8-7 0-15,1 4 0 16</inkml:trace>
  <inkml:trace contextRef="#ctx0" brushRef="#br0" timeOffset="58">8703 10531 2048 0,'0'0'0'16,"0"0"0"-16,0 0 0 15,0 0 0 1,47-38 0-16,2 6 0 16,-3 12 0-16,-4-4 0 15,0 4 0-15,-4 1 0 16,-5 0 0-16,3 0 0 15,-10-5 0-15,5 1 0 16,-7 5 0-16,-6 5 0 16,-6 8 0-1,-5 7 0-15,-7 7 0 16</inkml:trace>
  <inkml:trace contextRef="#ctx0" brushRef="#br0" timeOffset="59">9490 9764 2048 0,'0'0'0'0,"0"0"0"16,0 0 0-16,0 0 0 16,0 0 0-16,0 0 0 15,0 0 0-15,0 0 0 16,0 0 0-16,0 0 0 15,62 19 0-15,-24-6 0 16,7 7 0 0,-20-10 0-16,9 17 0 15,-16-12 0-15,11 14 0 16,-14-12 0 0,-12 18 0-16,-2-17 0 15,-27 21 0-15,11-19 0 16,-33 23 0-16,22-20 0 15,-19 1 0-15,20-11 0 16,-9 9 0 0,15-8 0-16,12-10 0 15,4-2 0-15,3-2 0 16,0 0 0-16,0 0 0 16,5 10 0-16,-3-4 0 15,35 6 0-15,-16-7 0 16,21 11 0-1,-20-6 0-15,17 9 0 16,-18-9 0-16,15 21 0 16,-17-13 0-16,0 16 0 15,-9-17 0-15,-10 24 0 16,-1-17 0 0,-24 17 0-16,10-18 0 15,-36 20 0-15,22-21 0 16,-28 7 0-16,26-12 0 15,-33 12 0-15,29-11 0 16,-26 4 0-16,61-22 0 16,-91-6 0-1</inkml:trace>
  <inkml:trace contextRef="#ctx0" brushRef="#br0" timeOffset="60">3451 11415 2048 0,'0'0'0'0,"0"0"0"15,0 0 0 1,0 0 0-16,0 0 0 15,0 0 0-15,0 0 0 16,0 0 0-16,0 0 0 16,0 0 0-16,0 0 0 15,40 3 0-15,-15-1 0 16,23 1 0-16,-23-2 0 16,28 6 0-16,-23-4 0 15,15-4 0-15,-25 0 0 16,13 5 0-16,-18-1 0 15,-9-3 0 1,-4 1 0-16,14-8 0 16,-6 2 0-16,-8-22 0 15</inkml:trace>
  <inkml:trace contextRef="#ctx0" brushRef="#br0" timeOffset="61">3819 11242 2048 0,'0'0'0'15,"0"0"0"-15,0 0 0 16,0 0 0-16,63 11 0 16,-3-3 0-1,-21 5 0-15,1-1 0 16,-12 5 0-16,-5 4 0 15,-5-2 0-15,-5 2 0 16,-5 5 0-16,-4 0 0 16,-9 5 0-16,-16-2 0 15,-6 3 0-15,-3 2 0 16,-12 3 0-16,4-7 0 16,-7 0 0-16,3-5 0 15,9-5 0 1,4-4 0-16,11-9 0 0,6 4 0 15,5-7 0 1,3 0 0-16,6 1 0 16,5-2 0-16,4 3 0 15,6 0 0-15,6 1 0 16,6-1 0-16,5-7 0 16,8 1 0-16,2-2 0 15,2-3 0-15,-1-2 0 16,-1 6 0-1,-6-1 0-15,-6 0 0 16,1 6 0-16,-3 4 0 16,-11 0 0-16,-8-3 0 15,-7-11 0-15</inkml:trace>
  <inkml:trace contextRef="#ctx0" brushRef="#br0" timeOffset="62">4540 11628 2048 0,'0'0'0'0,"0"0"0"16,0 0 0-16,-19-47 0 15,8 19 0 1,6 17 0-16,-1-23 0 15,2 13 0-15,0-17 0 16,3 17 0-16,4-14 0 16,-3 14 0-16,11-18 0 15,-1 18 0-15,7-13 0 16,-6 18 0 0,9-10 0-16,-8 11 0 15,17-1 0-15,-15 8 0 16,-8 5 0-16,29 10 0 15,-16-5 0-15,7 25 0 16,-14-11 0-16,10 25 0 16,-11-17 0-1,3 33 0-15,-6-28 0 16,5 39 0-16,-5-32 0 16,10 24 0-16,-8-28 0 15,1 22 0-15,-7-25 0 16,3 20 0-16,-3-24 0 15,3 10 0-15,-4-17 0 16,1 16 0-16,-1-17 0 16,-3-9 0-1,0-6 0-15,-4 6 0 16,1-4 0-16,-1-37 0 16,2 12 0-16</inkml:trace>
  <inkml:trace contextRef="#ctx0" brushRef="#br0" timeOffset="63">4930 11322 2048 0,'0'0'0'16,"0"0"0"-16,0 0 0 15,0 0 0 1,-40 38 0-16,1 8 0 16,6-2 0-16,3-4 0 15,-1 3 0-15,-8 5 0 16,6-1 0-16,0 1 0 16,4-5 0-16,-1-8 0 15,6-2 0-15,2-6 0 16,9-4 0-1,5-4 0-15,7 0 0 16,2-1 0-16,7-10 0 16,4-16 0-16</inkml:trace>
  <inkml:trace contextRef="#ctx0" brushRef="#br0" timeOffset="64">4979 11669 2048 0,'0'0'0'0,"0"0"0"15,0 0 0-15,0 0 0 16,0 0 0-16,16 50 0 16,-6-8 0-16,-8-3 0 15,-1-8 0-15,-4-5 0 16,1 4 0-16,-4-2 0 15,4-3 0 1,-1-6 0-16,3-7 0 16,3 0 0-16,10-8 0 15</inkml:trace>
  <inkml:trace contextRef="#ctx0" brushRef="#br0" timeOffset="65">5394 11601 2048 0,'0'0'0'0,"0"0"0"15,0 0 0-15,0 0 0 16,0 0 0-16,55-5 0 15,-10 8 0-15,-5-1 0 16,-4 5 0 0,0-3 0-16,6 4 0 0,-6-7 0 15,0 2 0 1,-7 3 0-16,-5-3 0 16,0 3 0-16,-4-2 0 15,-12-1 0-15,-3-9 0 16</inkml:trace>
  <inkml:trace contextRef="#ctx0" brushRef="#br0" timeOffset="66">5653 11469 2048 0,'0'0'0'0,"0"0"0"16,0 0 0-16,0 0 0 16,0 0 0-16,-1 48 0 15,1-4 0-15,-3-4 0 16,3-1 0-16,1 2 0 16,-6-1 0-1,-2-3 0-15,3 2 0 16,1 3 0-16,7-10 0 15</inkml:trace>
  <inkml:trace contextRef="#ctx0" brushRef="#br0" timeOffset="67">6071 11768 2048 0,'0'0'0'15,"0"0"0"-15,19-50 0 16,3 4 0-16,-2 7 0 16,-2 0 0-16,-3 3 0 15,4-3 0-15,-5-4 0 16,0 1 0-16,1 2 0 15,-2 3 0-15,5 5 0 16,1 0 0 0,4 1 0-16,-4 9 0 15,-6 3 0-15,3 13 0 16,3 3 0-16,-6 3 0 16,3 9 0-16,1 10 0 15,0 7 0 1,-4 5 0-16,-1 6 0 15,-3 3 0-15,3 2 0 16,0 10 0-16,-9-2 0 16,6 10 0-16,0-3 0 15,4-3 0 1,-2-3 0-16,0-8 0 16,6 7 0-16,-3-11 0 15,-3-1 0-15,0-4 0 16,-8-6 0-16,5-4 0 15,-6-9 0-15,-4-5 0 16,-3-12 0-16,-1-14 0 16,3-11 0-16,3 27 0 15</inkml:trace>
  <inkml:trace contextRef="#ctx0" brushRef="#br0" timeOffset="68">6687 11431 2048 0,'0'0'0'16,"0"0"0"-16,0 0 0 15,0 0 0-15,-51 42 0 16,-2 7 0-16,21-7 0 15,-4 3 0-15,36-45 0 16,-56 60 0-16,16-8 0 16,7-11 0-16,9-5 0 15,4-4 0-15,2 0 0 16,5-1 0-16,3-9 0 16,4 2 0-16,6-8 0 15,7-12 0-15</inkml:trace>
  <inkml:trace contextRef="#ctx0" brushRef="#br0" timeOffset="69">6812 11708 2048 0,'0'0'0'0,"0"0"0"15,0 0 0 1,0 0 0-16,0 0 0 16,0 0 0-16,35 31 0 15,-2-2 0-15,-21-1 0 16,-17-3 0-16,-4-5 0 16,-4 1 0-16,-4-2 0 15,1-9 0-15,-2 2 0 16,6 0 0-16,-6-5 0 15,5-3 0 1,6-2 0-16,5 1 0 16,1-3 0-16,1 2 0 15,0-2 0-15,6 2 0 16,1 2 0-16,5-4 0 16,6 8 0-16,2-2 0 15,-2 1 0-15,3-1 0 16,-1 6 0-16,-7 3 0 15,3-2 0-15,-3-5 0 16,-7 3 0 0,-4 3 0-16,-6-7 0 15,-3 9 0-15,-6-2 0 16,-3-1 0-16,-5 0 0 16,2-1 0-16,0-1 0 15,1-3 0-15,18-8 0 16,-31 14 0-16,8 1 0 15,1-5 0-15,4 1 0 16,1-5 0 0,2 0 0-16,-2-6 0 15</inkml:trace>
  <inkml:trace contextRef="#ctx0" brushRef="#br0" timeOffset="70">7215 11580 2048 0,'0'0'0'0,"0"0"0"16,0 0 0-16,0 0 0 16,0 0 0-16,0 0 0 15,0 0 0-15,0 0 0 16,0 0 0-16,0 0 0 15,0 0 0-15,49 0 0 16,-21-1 0-16,11 5 0 16,-16-4 0-16,21 4 0 15,-20-2 0 1,19-2 0-16,-22-2 0 16,-10 2 0-16,23 12 0 15,-14-4 0-15,-11-6 0 16,-6-1 0-16,-2-1 0 15,-1 0 0-15,-24 2 0 16,12-2 0 0</inkml:trace>
  <inkml:trace contextRef="#ctx0" brushRef="#br0" timeOffset="71">7208 11771 2048 0,'0'0'0'15,"0"0"0"-15,0 0 0 16,0 0 0-16,0 0 0 16,0 0 0-16,0 0 0 15,58 3 0-15,-5 1 0 16,-12-1 0 0,-1 3 0-16,-1-3 0 15,1-1 0-15,3 2 0 16,-7-8 0-16,0 6 0 15,-4 0 0-15,-8-1 0 16</inkml:trace>
  <inkml:trace contextRef="#ctx0" brushRef="#br0" timeOffset="72">8052 11397 2048 0,'0'0'0'0,"0"0"0"16,0 0 0-16,0 0 0 0,0 0 0 15,0 0 0 1,18 56 0-16,-11-1 0 15,-9-5 0-15,0 0 0 16,2-7 0-16,-4 9 0 16,-1-6 0-16,5-3 0 15,1 4 0-15,4-7 0 16,-2 7 0 0,-1-2 0-16,-4-9 0 15,-5-12 0-15,7-24 0 16</inkml:trace>
  <inkml:trace contextRef="#ctx0" brushRef="#br0" timeOffset="73">3370 13161 2048 0,'0'0'0'0,"0"0"0"16,-28-39 0-16,11 17 0 16,4-12 0-1,4 17 0-15,15-22 0 16,-3 18 0-16,13-27 0 15,-7 22 0-15,13-12 0 16,-8 17 0-16,19-10 0 16,-17 17 0-16,20-1 0 15,-17 9 0-15,19 5 0 16,-20 1 0-16,14 18 0 16,-16-6 0-1,15 28 0-15,-12-16 0 16,8 51 0-16,-12-33 0 15,8 41 0-15,-13-38 0 16,9 39 0-16,-10-38 0 16,9 24 0-16,-9-32 0 15,3 20 0-15,-6-27 0 16,0 16 0-16,-5-23 0 16,3 5 0-16,-1-14 0 15,-2-8 0 1,-1-6 0-16,0-1 0 0,0-45 0 15,1 18 0 1</inkml:trace>
  <inkml:trace contextRef="#ctx0" brushRef="#br0" timeOffset="74">3910 12897 2048 0,'0'0'0'16,"0"0"0"-16,0 0 0 16,-47 21 0-16,4 13 0 15,5 7 0-15,-3 11 0 16,0 3 0-16,-3-2 0 16,44-53 0-1,-61 82 0-15,9-15 0 0,16-14 0 16,8-12 0-1,4-8 0-15,7-4 0 16,5-6 0-16,7-5 0 16,3-1 0-16,5-7 0 15,10-20 0-15,-13 10 0 16,29-33 0-16</inkml:trace>
  <inkml:trace contextRef="#ctx0" brushRef="#br0" timeOffset="75">4052 13393 2048 0,'0'0'0'0,"0"0"0"16,0 0 0-16,1 61 0 15,1-7 0-15,-2-10 0 16,-1-9 0-16,1-6 0 16,1-8 0-1,0 0 0-15,-2 2 0 16,3-10 0-16,-1-4 0 16,1-4 0-16,4-9 0 15,-2-14 0-15,-2-3 0 16</inkml:trace>
  <inkml:trace contextRef="#ctx0" brushRef="#br0" timeOffset="76">4118 13089 2048 0,'0'0'0'0,"0"0"0"16,0 0 0-16,0 0 0 16,0 0 0-16,0 0 0 15,0 0 0-15,0 0 0 16,40 27 0-16</inkml:trace>
  <inkml:trace contextRef="#ctx0" brushRef="#br0" timeOffset="77">4628 13161 2048 0,'0'0'0'0,"0"0"0"16,0 0 0-16,0 0 0 15,0 0 0-15,0 0 0 16,0 0 0-16,49 22 0 16,-10-4 0-16,-7-11 0 15,-3-5 0-15,0 6 0 16,-1-4 0-16,-2 4 0 16,2-1 0-16,-2-3 0 15,-6 5 0-15,-5-6 0 16,-8 0 0-16,-5-1 0 15,-1-1 0 1,-2 1 0-16,-5 6 0 16,-11 3 0-16,-4 3 0 15,-12 0 0-15,-3 7 0 16,-7-2 0-16,-2 4 0 16,-7 0 0-16,4 2 0 15,4 0 0-15,44-25 0 16,-53 25 0-16,11-7 0 15</inkml:trace>
  <inkml:trace contextRef="#ctx0" brushRef="#br0" timeOffset="78">4558 13614 2048 0,'0'0'0'15,"0"0"0"1,0 0 0-16,48-7 0 0,-1-7 0 16,-3 1 0-1,0-1 0-15,-8 3 0 16,7-9 0-16,-3 4 0 16,-2 0 0-16,1-2 0 15,3-2 0-15,-4 1 0 16,1 0 0-16,-3 4 0 15,-1-1 0-15,-4 5 0 16,-7 3 0-16,6-1 0 16,-10 0 0-16,-6 2 0 15,-6 1 0 1,-5 1 0-16,-2 3 0 16,-1-3 0-16,0 3 0 15,-1 0 0-15,-1 4 0 16,-3-1 0-16,-2 2 0 15,-4 7 0-15,-6 0 0 16,1 6 0-16,1 6 0 16,0 8 0-16,3-1 0 15,7 9 0-15,-4-3 0 16,4-2 0-16,4-5 0 16,12-8 0-1,7-1 0-15,4-8 0 16,3-8 0-16,4-6 0 15,8-9 0-15,1-2 0 16,-1-6 0-16,-3 1 0 16,-1-7 0-16,-5-4 0 15,-4 1 0-15,-7 0 0 16,0-2 0-16,-6 0 0 16,-4-1 0-16,-3 0 0 15,0 0 0-15,-8 1 0 16,-5 8 0-16,-4-1 0 15,-5 8 0 1,4 3 0-16,-7 0 0 16,-2 5 0-16,-1 0 0 15,-7 9 0-15,5 2 0 16,2 6 0-16,4 4 0 16,-5 0 0-16,4 8 0 15,6 5 0-15,4-3 0 16,7-5 0-16,8-7 0 15,-4-11 0-15</inkml:trace>
  <inkml:trace contextRef="#ctx0" brushRef="#br0" timeOffset="79">6315 13441 2048 0,'0'0'0'16,"0"0"0"-16,0 0 0 15,0 0 0-15,0 0 0 16,0 0 0-16,-2 61 0 15,1-24 0-15,-4 15 0 16,5-52 0-16,-1 57 0 16,1-27 0-16,0-19 0 15,0-9 0-15,13 21 0 16,-4-12 0-16,22-29 0 16,-15 5 0-16</inkml:trace>
  <inkml:trace contextRef="#ctx0" brushRef="#br0" timeOffset="80">6513 13128 2048 0,'0'0'0'15,"0"0"0"-15,0 0 0 16,0 0 0-16,0 0 0 16,0 0 0-16,37 33 0 15,-3-3 0-15,-4-7 0 16,-4-15 0-16</inkml:trace>
  <inkml:trace contextRef="#ctx0" brushRef="#br0" timeOffset="81">6773 13458 2048 0,'0'0'0'15,"0"0"0"-15,0 0 0 16,0 0 0-1,0 0 0-15,0 0 0 16,0 0 0-16,0 0 0 16,0 0 0-16,0 0 0 15,0 0 0-15,37 12 0 16,0-4 0-16,-7-2 0 16,5 1 0-16,-7-2 0 15,-5-4 0-15,-3-1 0 16,-7 0 0-16,-4-1 0 15</inkml:trace>
  <inkml:trace contextRef="#ctx0" brushRef="#br0" timeOffset="82">6743 13626 2048 0,'0'0'0'0,"0"0"0"16,0 0 0 0,0 0 0-16,0 0 0 15,51 0 0-15,-4 1 0 16,-8-1 0-16,-3 5 0 16,-3-4 0-1,-7 2 0-15,-26-3 0 16,38-14 0-16</inkml:trace>
  <inkml:trace contextRef="#ctx0" brushRef="#br0" timeOffset="83">7318 13405 2048 0,'0'0'0'16,"0"0"0"-16,0 0 0 16,0 0 0-16,0 0 0 15,2 59 0-15,-2-7 0 16,-5-9 0-16,-2-1 0 16,7-42 0-16,-12 63 0 15,3-13 0 1,5-21 0-16,8-10 0 15,8-16 0-15</inkml:trace>
  <inkml:trace contextRef="#ctx0" brushRef="#br0" timeOffset="84">7476 13605 2048 0,'0'0'0'0,"0"0"0"15,0 0 0 1,26-50 0-16,5 9 0 16,-3 18 0-16,-5 9 0 15,0 1 0-15,-10 3 0 16,5 5 0-16,-2 5 0 16,-4 9 0-16,-1 3 0 15,2 2 0-15,-2 2 0 16,1 4 0-16,1 0 0 15,-4-5 0-15,2 1 0 16,3-3 0 0,1-3 0-16,2 1 0 15,6-2 0-15,2-2 0 16,-1-6 0-16,7-8 0 16,2-8 0-1,-1-7 0-15,-10-3 0 16,7-9 0-16,-4-5 0 15,-1-2 0-15,-1-5 0 16,-6 8 0-16,-3 2 0 16,-10 4 0-16,-6 6 0 15,-2 6 0-15,-5 6 0 16,2 8 0-16,-1 5 0 16,5-3 0-16,2-8 0 15,4 2 0-15,5 1 0 16,9 5 0-16,4 6 0 15,2 2 0 1,0 10 0-16,6-1 0 16,-4 9 0-16,-6-6 0 15,-8 10 0-15,-2-2 0 16,-11 4 0-16,-6 0 0 16,-5-3 0-16,-1-3 0 15,14-22 0-15,-27 31 0 16,27-31 0-16,-32 33 0 15,13-15 0 1,9-4 0-16,6-1 0 16,4-13 0-16,2 14 0 15,10 1 0-15,-12-15 0 16,31 21 0-16,-1-3 0 16,-7-3 0-16,0-3 0 15,0 3 0-15,-23-15 0 16,29 24 0-1,-10-1 0-15,-9-3 0 16,-8 0 0-16,-7 2 0 16,-7-1 0-16,-9 1 0 15,-6-1 0-15,-10 1 0 16,-6 0 0-16,-12 6 0 16,-9-3 0-16,-3-5 0 15,-8-19 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4D8F759-D862-F26E-6C35-7CBDEAD3DD7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26627" name="Rectangle 3">
            <a:extLst>
              <a:ext uri="{FF2B5EF4-FFF2-40B4-BE49-F238E27FC236}">
                <a16:creationId xmlns:a16="http://schemas.microsoft.com/office/drawing/2014/main" id="{4DE5AF7C-2EFC-18DD-4B2B-A9CC847818BC}"/>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4100" name="Rectangle 4">
            <a:extLst>
              <a:ext uri="{FF2B5EF4-FFF2-40B4-BE49-F238E27FC236}">
                <a16:creationId xmlns:a16="http://schemas.microsoft.com/office/drawing/2014/main" id="{44C5E375-3CCE-E835-07F4-8E76B19E4769}"/>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a:extLst>
              <a:ext uri="{FF2B5EF4-FFF2-40B4-BE49-F238E27FC236}">
                <a16:creationId xmlns:a16="http://schemas.microsoft.com/office/drawing/2014/main" id="{556946CC-1CC2-FBFD-3600-F56D5E12242A}"/>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630" name="Rectangle 6">
            <a:extLst>
              <a:ext uri="{FF2B5EF4-FFF2-40B4-BE49-F238E27FC236}">
                <a16:creationId xmlns:a16="http://schemas.microsoft.com/office/drawing/2014/main" id="{26B70AF6-1052-E499-6D22-AB47AD6C5F2B}"/>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26631" name="Rectangle 7">
            <a:extLst>
              <a:ext uri="{FF2B5EF4-FFF2-40B4-BE49-F238E27FC236}">
                <a16:creationId xmlns:a16="http://schemas.microsoft.com/office/drawing/2014/main" id="{A17CB85F-5ED8-7C12-CAB0-13ED2F2B9BC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fld id="{C40DDE87-0847-4D2D-87B6-1CAEE3424F22}"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E2CFDC35-9C48-7124-9714-E7AB12A0F5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4D466C5-936F-4175-886A-D3BD21ACC73E}" type="slidenum">
              <a:rPr lang="zh-CN" altLang="en-US">
                <a:cs typeface="Times New Roman" panose="02020603050405020304" pitchFamily="18" charset="0"/>
              </a:rPr>
              <a:pPr>
                <a:spcBef>
                  <a:spcPct val="0"/>
                </a:spcBef>
              </a:pPr>
              <a:t>1</a:t>
            </a:fld>
            <a:endParaRPr lang="en-US" altLang="zh-CN">
              <a:cs typeface="Times New Roman" panose="02020603050405020304" pitchFamily="18" charset="0"/>
            </a:endParaRPr>
          </a:p>
        </p:txBody>
      </p:sp>
      <p:sp>
        <p:nvSpPr>
          <p:cNvPr id="7171" name="Rectangle 2">
            <a:extLst>
              <a:ext uri="{FF2B5EF4-FFF2-40B4-BE49-F238E27FC236}">
                <a16:creationId xmlns:a16="http://schemas.microsoft.com/office/drawing/2014/main" id="{66D94735-0800-0082-4ED1-A131BE9E2A72}"/>
              </a:ext>
            </a:extLst>
          </p:cNvPr>
          <p:cNvSpPr>
            <a:spLocks noChangeArrowheads="1" noTextEdit="1"/>
          </p:cNvSpPr>
          <p:nvPr>
            <p:ph type="sldImg"/>
          </p:nvPr>
        </p:nvSpPr>
        <p:spPr>
          <a:ln/>
        </p:spPr>
      </p:sp>
      <p:sp>
        <p:nvSpPr>
          <p:cNvPr id="7172" name="Rectangle 3">
            <a:extLst>
              <a:ext uri="{FF2B5EF4-FFF2-40B4-BE49-F238E27FC236}">
                <a16:creationId xmlns:a16="http://schemas.microsoft.com/office/drawing/2014/main" id="{3D9D9427-B8B7-2AF9-9AA6-1F578E6A1E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欢迎辞</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38B0B6E7-9B14-78DE-932B-7F59465692E9}"/>
              </a:ext>
            </a:extLst>
          </p:cNvPr>
          <p:cNvSpPr>
            <a:spLocks noGrp="1" noRot="1" noChangeAspect="1" noTextEdit="1"/>
          </p:cNvSpPr>
          <p:nvPr>
            <p:ph type="sldImg"/>
          </p:nvPr>
        </p:nvSpPr>
        <p:spPr>
          <a:ln/>
        </p:spPr>
      </p:sp>
      <p:sp>
        <p:nvSpPr>
          <p:cNvPr id="10243" name="备注占位符 2">
            <a:extLst>
              <a:ext uri="{FF2B5EF4-FFF2-40B4-BE49-F238E27FC236}">
                <a16:creationId xmlns:a16="http://schemas.microsoft.com/office/drawing/2014/main" id="{3725DA0D-5C8D-658A-7F5E-E5A29C0AC6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0-1</a:t>
            </a:r>
            <a:r>
              <a:rPr lang="zh-CN" altLang="en-US"/>
              <a:t>背包问题，哪类算法可以求解？</a:t>
            </a:r>
          </a:p>
        </p:txBody>
      </p:sp>
      <p:sp>
        <p:nvSpPr>
          <p:cNvPr id="10244" name="灯片编号占位符 3">
            <a:extLst>
              <a:ext uri="{FF2B5EF4-FFF2-40B4-BE49-F238E27FC236}">
                <a16:creationId xmlns:a16="http://schemas.microsoft.com/office/drawing/2014/main" id="{2604D851-42D3-FD57-D104-86462B59C2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C290D8D-A8EA-48D3-BC27-DF7A0773A786}" type="slidenum">
              <a:rPr lang="zh-CN" altLang="en-US" sz="1200">
                <a:solidFill>
                  <a:schemeClr val="tx1"/>
                </a:solidFill>
                <a:latin typeface="Times New Roman" panose="02020603050405020304" pitchFamily="18" charset="0"/>
                <a:ea typeface="宋体" panose="02010600030101010101" pitchFamily="2" charset="-122"/>
              </a:rPr>
              <a:pPr/>
              <a:t>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a:extLst>
              <a:ext uri="{FF2B5EF4-FFF2-40B4-BE49-F238E27FC236}">
                <a16:creationId xmlns:a16="http://schemas.microsoft.com/office/drawing/2014/main" id="{E755C86C-056E-DBFE-727D-4335F8DA0F6B}"/>
              </a:ext>
            </a:extLst>
          </p:cNvPr>
          <p:cNvSpPr>
            <a:spLocks noGrp="1" noRot="1" noChangeAspect="1" noChangeArrowheads="1" noTextEdit="1"/>
          </p:cNvSpPr>
          <p:nvPr>
            <p:ph type="sldImg"/>
          </p:nvPr>
        </p:nvSpPr>
        <p:spPr>
          <a:ln/>
        </p:spPr>
      </p:sp>
      <p:sp>
        <p:nvSpPr>
          <p:cNvPr id="12291" name="备注占位符 2">
            <a:extLst>
              <a:ext uri="{FF2B5EF4-FFF2-40B4-BE49-F238E27FC236}">
                <a16:creationId xmlns:a16="http://schemas.microsoft.com/office/drawing/2014/main" id="{4488DC62-5217-2084-3CFC-7601452A4E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这家小啤酒厂同时生产麦芽酒和啤酒。麦芽酒和啤酒都有原料。主要是玉米，啤酒花和麦芽。假设有</a:t>
            </a:r>
            <a:r>
              <a:rPr lang="en-US" altLang="zh-CN"/>
              <a:t>480</a:t>
            </a:r>
            <a:r>
              <a:rPr lang="zh-CN" altLang="en-US"/>
              <a:t>磅玉米，</a:t>
            </a:r>
            <a:r>
              <a:rPr lang="en-US" altLang="zh-CN"/>
              <a:t>160</a:t>
            </a:r>
            <a:r>
              <a:rPr lang="zh-CN" altLang="en-US"/>
              <a:t>盎司啤酒花，</a:t>
            </a:r>
            <a:r>
              <a:rPr lang="en-US" altLang="zh-CN"/>
              <a:t>1190</a:t>
            </a:r>
            <a:r>
              <a:rPr lang="zh-CN" altLang="en-US"/>
              <a:t>磅麦芽。麦芽酒和啤酒使用原料的数量不同，产品本身的价格也不同。你可以选择不同的麦芽酒</a:t>
            </a:r>
            <a:r>
              <a:rPr lang="en-US" altLang="zh-CN"/>
              <a:t>/</a:t>
            </a:r>
            <a:r>
              <a:rPr lang="zh-CN" altLang="en-US"/>
              <a:t>啤酒组合来使利润最大化。</a:t>
            </a:r>
          </a:p>
        </p:txBody>
      </p:sp>
      <p:sp>
        <p:nvSpPr>
          <p:cNvPr id="12292" name="灯片编号占位符 3">
            <a:extLst>
              <a:ext uri="{FF2B5EF4-FFF2-40B4-BE49-F238E27FC236}">
                <a16:creationId xmlns:a16="http://schemas.microsoft.com/office/drawing/2014/main" id="{1654AABD-0F9D-1080-9DE8-961CE7A2C6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1502FBB-2432-442A-AB60-0DE3C3F68C07}" type="slidenum">
              <a:rPr lang="zh-CN" altLang="en-US" sz="1200">
                <a:solidFill>
                  <a:schemeClr val="tx1"/>
                </a:solidFill>
                <a:latin typeface="Times New Roman" panose="02020603050405020304" pitchFamily="18" charset="0"/>
                <a:ea typeface="宋体" panose="02010600030101010101" pitchFamily="2" charset="-122"/>
              </a:rPr>
              <a:pPr/>
              <a:t>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B0C51E87-F331-5EE0-8957-52F90E961D3F}"/>
              </a:ext>
            </a:extLst>
          </p:cNvPr>
          <p:cNvSpPr>
            <a:spLocks noGrp="1" noRot="1" noChangeAspect="1" noChangeArrowheads="1" noTextEdit="1"/>
          </p:cNvSpPr>
          <p:nvPr>
            <p:ph type="sldImg"/>
          </p:nvPr>
        </p:nvSpPr>
        <p:spPr>
          <a:ln/>
        </p:spPr>
      </p:sp>
      <p:sp>
        <p:nvSpPr>
          <p:cNvPr id="15363" name="备注占位符 2">
            <a:extLst>
              <a:ext uri="{FF2B5EF4-FFF2-40B4-BE49-F238E27FC236}">
                <a16:creationId xmlns:a16="http://schemas.microsoft.com/office/drawing/2014/main" id="{300EC85C-DF3E-D3D0-0926-10587E47C190}"/>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t>在的不等式的解的范围内寻找到让目标函数最大的解。表达式都是线性的，我们把这样目标函数和约束条件都为线性的优化问题称之为线性规划问题</a:t>
            </a:r>
            <a:endParaRPr lang="en-US" altLang="zh-CN" dirty="0"/>
          </a:p>
          <a:p>
            <a:pPr>
              <a:defRPr/>
            </a:pPr>
            <a:endParaRPr lang="en-US" altLang="zh-CN" dirty="0"/>
          </a:p>
          <a:p>
            <a:pPr>
              <a:defRPr/>
            </a:pPr>
            <a:r>
              <a:rPr lang="en-US" altLang="zh-CN" dirty="0">
                <a:latin typeface="+mj-ea"/>
                <a:cs typeface="Times New Roman" panose="02020603050405020304" pitchFamily="18" charset="0"/>
              </a:rPr>
              <a:t>m=m</a:t>
            </a:r>
            <a:r>
              <a:rPr lang="en-US" altLang="zh-CN" baseline="-25000" dirty="0">
                <a:latin typeface="+mj-ea"/>
                <a:cs typeface="Times New Roman" panose="02020603050405020304" pitchFamily="18" charset="0"/>
              </a:rPr>
              <a:t>1</a:t>
            </a:r>
            <a:r>
              <a:rPr lang="en-US" altLang="zh-CN" dirty="0">
                <a:latin typeface="+mj-ea"/>
                <a:cs typeface="Times New Roman" panose="02020603050405020304" pitchFamily="18" charset="0"/>
              </a:rPr>
              <a:t>+m</a:t>
            </a:r>
            <a:r>
              <a:rPr lang="en-US" altLang="zh-CN" baseline="-25000" dirty="0">
                <a:latin typeface="+mj-ea"/>
                <a:cs typeface="Times New Roman" panose="02020603050405020304" pitchFamily="18" charset="0"/>
              </a:rPr>
              <a:t>2</a:t>
            </a:r>
            <a:r>
              <a:rPr lang="en-US" altLang="zh-CN" dirty="0">
                <a:latin typeface="+mj-ea"/>
                <a:cs typeface="Times New Roman" panose="02020603050405020304" pitchFamily="18" charset="0"/>
              </a:rPr>
              <a:t>+m</a:t>
            </a:r>
            <a:r>
              <a:rPr lang="en-US" altLang="zh-CN" baseline="-25000" dirty="0">
                <a:latin typeface="+mj-ea"/>
                <a:cs typeface="Times New Roman" panose="02020603050405020304" pitchFamily="18" charset="0"/>
              </a:rPr>
              <a:t>3</a:t>
            </a:r>
            <a:endParaRPr lang="zh-CN" altLang="en-US" baseline="-25000" dirty="0">
              <a:latin typeface="+mj-ea"/>
              <a:cs typeface="Times New Roman" panose="02020603050405020304" pitchFamily="18" charset="0"/>
            </a:endParaRPr>
          </a:p>
          <a:p>
            <a:pPr>
              <a:defRPr/>
            </a:pPr>
            <a:endParaRPr lang="en-US" altLang="zh-CN" dirty="0"/>
          </a:p>
          <a:p>
            <a:pPr>
              <a:defRPr/>
            </a:pPr>
            <a:endParaRPr lang="en-US" altLang="zh-CN" dirty="0"/>
          </a:p>
          <a:p>
            <a:pPr>
              <a:defRPr/>
            </a:pPr>
            <a:endParaRPr lang="zh-CN" altLang="en-US" dirty="0"/>
          </a:p>
        </p:txBody>
      </p:sp>
      <p:sp>
        <p:nvSpPr>
          <p:cNvPr id="16388" name="灯片编号占位符 3">
            <a:extLst>
              <a:ext uri="{FF2B5EF4-FFF2-40B4-BE49-F238E27FC236}">
                <a16:creationId xmlns:a16="http://schemas.microsoft.com/office/drawing/2014/main" id="{603FA360-9E65-5781-3F52-595D3A4C950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DDD3B8F-B788-4A96-ABE5-666B7955A6F1}" type="slidenum">
              <a:rPr lang="zh-CN" altLang="en-US" sz="1200">
                <a:solidFill>
                  <a:schemeClr val="tx1"/>
                </a:solidFill>
                <a:latin typeface="Times New Roman" panose="02020603050405020304" pitchFamily="18" charset="0"/>
                <a:ea typeface="宋体" panose="02010600030101010101" pitchFamily="2" charset="-122"/>
              </a:rPr>
              <a:pPr/>
              <a:t>7</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A3BBBE56-C606-5EDA-0A4C-803E41E9B9E3}"/>
              </a:ext>
            </a:extLst>
          </p:cNvPr>
          <p:cNvSpPr>
            <a:spLocks noGrp="1" noRot="1" noChangeAspect="1" noTextEdit="1"/>
          </p:cNvSpPr>
          <p:nvPr>
            <p:ph type="sldImg"/>
          </p:nvPr>
        </p:nvSpPr>
        <p:spPr>
          <a:ln/>
        </p:spPr>
      </p:sp>
      <p:sp>
        <p:nvSpPr>
          <p:cNvPr id="19459" name="备注占位符 2">
            <a:extLst>
              <a:ext uri="{FF2B5EF4-FFF2-40B4-BE49-F238E27FC236}">
                <a16:creationId xmlns:a16="http://schemas.microsoft.com/office/drawing/2014/main" id="{523DC3C3-05DD-47D0-E594-D26E3CD816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可行域内部的点不可能是线性规划的最优解</a:t>
            </a:r>
            <a:r>
              <a:rPr lang="zh-CN" altLang="en-US"/>
              <a:t>，这是线性规划理论的核心结论之一。</a:t>
            </a:r>
          </a:p>
        </p:txBody>
      </p:sp>
      <p:sp>
        <p:nvSpPr>
          <p:cNvPr id="19460" name="灯片编号占位符 3">
            <a:extLst>
              <a:ext uri="{FF2B5EF4-FFF2-40B4-BE49-F238E27FC236}">
                <a16:creationId xmlns:a16="http://schemas.microsoft.com/office/drawing/2014/main" id="{61EACE4A-64F2-3754-3EC5-6BF4F2286A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B2EE528-9B29-4980-9B66-8C73CAEEDA81}" type="slidenum">
              <a:rPr lang="zh-CN" altLang="en-US" sz="1200">
                <a:solidFill>
                  <a:schemeClr val="tx1"/>
                </a:solidFill>
                <a:latin typeface="Times New Roman" panose="02020603050405020304" pitchFamily="18" charset="0"/>
                <a:ea typeface="宋体" panose="02010600030101010101" pitchFamily="2" charset="-122"/>
              </a:rPr>
              <a:pPr/>
              <a:t>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E06B2903-F760-7703-D837-8FB4AD018B6A}"/>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30C1AC82-CB43-2EDB-3911-B238A337146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解法很直观，缺点是只能求解二维的问题。图解法可以观察到线性规划问题可行域有如下特征：可行域一定是一个凸多面体，线性规划的最优解存在，则一定可以在凸多面体的极点取得。我们在寻找最优解时，可以着眼于可行域极点，于是寻找最优解从可行域的无穷点转到极点解的有穷点。单纯形法，是利用代数方法寻找可行域极点的办法。</a:t>
            </a:r>
          </a:p>
        </p:txBody>
      </p:sp>
      <p:sp>
        <p:nvSpPr>
          <p:cNvPr id="22532" name="灯片编号占位符 3">
            <a:extLst>
              <a:ext uri="{FF2B5EF4-FFF2-40B4-BE49-F238E27FC236}">
                <a16:creationId xmlns:a16="http://schemas.microsoft.com/office/drawing/2014/main" id="{64B01F02-B24B-BF41-D37B-EF1F7833D9D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0B75D80-510D-4FC2-ABFD-4E8E7890125F}" type="slidenum">
              <a:rPr lang="zh-CN" altLang="en-US" sz="1200">
                <a:solidFill>
                  <a:schemeClr val="tx1"/>
                </a:solidFill>
                <a:latin typeface="Times New Roman" panose="02020603050405020304" pitchFamily="18" charset="0"/>
                <a:ea typeface="宋体" panose="02010600030101010101" pitchFamily="2" charset="-122"/>
              </a:rPr>
              <a:pPr/>
              <a:t>11</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AA985359-E2B0-0ECF-CC4D-1B735E74B946}"/>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20C32B61-6071-0D5C-FA74-64A1FCBF28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解法很直观，缺点是只能求解二维的问题。图解法可以观察到线性规划问题可行域有如下特征：可行域一定是一个凸多面体，线性规划的最优解存在，则一定可以在凸多面体的极点取得。我们在寻找最优解时，可以着眼于可行域极点，于是寻找最优解从可行域的无穷点转到极点解的有穷点。单纯形法，是利用代数方法寻找可行域极点的办法。</a:t>
            </a:r>
          </a:p>
        </p:txBody>
      </p:sp>
      <p:sp>
        <p:nvSpPr>
          <p:cNvPr id="24580" name="灯片编号占位符 3">
            <a:extLst>
              <a:ext uri="{FF2B5EF4-FFF2-40B4-BE49-F238E27FC236}">
                <a16:creationId xmlns:a16="http://schemas.microsoft.com/office/drawing/2014/main" id="{928B4B80-D176-1196-4A25-2E3530420F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84691BA-9291-4260-8B78-579A030F8928}" type="slidenum">
              <a:rPr lang="zh-CN" altLang="en-US" sz="1200">
                <a:solidFill>
                  <a:schemeClr val="tx1"/>
                </a:solidFill>
                <a:latin typeface="Times New Roman" panose="02020603050405020304" pitchFamily="18" charset="0"/>
                <a:ea typeface="宋体" panose="02010600030101010101" pitchFamily="2" charset="-122"/>
              </a:rPr>
              <a:pPr/>
              <a:t>12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a:extLst>
              <a:ext uri="{FF2B5EF4-FFF2-40B4-BE49-F238E27FC236}">
                <a16:creationId xmlns:a16="http://schemas.microsoft.com/office/drawing/2014/main" id="{C70AC66F-48FB-E148-B44D-00CDD5AD34E7}"/>
              </a:ext>
            </a:extLst>
          </p:cNvPr>
          <p:cNvSpPr>
            <a:spLocks noGrp="1" noRot="1" noChangeAspect="1" noChangeArrowheads="1" noTextEdit="1"/>
          </p:cNvSpPr>
          <p:nvPr>
            <p:ph type="sldImg"/>
          </p:nvPr>
        </p:nvSpPr>
        <p:spPr>
          <a:ln/>
        </p:spPr>
      </p:sp>
      <p:sp>
        <p:nvSpPr>
          <p:cNvPr id="26627" name="备注占位符 2">
            <a:extLst>
              <a:ext uri="{FF2B5EF4-FFF2-40B4-BE49-F238E27FC236}">
                <a16:creationId xmlns:a16="http://schemas.microsoft.com/office/drawing/2014/main" id="{7693129F-C29E-9DEE-24A3-264B7436922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最优解总是会出现在极点上，我们就可以只通过搜索可行域构成的多面体的顶点（极点）就可以找到最优解了，这个方法被称为单纯型法</a:t>
            </a:r>
          </a:p>
        </p:txBody>
      </p:sp>
      <p:sp>
        <p:nvSpPr>
          <p:cNvPr id="26628" name="灯片编号占位符 3">
            <a:extLst>
              <a:ext uri="{FF2B5EF4-FFF2-40B4-BE49-F238E27FC236}">
                <a16:creationId xmlns:a16="http://schemas.microsoft.com/office/drawing/2014/main" id="{44B6E7F9-6A24-DD6D-BF62-E9BD21DB98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66D15B5-D745-4533-A67A-27633847D95E}" type="slidenum">
              <a:rPr lang="zh-CN" altLang="en-US" sz="1200">
                <a:solidFill>
                  <a:schemeClr val="tx1"/>
                </a:solidFill>
                <a:latin typeface="Times New Roman" panose="02020603050405020304" pitchFamily="18" charset="0"/>
                <a:ea typeface="宋体" panose="02010600030101010101" pitchFamily="2" charset="-122"/>
              </a:rPr>
              <a:pPr/>
              <a:t>13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14E71B90-F834-F229-4124-FA14683A42C5}"/>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3A27E3CF-FFBC-A278-6CD0-516B5D84F0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解法很直观，缺点是只能求解二维的问题。图解法可以观察到线性规划问题可行域有如下特征：可行域一定是一个凸多面体，线性规划的最优解存在，则一定可以在凸多面体的极点取得。我们在寻找最优解时，可以着眼于可行域极点，于是寻找最优解从可行域的无穷点转到极点解的有穷点。单纯形法，是利用代数方法寻找可行域极点的办法。</a:t>
            </a:r>
            <a:endParaRPr lang="en-US" altLang="zh-CN"/>
          </a:p>
          <a:p>
            <a:endParaRPr lang="en-US" altLang="zh-CN"/>
          </a:p>
          <a:p>
            <a:r>
              <a:rPr lang="zh-CN" altLang="en-US"/>
              <a:t>转轴变换是单纯形法从当前解向更优解迁移的</a:t>
            </a:r>
            <a:r>
              <a:rPr lang="zh-CN" altLang="en-US" b="1"/>
              <a:t>代数操作</a:t>
            </a:r>
            <a:r>
              <a:rPr lang="zh-CN" altLang="en-US"/>
              <a:t>，其核心是通过</a:t>
            </a:r>
            <a:r>
              <a:rPr lang="zh-CN" altLang="en-US" b="1"/>
              <a:t>高斯消元</a:t>
            </a:r>
            <a:r>
              <a:rPr lang="zh-CN" altLang="en-US"/>
              <a:t>调整基变量，同时保证可行性和目标函数优化。理解转轴变换的数学和几何意义，是掌握单纯形法的关键！</a:t>
            </a:r>
          </a:p>
        </p:txBody>
      </p:sp>
      <p:sp>
        <p:nvSpPr>
          <p:cNvPr id="29700" name="灯片编号占位符 3">
            <a:extLst>
              <a:ext uri="{FF2B5EF4-FFF2-40B4-BE49-F238E27FC236}">
                <a16:creationId xmlns:a16="http://schemas.microsoft.com/office/drawing/2014/main" id="{1B1368CC-013E-1D82-828D-5071ED6329E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D540F5D-A45D-4AEE-9538-3C41B4B911F2}" type="slidenum">
              <a:rPr lang="zh-CN" altLang="en-US" sz="1200">
                <a:solidFill>
                  <a:schemeClr val="tx1"/>
                </a:solidFill>
                <a:latin typeface="Times New Roman" panose="02020603050405020304" pitchFamily="18" charset="0"/>
                <a:ea typeface="宋体" panose="02010600030101010101" pitchFamily="2" charset="-122"/>
              </a:rPr>
              <a:pPr/>
              <a:t>15</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7B039AA9-7E3B-906C-3A4B-A3DD0862DAF1}"/>
              </a:ext>
            </a:extLst>
          </p:cNvPr>
          <p:cNvSpPr>
            <a:spLocks noGrp="1" noRot="1" noChangeAspect="1" noChangeArrowheads="1" noTextEdit="1"/>
          </p:cNvSpPr>
          <p:nvPr>
            <p:ph type="sldImg"/>
          </p:nvPr>
        </p:nvSpPr>
        <p:spPr>
          <a:ln/>
        </p:spPr>
      </p:sp>
      <p:sp>
        <p:nvSpPr>
          <p:cNvPr id="31747" name="备注占位符 2">
            <a:extLst>
              <a:ext uri="{FF2B5EF4-FFF2-40B4-BE49-F238E27FC236}">
                <a16:creationId xmlns:a16="http://schemas.microsoft.com/office/drawing/2014/main" id="{3A090644-A615-8C36-79E6-FFB07D3275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解法很直观，缺点是只能求解二维的问题。图解法可以观察到线性规划问题可行域有如下特征：可行域一定是一个凸多面体，线性规划的最优解存在，则一定可以在凸多面体的极点取得。我们在寻找最优解时，可以着眼于可行域极点，于是寻找最优解从可行域的无穷点转到极点解的有穷点。单纯形法，是利用代数方法寻找可行域极点的办法。</a:t>
            </a:r>
          </a:p>
        </p:txBody>
      </p:sp>
      <p:sp>
        <p:nvSpPr>
          <p:cNvPr id="31748" name="灯片编号占位符 3">
            <a:extLst>
              <a:ext uri="{FF2B5EF4-FFF2-40B4-BE49-F238E27FC236}">
                <a16:creationId xmlns:a16="http://schemas.microsoft.com/office/drawing/2014/main" id="{F6E55C76-BC79-A5BE-883A-C46417CC40A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0913334-07BD-4425-A5D6-86A6F2B517C4}" type="slidenum">
              <a:rPr lang="zh-CN" altLang="en-US" sz="1200">
                <a:solidFill>
                  <a:schemeClr val="tx1"/>
                </a:solidFill>
                <a:latin typeface="Times New Roman" panose="02020603050405020304" pitchFamily="18" charset="0"/>
                <a:ea typeface="宋体" panose="02010600030101010101" pitchFamily="2" charset="-122"/>
              </a:rPr>
              <a:pPr/>
              <a:t>16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EBDB6BF3-897B-7D3D-3A75-C73979A8E77A}"/>
              </a:ext>
            </a:extLst>
          </p:cNvPr>
          <p:cNvSpPr>
            <a:spLocks noGrp="1" noRot="1" noChangeAspect="1" noTextEdit="1"/>
          </p:cNvSpPr>
          <p:nvPr>
            <p:ph type="sldImg"/>
          </p:nvPr>
        </p:nvSpPr>
        <p:spPr>
          <a:ln/>
        </p:spPr>
      </p:sp>
      <p:sp>
        <p:nvSpPr>
          <p:cNvPr id="33795" name="备注占位符 2">
            <a:extLst>
              <a:ext uri="{FF2B5EF4-FFF2-40B4-BE49-F238E27FC236}">
                <a16:creationId xmlns:a16="http://schemas.microsoft.com/office/drawing/2014/main" id="{47B27B12-8F96-CED8-6942-994948F8521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单纯形法的核心在于利用线性代数中的</a:t>
            </a:r>
            <a:r>
              <a:rPr lang="zh-CN" altLang="en-US" b="1"/>
              <a:t>基（</a:t>
            </a:r>
            <a:r>
              <a:rPr lang="en-US" altLang="zh-CN" b="1"/>
              <a:t>Basis</a:t>
            </a:r>
            <a:r>
              <a:rPr lang="zh-CN" altLang="en-US" b="1"/>
              <a:t>）</a:t>
            </a:r>
            <a:r>
              <a:rPr lang="zh-CN" altLang="en-US"/>
              <a:t>概念来构造可行解，并通过逐步优化基变量来逼近最优解。基变量的个数之所以等于约束条件的个数（假设约束是线性独立的）</a:t>
            </a:r>
          </a:p>
        </p:txBody>
      </p:sp>
      <p:sp>
        <p:nvSpPr>
          <p:cNvPr id="33796" name="灯片编号占位符 3">
            <a:extLst>
              <a:ext uri="{FF2B5EF4-FFF2-40B4-BE49-F238E27FC236}">
                <a16:creationId xmlns:a16="http://schemas.microsoft.com/office/drawing/2014/main" id="{B4222C86-309F-C2D4-A925-F42FE3B5F0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677E15C-DF4B-4424-9004-32F659CA374C}" type="slidenum">
              <a:rPr lang="zh-CN" altLang="en-US" sz="1200">
                <a:solidFill>
                  <a:schemeClr val="tx1"/>
                </a:solidFill>
                <a:latin typeface="Times New Roman" panose="02020603050405020304" pitchFamily="18" charset="0"/>
                <a:ea typeface="宋体" panose="02010600030101010101" pitchFamily="2" charset="-122"/>
              </a:rPr>
              <a:pPr/>
              <a:t>17</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E58A9D6D-45F2-E97F-5980-DE713DD21D3A}"/>
              </a:ext>
            </a:extLst>
          </p:cNvPr>
          <p:cNvSpPr>
            <a:spLocks noGrp="1" noRot="1" noChangeAspect="1" noChangeArrowheads="1" noTextEdit="1"/>
          </p:cNvSpPr>
          <p:nvPr>
            <p:ph type="sldImg"/>
          </p:nvPr>
        </p:nvSpPr>
        <p:spPr>
          <a:ln/>
        </p:spPr>
      </p:sp>
      <p:sp>
        <p:nvSpPr>
          <p:cNvPr id="15363" name="备注占位符 2">
            <a:extLst>
              <a:ext uri="{FF2B5EF4-FFF2-40B4-BE49-F238E27FC236}">
                <a16:creationId xmlns:a16="http://schemas.microsoft.com/office/drawing/2014/main" id="{105D5FFB-F4C1-E863-424B-FEBD676E62FB}"/>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t>在的不等式的解的范围内寻找到让目标函数最大的解。表达式都是线性的，我们把这样目标函数和约束条件都为线性的优化问题称之为线性规划问题</a:t>
            </a:r>
            <a:endParaRPr lang="en-US" altLang="zh-CN" dirty="0"/>
          </a:p>
          <a:p>
            <a:pPr>
              <a:defRPr/>
            </a:pPr>
            <a:endParaRPr lang="en-US" altLang="zh-CN" dirty="0"/>
          </a:p>
          <a:p>
            <a:pPr>
              <a:defRPr/>
            </a:pPr>
            <a:r>
              <a:rPr lang="en-US" altLang="zh-CN" dirty="0">
                <a:latin typeface="+mj-ea"/>
                <a:cs typeface="Times New Roman" panose="02020603050405020304" pitchFamily="18" charset="0"/>
              </a:rPr>
              <a:t>m=m</a:t>
            </a:r>
            <a:r>
              <a:rPr lang="en-US" altLang="zh-CN" baseline="-25000" dirty="0">
                <a:latin typeface="+mj-ea"/>
                <a:cs typeface="Times New Roman" panose="02020603050405020304" pitchFamily="18" charset="0"/>
              </a:rPr>
              <a:t>1</a:t>
            </a:r>
            <a:r>
              <a:rPr lang="en-US" altLang="zh-CN" dirty="0">
                <a:latin typeface="+mj-ea"/>
                <a:cs typeface="Times New Roman" panose="02020603050405020304" pitchFamily="18" charset="0"/>
              </a:rPr>
              <a:t>+m</a:t>
            </a:r>
            <a:r>
              <a:rPr lang="en-US" altLang="zh-CN" baseline="-25000" dirty="0">
                <a:latin typeface="+mj-ea"/>
                <a:cs typeface="Times New Roman" panose="02020603050405020304" pitchFamily="18" charset="0"/>
              </a:rPr>
              <a:t>2</a:t>
            </a:r>
            <a:r>
              <a:rPr lang="en-US" altLang="zh-CN" dirty="0">
                <a:latin typeface="+mj-ea"/>
                <a:cs typeface="Times New Roman" panose="02020603050405020304" pitchFamily="18" charset="0"/>
              </a:rPr>
              <a:t>+m</a:t>
            </a:r>
            <a:r>
              <a:rPr lang="en-US" altLang="zh-CN" baseline="-25000" dirty="0">
                <a:latin typeface="+mj-ea"/>
                <a:cs typeface="Times New Roman" panose="02020603050405020304" pitchFamily="18" charset="0"/>
              </a:rPr>
              <a:t>3</a:t>
            </a:r>
            <a:endParaRPr lang="zh-CN" altLang="en-US" baseline="-25000" dirty="0">
              <a:latin typeface="+mj-ea"/>
              <a:cs typeface="Times New Roman" panose="02020603050405020304" pitchFamily="18" charset="0"/>
            </a:endParaRPr>
          </a:p>
          <a:p>
            <a:pPr>
              <a:defRPr/>
            </a:pPr>
            <a:endParaRPr lang="en-US" altLang="zh-CN" dirty="0"/>
          </a:p>
          <a:p>
            <a:pPr>
              <a:defRPr/>
            </a:pPr>
            <a:endParaRPr lang="en-US" altLang="zh-CN" dirty="0"/>
          </a:p>
          <a:p>
            <a:pPr>
              <a:defRPr/>
            </a:pPr>
            <a:endParaRPr lang="zh-CN" altLang="en-US" dirty="0"/>
          </a:p>
        </p:txBody>
      </p:sp>
      <p:sp>
        <p:nvSpPr>
          <p:cNvPr id="35844" name="灯片编号占位符 3">
            <a:extLst>
              <a:ext uri="{FF2B5EF4-FFF2-40B4-BE49-F238E27FC236}">
                <a16:creationId xmlns:a16="http://schemas.microsoft.com/office/drawing/2014/main" id="{4E5A9D5F-4E04-DD1F-FFEB-151A1A7D717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FD97133-1CE0-4763-A3AB-37AB483A6493}" type="slidenum">
              <a:rPr lang="zh-CN" altLang="en-US" sz="1200">
                <a:solidFill>
                  <a:schemeClr val="tx1"/>
                </a:solidFill>
                <a:latin typeface="Times New Roman" panose="02020603050405020304" pitchFamily="18" charset="0"/>
                <a:ea typeface="宋体" panose="02010600030101010101" pitchFamily="2" charset="-122"/>
              </a:rPr>
              <a:pPr/>
              <a:t>18</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10C0487A-8C51-87E6-F019-EF50EB421C0F}"/>
              </a:ext>
            </a:extLst>
          </p:cNvPr>
          <p:cNvSpPr>
            <a:spLocks noGrp="1" noRot="1" noChangeAspect="1" noChangeArrowheads="1" noTextEdit="1"/>
          </p:cNvSpPr>
          <p:nvPr>
            <p:ph type="sldImg"/>
          </p:nvPr>
        </p:nvSpPr>
        <p:spPr>
          <a:ln/>
        </p:spPr>
      </p:sp>
      <p:sp>
        <p:nvSpPr>
          <p:cNvPr id="37891" name="备注占位符 2">
            <a:extLst>
              <a:ext uri="{FF2B5EF4-FFF2-40B4-BE49-F238E27FC236}">
                <a16:creationId xmlns:a16="http://schemas.microsoft.com/office/drawing/2014/main" id="{B982420B-1D13-AF1B-231A-5807B0029C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图解法很直观，缺点是只能求解二维的问题。图解法可以观察到线性规划问题可行域有如下特征：可行域一定是一个凸多面体，线性规划的最优解存在，则一定可以在凸多面体的极点取得。我们在寻找最优解时，可以着眼于可行域极点，于是寻找最优解从可行域的无穷点转到极点解的有穷点。单纯形法，是利用代数方法寻找可行域极点的办法。</a:t>
            </a:r>
          </a:p>
        </p:txBody>
      </p:sp>
      <p:sp>
        <p:nvSpPr>
          <p:cNvPr id="37892" name="灯片编号占位符 3">
            <a:extLst>
              <a:ext uri="{FF2B5EF4-FFF2-40B4-BE49-F238E27FC236}">
                <a16:creationId xmlns:a16="http://schemas.microsoft.com/office/drawing/2014/main" id="{1D6212AA-EDE6-BB2D-FEE5-D07EE245C33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1C3CB4E-A2BE-43A4-A4AB-D4A7C97F8DDE}" type="slidenum">
              <a:rPr lang="zh-CN" altLang="en-US" sz="1200">
                <a:solidFill>
                  <a:schemeClr val="tx1"/>
                </a:solidFill>
                <a:latin typeface="Times New Roman" panose="02020603050405020304" pitchFamily="18" charset="0"/>
                <a:ea typeface="宋体" panose="02010600030101010101" pitchFamily="2" charset="-122"/>
              </a:rPr>
              <a:pPr/>
              <a:t>19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2BABE937-6A00-D661-69A2-7B4C4F8BC64A}"/>
              </a:ext>
            </a:extLst>
          </p:cNvPr>
          <p:cNvSpPr>
            <a:spLocks noGrp="1" noRot="1" noChangeAspect="1" noChangeArrowheads="1" noTextEdit="1"/>
          </p:cNvSpPr>
          <p:nvPr>
            <p:ph type="sldImg"/>
          </p:nvPr>
        </p:nvSpPr>
        <p:spPr>
          <a:ln/>
        </p:spPr>
      </p:sp>
      <p:sp>
        <p:nvSpPr>
          <p:cNvPr id="39939" name="备注占位符 2">
            <a:extLst>
              <a:ext uri="{FF2B5EF4-FFF2-40B4-BE49-F238E27FC236}">
                <a16:creationId xmlns:a16="http://schemas.microsoft.com/office/drawing/2014/main" id="{3812582D-2E48-50EB-A2EA-766B30C7DA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最优解总是会出现在极点上，我们就可以只通过搜索可行域构成的多面体的顶点（极点）就可以找到最优解了，这个方法被称为单纯型法</a:t>
            </a:r>
          </a:p>
        </p:txBody>
      </p:sp>
      <p:sp>
        <p:nvSpPr>
          <p:cNvPr id="39940" name="灯片编号占位符 3">
            <a:extLst>
              <a:ext uri="{FF2B5EF4-FFF2-40B4-BE49-F238E27FC236}">
                <a16:creationId xmlns:a16="http://schemas.microsoft.com/office/drawing/2014/main" id="{219F1363-D4CF-F4A2-A674-312C202A6E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00F9BD0-D8FC-428C-8077-0A006F71412B}" type="slidenum">
              <a:rPr lang="zh-CN" altLang="en-US" sz="1200">
                <a:solidFill>
                  <a:schemeClr val="tx1"/>
                </a:solidFill>
                <a:latin typeface="Times New Roman" panose="02020603050405020304" pitchFamily="18" charset="0"/>
                <a:ea typeface="宋体" panose="02010600030101010101" pitchFamily="2" charset="-122"/>
              </a:rPr>
              <a:pPr/>
              <a:t>20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144EA994-FF6A-35B8-CBD3-650E91E22254}"/>
              </a:ext>
            </a:extLst>
          </p:cNvPr>
          <p:cNvSpPr>
            <a:spLocks noGrp="1" noRot="1" noChangeAspect="1" noTextEdit="1"/>
          </p:cNvSpPr>
          <p:nvPr>
            <p:ph type="sldImg"/>
          </p:nvPr>
        </p:nvSpPr>
        <p:spPr>
          <a:ln/>
        </p:spPr>
      </p:sp>
      <p:sp>
        <p:nvSpPr>
          <p:cNvPr id="41987" name="备注占位符 2">
            <a:extLst>
              <a:ext uri="{FF2B5EF4-FFF2-40B4-BE49-F238E27FC236}">
                <a16:creationId xmlns:a16="http://schemas.microsoft.com/office/drawing/2014/main" id="{DD270DEC-7217-7300-F1E1-4628392384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a:t>
            </a:r>
            <a:r>
              <a:rPr lang="en-US" altLang="zh-CN"/>
              <a:t>7,0,0,12,0,10</a:t>
            </a:r>
            <a:r>
              <a:rPr lang="zh-CN" altLang="en-US"/>
              <a:t>）</a:t>
            </a:r>
          </a:p>
        </p:txBody>
      </p:sp>
      <p:sp>
        <p:nvSpPr>
          <p:cNvPr id="41988" name="灯片编号占位符 3">
            <a:extLst>
              <a:ext uri="{FF2B5EF4-FFF2-40B4-BE49-F238E27FC236}">
                <a16:creationId xmlns:a16="http://schemas.microsoft.com/office/drawing/2014/main" id="{4857FBBE-A18A-6F1D-F7A3-67910C760C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7EA8325-47DA-4F01-B7F0-CB8B9ED9C066}" type="slidenum">
              <a:rPr lang="zh-CN" altLang="en-US" sz="1200">
                <a:solidFill>
                  <a:schemeClr val="tx1"/>
                </a:solidFill>
                <a:latin typeface="Times New Roman" panose="02020603050405020304" pitchFamily="18" charset="0"/>
                <a:ea typeface="宋体" panose="02010600030101010101" pitchFamily="2" charset="-122"/>
              </a:rPr>
              <a:pPr/>
              <a:t>21</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a:extLst>
              <a:ext uri="{FF2B5EF4-FFF2-40B4-BE49-F238E27FC236}">
                <a16:creationId xmlns:a16="http://schemas.microsoft.com/office/drawing/2014/main" id="{D55B6613-1D21-3167-3E6E-E5350119CE53}"/>
              </a:ext>
            </a:extLst>
          </p:cNvPr>
          <p:cNvSpPr>
            <a:spLocks noGrp="1" noRot="1" noChangeAspect="1" noTextEdit="1"/>
          </p:cNvSpPr>
          <p:nvPr>
            <p:ph type="sldImg"/>
          </p:nvPr>
        </p:nvSpPr>
        <p:spPr>
          <a:ln/>
        </p:spPr>
      </p:sp>
      <p:sp>
        <p:nvSpPr>
          <p:cNvPr id="44035" name="备注占位符 2">
            <a:extLst>
              <a:ext uri="{FF2B5EF4-FFF2-40B4-BE49-F238E27FC236}">
                <a16:creationId xmlns:a16="http://schemas.microsoft.com/office/drawing/2014/main" id="{4DBA2385-71BF-2BF0-289F-0CD11C48756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最小比值测试</a:t>
            </a:r>
            <a:r>
              <a:rPr lang="zh-CN" altLang="en-US"/>
              <a:t>确定入基变量的最大允许值，防止其他变量变负。</a:t>
            </a:r>
          </a:p>
        </p:txBody>
      </p:sp>
      <p:sp>
        <p:nvSpPr>
          <p:cNvPr id="44036" name="灯片编号占位符 3">
            <a:extLst>
              <a:ext uri="{FF2B5EF4-FFF2-40B4-BE49-F238E27FC236}">
                <a16:creationId xmlns:a16="http://schemas.microsoft.com/office/drawing/2014/main" id="{716AC679-C0DA-EA36-CD1F-BA07FC9BF3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F55ABE2-9281-4081-91D6-12BA66738320}" type="slidenum">
              <a:rPr lang="zh-CN" altLang="en-US" sz="1200">
                <a:solidFill>
                  <a:schemeClr val="tx1"/>
                </a:solidFill>
                <a:latin typeface="Times New Roman" panose="02020603050405020304" pitchFamily="18" charset="0"/>
                <a:ea typeface="宋体" panose="02010600030101010101" pitchFamily="2" charset="-122"/>
              </a:rPr>
              <a:pPr/>
              <a:t>22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44B9D33B-5B0E-BAB0-0A4C-F48B5C48B7CF}"/>
              </a:ext>
            </a:extLst>
          </p:cNvPr>
          <p:cNvSpPr>
            <a:spLocks noGrp="1" noRot="1" noChangeAspect="1" noChangeArrowheads="1" noTextEdit="1"/>
          </p:cNvSpPr>
          <p:nvPr>
            <p:ph type="sldImg"/>
          </p:nvPr>
        </p:nvSpPr>
        <p:spPr>
          <a:ln/>
        </p:spPr>
      </p:sp>
      <p:sp>
        <p:nvSpPr>
          <p:cNvPr id="47107" name="备注占位符 2">
            <a:extLst>
              <a:ext uri="{FF2B5EF4-FFF2-40B4-BE49-F238E27FC236}">
                <a16:creationId xmlns:a16="http://schemas.microsoft.com/office/drawing/2014/main" id="{27828BED-4245-FFE6-04F1-503CF8E0A7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latin typeface="楷体_GB2312" pitchFamily="49" charset="-122"/>
                <a:ea typeface="楷体_GB2312" pitchFamily="49" charset="-122"/>
              </a:rPr>
              <a:t>虽然约束标准型线性规划问题非常特殊，但是对于理解线性规划问题的单纯形算法是非常重要的。</a:t>
            </a:r>
          </a:p>
          <a:p>
            <a:pPr>
              <a:lnSpc>
                <a:spcPct val="130000"/>
              </a:lnSpc>
            </a:pPr>
            <a:r>
              <a:rPr lang="zh-CN" altLang="en-US">
                <a:latin typeface="楷体_GB2312" pitchFamily="49" charset="-122"/>
                <a:ea typeface="楷体_GB2312" pitchFamily="49" charset="-122"/>
              </a:rPr>
              <a:t>后面将看到，任意一个线性规划问题可以转换为约束标准型线性规划问题。</a:t>
            </a:r>
            <a:endParaRPr lang="en-US" altLang="zh-CN">
              <a:latin typeface="楷体_GB2312" pitchFamily="49" charset="-122"/>
              <a:ea typeface="楷体_GB2312" pitchFamily="49" charset="-122"/>
            </a:endParaRPr>
          </a:p>
          <a:p>
            <a:pPr>
              <a:lnSpc>
                <a:spcPct val="130000"/>
              </a:lnSpc>
            </a:pPr>
            <a:endParaRPr lang="en-US" altLang="zh-CN">
              <a:latin typeface="楷体_GB2312" pitchFamily="49" charset="-122"/>
              <a:ea typeface="楷体_GB2312" pitchFamily="49" charset="-122"/>
            </a:endParaRPr>
          </a:p>
          <a:p>
            <a:pPr>
              <a:lnSpc>
                <a:spcPct val="130000"/>
              </a:lnSpc>
            </a:pPr>
            <a:r>
              <a:rPr lang="zh-CN" altLang="en-US"/>
              <a:t>在</a:t>
            </a:r>
            <a:r>
              <a:rPr lang="en-US" altLang="zh-CN"/>
              <a:t>n</a:t>
            </a:r>
            <a:r>
              <a:rPr lang="zh-CN" altLang="en-US"/>
              <a:t>维空间中，基向量是一组线性无关的向量，它们能够合成该空间中的所有向量</a:t>
            </a:r>
            <a:endParaRPr lang="en-US" altLang="zh-CN"/>
          </a:p>
          <a:p>
            <a:pPr>
              <a:lnSpc>
                <a:spcPct val="130000"/>
              </a:lnSpc>
            </a:pPr>
            <a:endParaRPr lang="en-US" altLang="zh-CN"/>
          </a:p>
          <a:p>
            <a:pPr>
              <a:lnSpc>
                <a:spcPct val="130000"/>
              </a:lnSpc>
            </a:pPr>
            <a:r>
              <a:rPr lang="en-US" altLang="zh-CN"/>
              <a:t>AX=b</a:t>
            </a:r>
          </a:p>
          <a:p>
            <a:pPr>
              <a:lnSpc>
                <a:spcPct val="130000"/>
              </a:lnSpc>
            </a:pPr>
            <a:r>
              <a:rPr lang="en-US" altLang="zh-CN"/>
              <a:t>Z=CX</a:t>
            </a:r>
            <a:endParaRPr lang="zh-CN" altLang="en-US">
              <a:latin typeface="楷体_GB2312" pitchFamily="49" charset="-122"/>
              <a:ea typeface="楷体_GB2312" pitchFamily="49" charset="-122"/>
            </a:endParaRPr>
          </a:p>
          <a:p>
            <a:endParaRPr lang="zh-CN" altLang="en-US">
              <a:latin typeface="楷体_GB2312" pitchFamily="49" charset="-122"/>
              <a:ea typeface="楷体_GB2312" pitchFamily="49" charset="-122"/>
            </a:endParaRPr>
          </a:p>
          <a:p>
            <a:r>
              <a:rPr lang="zh-CN" altLang="en-US"/>
              <a:t>若原始问题的 </a:t>
            </a:r>
            <a:r>
              <a:rPr lang="en-US" altLang="zh-CN" i="1"/>
              <a:t>b</a:t>
            </a:r>
            <a:r>
              <a:rPr lang="zh-CN" altLang="en-US"/>
              <a:t> 不满足 </a:t>
            </a:r>
            <a:r>
              <a:rPr lang="en-US" altLang="zh-CN" i="1"/>
              <a:t>b</a:t>
            </a:r>
            <a:r>
              <a:rPr lang="zh-CN" altLang="en-US"/>
              <a:t>≥</a:t>
            </a:r>
            <a:r>
              <a:rPr lang="en-US" altLang="zh-CN"/>
              <a:t>0</a:t>
            </a:r>
            <a:r>
              <a:rPr lang="zh-CN" altLang="en-US"/>
              <a:t>，可通过预处理（如约束乘以 </a:t>
            </a:r>
            <a:r>
              <a:rPr lang="en-US" altLang="zh-CN"/>
              <a:t>-1</a:t>
            </a:r>
            <a:r>
              <a:rPr lang="zh-CN" altLang="en-US"/>
              <a:t>）将其标准化，这是单纯形法通用性的体现。</a:t>
            </a:r>
          </a:p>
        </p:txBody>
      </p:sp>
      <p:sp>
        <p:nvSpPr>
          <p:cNvPr id="47108" name="灯片编号占位符 3">
            <a:extLst>
              <a:ext uri="{FF2B5EF4-FFF2-40B4-BE49-F238E27FC236}">
                <a16:creationId xmlns:a16="http://schemas.microsoft.com/office/drawing/2014/main" id="{49570475-473D-A12F-92E2-F92ACAF097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270C01F-8CCA-4890-9A67-FE3882993001}" type="slidenum">
              <a:rPr lang="zh-CN" altLang="en-US" sz="1200">
                <a:solidFill>
                  <a:schemeClr val="tx1"/>
                </a:solidFill>
                <a:latin typeface="Times New Roman" panose="02020603050405020304" pitchFamily="18" charset="0"/>
                <a:ea typeface="宋体" panose="02010600030101010101" pitchFamily="2" charset="-122"/>
              </a:rPr>
              <a:pPr/>
              <a:t>24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a:extLst>
              <a:ext uri="{FF2B5EF4-FFF2-40B4-BE49-F238E27FC236}">
                <a16:creationId xmlns:a16="http://schemas.microsoft.com/office/drawing/2014/main" id="{F6135D4F-CFD2-AB16-2C5F-8E2AFD44143A}"/>
              </a:ext>
            </a:extLst>
          </p:cNvPr>
          <p:cNvSpPr>
            <a:spLocks noGrp="1" noRot="1" noChangeAspect="1" noChangeArrowheads="1" noTextEdit="1"/>
          </p:cNvSpPr>
          <p:nvPr>
            <p:ph type="sldImg"/>
          </p:nvPr>
        </p:nvSpPr>
        <p:spPr>
          <a:ln/>
        </p:spPr>
      </p:sp>
      <p:sp>
        <p:nvSpPr>
          <p:cNvPr id="54275" name="备注占位符 2">
            <a:extLst>
              <a:ext uri="{FF2B5EF4-FFF2-40B4-BE49-F238E27FC236}">
                <a16:creationId xmlns:a16="http://schemas.microsoft.com/office/drawing/2014/main" id="{B7C1BEF3-FE65-7EEE-19AA-940E2F7228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以</a:t>
            </a:r>
            <a:r>
              <a:rPr lang="en-US" altLang="zh-CN"/>
              <a:t>x3</a:t>
            </a:r>
            <a:r>
              <a:rPr lang="zh-CN" altLang="en-US"/>
              <a:t>入基，</a:t>
            </a:r>
            <a:r>
              <a:rPr lang="en-US" altLang="zh-CN"/>
              <a:t>x1</a:t>
            </a:r>
            <a:r>
              <a:rPr lang="zh-CN" altLang="en-US"/>
              <a:t>出基为例，系数为</a:t>
            </a:r>
            <a:r>
              <a:rPr lang="en-US" altLang="zh-CN"/>
              <a:t>-1</a:t>
            </a:r>
            <a:r>
              <a:rPr lang="zh-CN" altLang="en-US"/>
              <a:t>，</a:t>
            </a:r>
            <a:r>
              <a:rPr lang="en-US" altLang="zh-CN"/>
              <a:t>x1=0</a:t>
            </a:r>
            <a:r>
              <a:rPr lang="zh-CN" altLang="en-US"/>
              <a:t>，</a:t>
            </a:r>
            <a:r>
              <a:rPr lang="en-US" altLang="zh-CN"/>
              <a:t>x2=0</a:t>
            </a:r>
            <a:r>
              <a:rPr lang="zh-CN" altLang="en-US"/>
              <a:t>，</a:t>
            </a:r>
            <a:r>
              <a:rPr lang="en-US" altLang="zh-CN"/>
              <a:t>x5=0,</a:t>
            </a:r>
            <a:r>
              <a:rPr lang="zh-CN" altLang="en-US"/>
              <a:t>；此时</a:t>
            </a:r>
            <a:r>
              <a:rPr lang="en-US" altLang="zh-CN"/>
              <a:t>x3=-7</a:t>
            </a:r>
            <a:r>
              <a:rPr lang="zh-CN" altLang="en-US"/>
              <a:t>，不满足非负约束</a:t>
            </a:r>
            <a:endParaRPr lang="en-US" altLang="zh-CN"/>
          </a:p>
          <a:p>
            <a:endParaRPr lang="en-US" altLang="zh-CN"/>
          </a:p>
          <a:p>
            <a:r>
              <a:rPr lang="zh-CN" altLang="en-US"/>
              <a:t>以</a:t>
            </a:r>
            <a:r>
              <a:rPr lang="en-US" altLang="zh-CN"/>
              <a:t>x3</a:t>
            </a:r>
            <a:r>
              <a:rPr lang="zh-CN" altLang="en-US"/>
              <a:t>入基，</a:t>
            </a:r>
            <a:r>
              <a:rPr lang="en-US" altLang="zh-CN"/>
              <a:t>x6</a:t>
            </a:r>
            <a:r>
              <a:rPr lang="zh-CN" altLang="en-US"/>
              <a:t>出基为例，</a:t>
            </a:r>
            <a:r>
              <a:rPr lang="en-US" altLang="zh-CN"/>
              <a:t>x6=0</a:t>
            </a:r>
            <a:r>
              <a:rPr lang="zh-CN" altLang="en-US"/>
              <a:t>，</a:t>
            </a:r>
            <a:r>
              <a:rPr lang="en-US" altLang="zh-CN"/>
              <a:t>x2=0</a:t>
            </a:r>
            <a:r>
              <a:rPr lang="zh-CN" altLang="en-US"/>
              <a:t>，</a:t>
            </a:r>
            <a:r>
              <a:rPr lang="en-US" altLang="zh-CN"/>
              <a:t>x5=0</a:t>
            </a:r>
            <a:r>
              <a:rPr lang="zh-CN" altLang="en-US"/>
              <a:t>；此时</a:t>
            </a:r>
            <a:r>
              <a:rPr lang="en-US" altLang="zh-CN"/>
              <a:t>x3=10/3</a:t>
            </a:r>
            <a:r>
              <a:rPr lang="zh-CN" altLang="en-US"/>
              <a:t>；带入可求得</a:t>
            </a:r>
            <a:r>
              <a:rPr lang="en-US" altLang="zh-CN"/>
              <a:t>x4=-4/3</a:t>
            </a:r>
            <a:r>
              <a:rPr lang="zh-CN" altLang="en-US"/>
              <a:t>，不满足非负约束</a:t>
            </a:r>
            <a:endParaRPr lang="en-US" altLang="zh-CN"/>
          </a:p>
          <a:p>
            <a:endParaRPr lang="en-US" altLang="zh-CN"/>
          </a:p>
        </p:txBody>
      </p:sp>
      <p:sp>
        <p:nvSpPr>
          <p:cNvPr id="54276" name="灯片编号占位符 3">
            <a:extLst>
              <a:ext uri="{FF2B5EF4-FFF2-40B4-BE49-F238E27FC236}">
                <a16:creationId xmlns:a16="http://schemas.microsoft.com/office/drawing/2014/main" id="{7142DAFE-E671-A523-DAE6-8307D35506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F5024E3-CDFD-4615-9767-5AABD60F9A5E}" type="slidenum">
              <a:rPr lang="zh-CN" altLang="en-US" sz="1200">
                <a:solidFill>
                  <a:schemeClr val="tx1"/>
                </a:solidFill>
                <a:latin typeface="Times New Roman" panose="02020603050405020304" pitchFamily="18" charset="0"/>
                <a:ea typeface="宋体" panose="02010600030101010101" pitchFamily="2" charset="-122"/>
              </a:rPr>
              <a:pPr/>
              <a:t>30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F92A9891-CB17-5DFF-83CA-68A05AFF11F0}"/>
              </a:ext>
            </a:extLst>
          </p:cNvPr>
          <p:cNvSpPr>
            <a:spLocks noGrp="1" noRot="1" noChangeAspect="1" noTextEdit="1"/>
          </p:cNvSpPr>
          <p:nvPr>
            <p:ph type="sldImg"/>
          </p:nvPr>
        </p:nvSpPr>
        <p:spPr>
          <a:ln/>
        </p:spPr>
      </p:sp>
      <p:sp>
        <p:nvSpPr>
          <p:cNvPr id="63491" name="备注占位符 2">
            <a:extLst>
              <a:ext uri="{FF2B5EF4-FFF2-40B4-BE49-F238E27FC236}">
                <a16:creationId xmlns:a16="http://schemas.microsoft.com/office/drawing/2014/main" id="{056E81BE-CB2A-C46C-66D4-558CDF6D84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3492" name="灯片编号占位符 3">
            <a:extLst>
              <a:ext uri="{FF2B5EF4-FFF2-40B4-BE49-F238E27FC236}">
                <a16:creationId xmlns:a16="http://schemas.microsoft.com/office/drawing/2014/main" id="{80647B8C-B6A6-1597-05D0-A22B43B7EE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3D19A80-4DFB-4C4A-9DC5-2181A0377D41}" type="slidenum">
              <a:rPr lang="zh-CN" altLang="en-US" sz="1200">
                <a:solidFill>
                  <a:schemeClr val="tx1"/>
                </a:solidFill>
                <a:latin typeface="Times New Roman" panose="02020603050405020304" pitchFamily="18" charset="0"/>
                <a:ea typeface="宋体" panose="02010600030101010101" pitchFamily="2" charset="-122"/>
              </a:rPr>
              <a:pPr/>
              <a:t>38</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a:extLst>
              <a:ext uri="{FF2B5EF4-FFF2-40B4-BE49-F238E27FC236}">
                <a16:creationId xmlns:a16="http://schemas.microsoft.com/office/drawing/2014/main" id="{62F1EA4C-AC6F-DD40-4101-CA36D0DB4784}"/>
              </a:ext>
            </a:extLst>
          </p:cNvPr>
          <p:cNvSpPr>
            <a:spLocks noGrp="1" noRot="1" noChangeAspect="1" noChangeArrowheads="1" noTextEdit="1"/>
          </p:cNvSpPr>
          <p:nvPr>
            <p:ph type="sldImg"/>
          </p:nvPr>
        </p:nvSpPr>
        <p:spPr>
          <a:ln/>
        </p:spPr>
      </p:sp>
      <p:sp>
        <p:nvSpPr>
          <p:cNvPr id="65539" name="备注占位符 2">
            <a:extLst>
              <a:ext uri="{FF2B5EF4-FFF2-40B4-BE49-F238E27FC236}">
                <a16:creationId xmlns:a16="http://schemas.microsoft.com/office/drawing/2014/main" id="{60E7A34D-2399-EFD9-A1EA-80E94B37D8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单纯形法求解线性规划问题</a:t>
            </a:r>
            <a:r>
              <a:rPr lang="en-US" altLang="zh-CN"/>
              <a:t>,</a:t>
            </a:r>
            <a:r>
              <a:rPr lang="zh-CN" altLang="en-US"/>
              <a:t>但是它需要约束系数矩阵包含一个单位矩阵</a:t>
            </a:r>
            <a:r>
              <a:rPr lang="en-US" altLang="zh-CN"/>
              <a:t>,</a:t>
            </a:r>
            <a:r>
              <a:rPr lang="zh-CN" altLang="en-US"/>
              <a:t>对应的变量指定为初始基变量</a:t>
            </a:r>
          </a:p>
        </p:txBody>
      </p:sp>
      <p:sp>
        <p:nvSpPr>
          <p:cNvPr id="65540" name="灯片编号占位符 3">
            <a:extLst>
              <a:ext uri="{FF2B5EF4-FFF2-40B4-BE49-F238E27FC236}">
                <a16:creationId xmlns:a16="http://schemas.microsoft.com/office/drawing/2014/main" id="{CC9ACF7A-939B-81AA-7499-08166B52C8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56121DB-C328-45D2-B048-77CB56C4ABAE}" type="slidenum">
              <a:rPr lang="zh-CN" altLang="en-US" sz="1200">
                <a:solidFill>
                  <a:schemeClr val="tx1"/>
                </a:solidFill>
                <a:latin typeface="Times New Roman" panose="02020603050405020304" pitchFamily="18" charset="0"/>
                <a:ea typeface="宋体" panose="02010600030101010101" pitchFamily="2" charset="-122"/>
              </a:rPr>
              <a:pPr/>
              <a:t>39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8A419EF5-CE8F-C962-D697-B836440F14E7}"/>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813F941B-6073-29E3-ADAD-A8DDA1FF8C15}"/>
              </a:ext>
            </a:extLst>
          </p:cNvPr>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dirty="0">
                <a:latin typeface="+mj-ea"/>
              </a:rPr>
              <a:t>：找出一个初始基本可行解</a:t>
            </a:r>
          </a:p>
          <a:p>
            <a:pPr>
              <a:defRPr/>
            </a:pPr>
            <a:endParaRPr lang="zh-CN" altLang="en-US" dirty="0"/>
          </a:p>
        </p:txBody>
      </p:sp>
      <p:sp>
        <p:nvSpPr>
          <p:cNvPr id="67588" name="灯片编号占位符 3">
            <a:extLst>
              <a:ext uri="{FF2B5EF4-FFF2-40B4-BE49-F238E27FC236}">
                <a16:creationId xmlns:a16="http://schemas.microsoft.com/office/drawing/2014/main" id="{9F040E4A-1112-4B21-C674-C059131BAAB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BF2441E-B543-4C26-BC06-226DBB18CDC4}" type="slidenum">
              <a:rPr lang="zh-CN" altLang="en-US" sz="1200">
                <a:solidFill>
                  <a:schemeClr val="tx1"/>
                </a:solidFill>
                <a:latin typeface="Times New Roman" panose="02020603050405020304" pitchFamily="18" charset="0"/>
                <a:ea typeface="宋体" panose="02010600030101010101" pitchFamily="2" charset="-122"/>
              </a:rPr>
              <a:pPr/>
              <a:t>40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a:extLst>
              <a:ext uri="{FF2B5EF4-FFF2-40B4-BE49-F238E27FC236}">
                <a16:creationId xmlns:a16="http://schemas.microsoft.com/office/drawing/2014/main" id="{5ABF366A-FD28-32D0-55F1-0B6626CB29CE}"/>
              </a:ext>
            </a:extLst>
          </p:cNvPr>
          <p:cNvSpPr>
            <a:spLocks noGrp="1" noRot="1" noChangeAspect="1" noChangeArrowheads="1" noTextEdit="1"/>
          </p:cNvSpPr>
          <p:nvPr>
            <p:ph type="sldImg"/>
          </p:nvPr>
        </p:nvSpPr>
        <p:spPr>
          <a:ln/>
        </p:spPr>
      </p:sp>
      <p:sp>
        <p:nvSpPr>
          <p:cNvPr id="70659" name="备注占位符 2">
            <a:extLst>
              <a:ext uri="{FF2B5EF4-FFF2-40B4-BE49-F238E27FC236}">
                <a16:creationId xmlns:a16="http://schemas.microsoft.com/office/drawing/2014/main" id="{93A8E00B-695B-C469-EEE7-5AF6D1E1237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第一阶段就是用单纯形法消去人工变量，即把人工变量变成非基变量</a:t>
            </a:r>
          </a:p>
        </p:txBody>
      </p:sp>
      <p:sp>
        <p:nvSpPr>
          <p:cNvPr id="70660" name="灯片编号占位符 3">
            <a:extLst>
              <a:ext uri="{FF2B5EF4-FFF2-40B4-BE49-F238E27FC236}">
                <a16:creationId xmlns:a16="http://schemas.microsoft.com/office/drawing/2014/main" id="{8EC3D13B-45F7-F31B-369A-7E7DE663F5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AD8F9C9-F0E5-4957-865D-9EDAFA48FD7F}" type="slidenum">
              <a:rPr lang="zh-CN" altLang="en-US" sz="1200">
                <a:solidFill>
                  <a:schemeClr val="tx1"/>
                </a:solidFill>
                <a:latin typeface="Times New Roman" panose="02020603050405020304" pitchFamily="18" charset="0"/>
                <a:ea typeface="宋体" panose="02010600030101010101" pitchFamily="2" charset="-122"/>
              </a:rPr>
              <a:pPr/>
              <a:t>42</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a:extLst>
              <a:ext uri="{FF2B5EF4-FFF2-40B4-BE49-F238E27FC236}">
                <a16:creationId xmlns:a16="http://schemas.microsoft.com/office/drawing/2014/main" id="{C5C20769-1595-37FA-F79E-67EBD0FD5A73}"/>
              </a:ext>
            </a:extLst>
          </p:cNvPr>
          <p:cNvSpPr>
            <a:spLocks noGrp="1" noRot="1" noChangeAspect="1" noChangeArrowheads="1" noTextEdit="1"/>
          </p:cNvSpPr>
          <p:nvPr>
            <p:ph type="sldImg"/>
          </p:nvPr>
        </p:nvSpPr>
        <p:spPr>
          <a:ln/>
        </p:spPr>
      </p:sp>
      <p:sp>
        <p:nvSpPr>
          <p:cNvPr id="72707" name="备注占位符 2">
            <a:extLst>
              <a:ext uri="{FF2B5EF4-FFF2-40B4-BE49-F238E27FC236}">
                <a16:creationId xmlns:a16="http://schemas.microsoft.com/office/drawing/2014/main" id="{4949F9FA-3582-3E13-174C-322CDE0BDE8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8" name="灯片编号占位符 3">
            <a:extLst>
              <a:ext uri="{FF2B5EF4-FFF2-40B4-BE49-F238E27FC236}">
                <a16:creationId xmlns:a16="http://schemas.microsoft.com/office/drawing/2014/main" id="{16A3FDED-5E5C-2F7E-AAF0-20BE0B76F45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9C05744-F065-4EDB-A989-48328C305346}" type="slidenum">
              <a:rPr lang="zh-CN" altLang="en-US" sz="1200">
                <a:solidFill>
                  <a:schemeClr val="tx1"/>
                </a:solidFill>
                <a:latin typeface="Times New Roman" panose="02020603050405020304" pitchFamily="18" charset="0"/>
                <a:ea typeface="宋体" panose="02010600030101010101" pitchFamily="2" charset="-122"/>
              </a:rPr>
              <a:pPr/>
              <a:t>43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6E683DB9-B8D1-9500-E4F1-960590D9E5A5}"/>
              </a:ext>
            </a:extLst>
          </p:cNvPr>
          <p:cNvSpPr>
            <a:spLocks noGrp="1" noRot="1" noChangeAspect="1" noTextEdit="1"/>
          </p:cNvSpPr>
          <p:nvPr>
            <p:ph type="sldImg"/>
          </p:nvPr>
        </p:nvSpPr>
        <p:spPr>
          <a:ln/>
        </p:spPr>
      </p:sp>
      <p:sp>
        <p:nvSpPr>
          <p:cNvPr id="74755" name="备注占位符 2">
            <a:extLst>
              <a:ext uri="{FF2B5EF4-FFF2-40B4-BE49-F238E27FC236}">
                <a16:creationId xmlns:a16="http://schemas.microsoft.com/office/drawing/2014/main" id="{35348765-0942-B0F1-18BE-8526C1C226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6" name="灯片编号占位符 3">
            <a:extLst>
              <a:ext uri="{FF2B5EF4-FFF2-40B4-BE49-F238E27FC236}">
                <a16:creationId xmlns:a16="http://schemas.microsoft.com/office/drawing/2014/main" id="{ED6DC159-94DD-2CB5-6808-F0FC693218E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B6F7005-2468-46BB-A03A-D573ABC6AF79}" type="slidenum">
              <a:rPr lang="zh-CN" altLang="en-US" sz="1200">
                <a:solidFill>
                  <a:schemeClr val="tx1"/>
                </a:solidFill>
                <a:latin typeface="Times New Roman" panose="02020603050405020304" pitchFamily="18" charset="0"/>
                <a:ea typeface="宋体" panose="02010600030101010101" pitchFamily="2" charset="-122"/>
              </a:rPr>
              <a:pPr/>
              <a:t>44</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8E693B2D-A2BC-A580-7444-D57995D18B20}"/>
              </a:ext>
            </a:extLst>
          </p:cNvPr>
          <p:cNvSpPr>
            <a:spLocks noGrp="1" noRot="1" noChangeAspect="1" noTextEdit="1"/>
          </p:cNvSpPr>
          <p:nvPr>
            <p:ph type="sldImg"/>
          </p:nvPr>
        </p:nvSpPr>
        <p:spPr>
          <a:ln/>
        </p:spPr>
      </p:sp>
      <p:sp>
        <p:nvSpPr>
          <p:cNvPr id="76803" name="备注占位符 2">
            <a:extLst>
              <a:ext uri="{FF2B5EF4-FFF2-40B4-BE49-F238E27FC236}">
                <a16:creationId xmlns:a16="http://schemas.microsoft.com/office/drawing/2014/main" id="{76EF2913-BAD4-4858-FF1B-50A29E63F3E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灯片编号占位符 3">
            <a:extLst>
              <a:ext uri="{FF2B5EF4-FFF2-40B4-BE49-F238E27FC236}">
                <a16:creationId xmlns:a16="http://schemas.microsoft.com/office/drawing/2014/main" id="{F412828B-381F-BDFD-8963-2417D6ADE0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ED553E3-F9E7-4CE4-9ADB-C595BBB75536}" type="slidenum">
              <a:rPr lang="zh-CN" altLang="en-US" sz="1200">
                <a:solidFill>
                  <a:schemeClr val="tx1"/>
                </a:solidFill>
                <a:latin typeface="Times New Roman" panose="02020603050405020304" pitchFamily="18" charset="0"/>
                <a:ea typeface="宋体" panose="02010600030101010101" pitchFamily="2" charset="-122"/>
              </a:rPr>
              <a:pPr/>
              <a:t>45</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9C23D6F2-BBF0-3132-A4F1-55FADA7114D3}"/>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2B2C5FDC-418A-B6B4-CF09-ABA718A5DD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a:t>
            </a:r>
            <a:r>
              <a:rPr lang="zh-CN" altLang="en-US"/>
              <a:t>入基，</a:t>
            </a:r>
            <a:r>
              <a:rPr lang="en-US" altLang="zh-CN"/>
              <a:t>7</a:t>
            </a:r>
            <a:r>
              <a:rPr lang="zh-CN" altLang="en-US"/>
              <a:t>出基 </a:t>
            </a:r>
            <a:r>
              <a:rPr lang="en-US" altLang="zh-CN"/>
              <a:t>(</a:t>
            </a:r>
            <a:r>
              <a:rPr lang="zh-CN" altLang="en-US"/>
              <a:t>此时其实</a:t>
            </a:r>
            <a:r>
              <a:rPr lang="en-US" altLang="zh-CN"/>
              <a:t>4</a:t>
            </a:r>
            <a:r>
              <a:rPr lang="zh-CN" altLang="en-US"/>
              <a:t>出基也可以，但是我们为了尽快把人工变量出基，这里选择</a:t>
            </a:r>
            <a:r>
              <a:rPr lang="en-US" altLang="zh-CN"/>
              <a:t>7</a:t>
            </a:r>
            <a:r>
              <a:rPr lang="zh-CN" altLang="en-US"/>
              <a:t>出基</a:t>
            </a:r>
            <a:r>
              <a:rPr lang="en-US" altLang="zh-CN"/>
              <a:t>)</a:t>
            </a:r>
            <a:endParaRPr lang="zh-CN" altLang="en-US"/>
          </a:p>
        </p:txBody>
      </p:sp>
      <p:sp>
        <p:nvSpPr>
          <p:cNvPr id="78852" name="灯片编号占位符 3">
            <a:extLst>
              <a:ext uri="{FF2B5EF4-FFF2-40B4-BE49-F238E27FC236}">
                <a16:creationId xmlns:a16="http://schemas.microsoft.com/office/drawing/2014/main" id="{04EB2E72-9121-9327-7D58-FDA38FDF2D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B3992C2-5BCB-414B-B2C5-70A1BABAE27B}" type="slidenum">
              <a:rPr lang="zh-CN" altLang="en-US" sz="1200">
                <a:solidFill>
                  <a:schemeClr val="tx1"/>
                </a:solidFill>
                <a:latin typeface="Times New Roman" panose="02020603050405020304" pitchFamily="18" charset="0"/>
                <a:ea typeface="宋体" panose="02010600030101010101" pitchFamily="2" charset="-122"/>
              </a:rPr>
              <a:pPr/>
              <a:t>46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a:extLst>
              <a:ext uri="{FF2B5EF4-FFF2-40B4-BE49-F238E27FC236}">
                <a16:creationId xmlns:a16="http://schemas.microsoft.com/office/drawing/2014/main" id="{A81EF9B6-8F31-0BB5-202B-3F781B5D256C}"/>
              </a:ext>
            </a:extLst>
          </p:cNvPr>
          <p:cNvSpPr>
            <a:spLocks noGrp="1" noRot="1" noChangeAspect="1" noChangeArrowheads="1" noTextEdit="1"/>
          </p:cNvSpPr>
          <p:nvPr>
            <p:ph type="sldImg"/>
          </p:nvPr>
        </p:nvSpPr>
        <p:spPr>
          <a:ln/>
        </p:spPr>
      </p:sp>
      <p:sp>
        <p:nvSpPr>
          <p:cNvPr id="80899" name="备注占位符 2">
            <a:extLst>
              <a:ext uri="{FF2B5EF4-FFF2-40B4-BE49-F238E27FC236}">
                <a16:creationId xmlns:a16="http://schemas.microsoft.com/office/drawing/2014/main" id="{B09AF533-FFD3-CF91-769D-51283E802DD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a:extLst>
              <a:ext uri="{FF2B5EF4-FFF2-40B4-BE49-F238E27FC236}">
                <a16:creationId xmlns:a16="http://schemas.microsoft.com/office/drawing/2014/main" id="{00E60A47-46C5-EC57-BEB0-88DD5399FD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689D75A-45ED-401A-9384-EFCBE11C530B}" type="slidenum">
              <a:rPr lang="zh-CN" altLang="en-US" sz="1200">
                <a:solidFill>
                  <a:schemeClr val="tx1"/>
                </a:solidFill>
                <a:latin typeface="Times New Roman" panose="02020603050405020304" pitchFamily="18" charset="0"/>
                <a:ea typeface="宋体" panose="02010600030101010101" pitchFamily="2" charset="-122"/>
              </a:rPr>
              <a:pPr/>
              <a:t>47</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a:extLst>
              <a:ext uri="{FF2B5EF4-FFF2-40B4-BE49-F238E27FC236}">
                <a16:creationId xmlns:a16="http://schemas.microsoft.com/office/drawing/2014/main" id="{B8D17DD7-A174-2AA4-C1C3-C5023A0C6AA4}"/>
              </a:ext>
            </a:extLst>
          </p:cNvPr>
          <p:cNvSpPr>
            <a:spLocks noGrp="1" noRot="1" noChangeAspect="1" noChangeArrowheads="1" noTextEdit="1"/>
          </p:cNvSpPr>
          <p:nvPr>
            <p:ph type="sldImg"/>
          </p:nvPr>
        </p:nvSpPr>
        <p:spPr>
          <a:ln/>
        </p:spPr>
      </p:sp>
      <p:sp>
        <p:nvSpPr>
          <p:cNvPr id="82947" name="备注占位符 2">
            <a:extLst>
              <a:ext uri="{FF2B5EF4-FFF2-40B4-BE49-F238E27FC236}">
                <a16:creationId xmlns:a16="http://schemas.microsoft.com/office/drawing/2014/main" id="{E4E023E0-4290-76FC-CB69-E5925B0946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a:extLst>
              <a:ext uri="{FF2B5EF4-FFF2-40B4-BE49-F238E27FC236}">
                <a16:creationId xmlns:a16="http://schemas.microsoft.com/office/drawing/2014/main" id="{73327A7D-6DA3-AC33-BDBE-03F8ABEFC72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5BC06B6-46FB-4D52-A3AC-D15FE2F01233}" type="slidenum">
              <a:rPr lang="zh-CN" altLang="en-US" sz="1200">
                <a:solidFill>
                  <a:schemeClr val="tx1"/>
                </a:solidFill>
                <a:latin typeface="Times New Roman" panose="02020603050405020304" pitchFamily="18" charset="0"/>
                <a:ea typeface="宋体" panose="02010600030101010101" pitchFamily="2" charset="-122"/>
              </a:rPr>
              <a:pPr/>
              <a:t>48</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a:extLst>
              <a:ext uri="{FF2B5EF4-FFF2-40B4-BE49-F238E27FC236}">
                <a16:creationId xmlns:a16="http://schemas.microsoft.com/office/drawing/2014/main" id="{5EE23863-CF8D-6C4C-BB1E-C93DDCDEA3C3}"/>
              </a:ext>
            </a:extLst>
          </p:cNvPr>
          <p:cNvSpPr>
            <a:spLocks noGrp="1" noRot="1" noChangeAspect="1" noChangeArrowheads="1" noTextEdit="1"/>
          </p:cNvSpPr>
          <p:nvPr>
            <p:ph type="sldImg"/>
          </p:nvPr>
        </p:nvSpPr>
        <p:spPr>
          <a:ln/>
        </p:spPr>
      </p:sp>
      <p:sp>
        <p:nvSpPr>
          <p:cNvPr id="101379" name="备注占位符 2">
            <a:extLst>
              <a:ext uri="{FF2B5EF4-FFF2-40B4-BE49-F238E27FC236}">
                <a16:creationId xmlns:a16="http://schemas.microsoft.com/office/drawing/2014/main" id="{107FD6DE-730F-C58E-3E20-429DC70BF14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残流网络描述了图中各边的剩余容量以及可以通过“回流”删除的流量大小，在</a:t>
            </a:r>
            <a:r>
              <a:rPr lang="en-US" altLang="zh-CN"/>
              <a:t>For-Fulkersn</a:t>
            </a:r>
            <a:r>
              <a:rPr lang="zh-CN" altLang="en-US"/>
              <a:t>方法中，正是通过在残存网络中寻找一条从</a:t>
            </a:r>
            <a:r>
              <a:rPr lang="en-US" altLang="zh-CN"/>
              <a:t>S</a:t>
            </a:r>
            <a:r>
              <a:rPr lang="zh-CN" altLang="en-US"/>
              <a:t>到的增广路径，并对应这条路径上的各边对流网络中的各边的流进行修改。如果路径上的一条边存在于流网络中，那么对该边的流增加，否则对其反向边的流减少。 </a:t>
            </a:r>
          </a:p>
        </p:txBody>
      </p:sp>
      <p:sp>
        <p:nvSpPr>
          <p:cNvPr id="101380" name="灯片编号占位符 3">
            <a:extLst>
              <a:ext uri="{FF2B5EF4-FFF2-40B4-BE49-F238E27FC236}">
                <a16:creationId xmlns:a16="http://schemas.microsoft.com/office/drawing/2014/main" id="{B9E79AF3-C4CC-CE53-2EAF-6C477C688A7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C2F55CB-B4BB-4774-A60B-E5B168BFED3A}" type="slidenum">
              <a:rPr lang="zh-CN" altLang="en-US" sz="1200">
                <a:solidFill>
                  <a:schemeClr val="tx1"/>
                </a:solidFill>
                <a:latin typeface="Times New Roman" panose="02020603050405020304" pitchFamily="18" charset="0"/>
                <a:ea typeface="宋体" panose="02010600030101010101" pitchFamily="2" charset="-122"/>
              </a:rPr>
              <a:pPr/>
              <a:t>65</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a:extLst>
              <a:ext uri="{FF2B5EF4-FFF2-40B4-BE49-F238E27FC236}">
                <a16:creationId xmlns:a16="http://schemas.microsoft.com/office/drawing/2014/main" id="{0F8A8A1B-B363-85D1-8984-39007FE1BECA}"/>
              </a:ext>
            </a:extLst>
          </p:cNvPr>
          <p:cNvSpPr>
            <a:spLocks noGrp="1" noRot="1" noChangeAspect="1" noChangeArrowheads="1" noTextEdit="1"/>
          </p:cNvSpPr>
          <p:nvPr>
            <p:ph type="sldImg"/>
          </p:nvPr>
        </p:nvSpPr>
        <p:spPr>
          <a:ln/>
        </p:spPr>
      </p:sp>
      <p:sp>
        <p:nvSpPr>
          <p:cNvPr id="103427" name="备注占位符 2">
            <a:extLst>
              <a:ext uri="{FF2B5EF4-FFF2-40B4-BE49-F238E27FC236}">
                <a16:creationId xmlns:a16="http://schemas.microsoft.com/office/drawing/2014/main" id="{E28DA1AB-CC25-F83C-81F9-266237537B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残流网络描述了图中各边的剩余容量以及可以通过“回流”删除的流量大小，在</a:t>
            </a:r>
            <a:r>
              <a:rPr lang="en-US" altLang="zh-CN"/>
              <a:t>For-Fulkersn</a:t>
            </a:r>
            <a:r>
              <a:rPr lang="zh-CN" altLang="en-US"/>
              <a:t>方法中，正是通过在残存网络中寻找一条从</a:t>
            </a:r>
            <a:r>
              <a:rPr lang="en-US" altLang="zh-CN"/>
              <a:t>S</a:t>
            </a:r>
            <a:r>
              <a:rPr lang="zh-CN" altLang="en-US"/>
              <a:t>到的增广路径，并对应这条路径上的各边对流网络中的各边的流进行修改。如果路径上的一条边存在于流网络中，那么对该边的流增加，否则对其反向边的流减少。 </a:t>
            </a:r>
          </a:p>
        </p:txBody>
      </p:sp>
      <p:sp>
        <p:nvSpPr>
          <p:cNvPr id="103428" name="灯片编号占位符 3">
            <a:extLst>
              <a:ext uri="{FF2B5EF4-FFF2-40B4-BE49-F238E27FC236}">
                <a16:creationId xmlns:a16="http://schemas.microsoft.com/office/drawing/2014/main" id="{C8C1A14F-9DA6-65EA-879E-57E55CDADE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C3700AB-5F4F-4B70-8D87-47D29ED24F9A}" type="slidenum">
              <a:rPr lang="zh-CN" altLang="en-US" sz="1200">
                <a:solidFill>
                  <a:schemeClr val="tx1"/>
                </a:solidFill>
                <a:latin typeface="Times New Roman" panose="02020603050405020304" pitchFamily="18" charset="0"/>
                <a:ea typeface="宋体" panose="02010600030101010101" pitchFamily="2" charset="-122"/>
              </a:rPr>
              <a:pPr/>
              <a:t>66</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a:extLst>
              <a:ext uri="{FF2B5EF4-FFF2-40B4-BE49-F238E27FC236}">
                <a16:creationId xmlns:a16="http://schemas.microsoft.com/office/drawing/2014/main" id="{F0D87338-BB35-9D25-C321-3AF1A4F307F5}"/>
              </a:ext>
            </a:extLst>
          </p:cNvPr>
          <p:cNvSpPr>
            <a:spLocks noGrp="1" noRot="1" noChangeAspect="1" noChangeArrowheads="1" noTextEdit="1"/>
          </p:cNvSpPr>
          <p:nvPr>
            <p:ph type="sldImg"/>
          </p:nvPr>
        </p:nvSpPr>
        <p:spPr>
          <a:ln/>
        </p:spPr>
      </p:sp>
      <p:sp>
        <p:nvSpPr>
          <p:cNvPr id="107523" name="备注占位符 2">
            <a:extLst>
              <a:ext uri="{FF2B5EF4-FFF2-40B4-BE49-F238E27FC236}">
                <a16:creationId xmlns:a16="http://schemas.microsoft.com/office/drawing/2014/main" id="{A4523579-1323-BD84-8B52-2C38C22C5E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前面我们确定了一条路径的最小流量之后，我们实际上可以把这部分流量从图中删去（这个可以看做</a:t>
            </a:r>
            <a:r>
              <a:rPr lang="zh-CN" altLang="en-US" b="1"/>
              <a:t>减治</a:t>
            </a:r>
            <a:r>
              <a:rPr lang="zh-CN" altLang="en-US"/>
              <a:t>的过程）：因为这个路径以后是不会更改的，而且路径之间互不影响。但是也会出现一定的问题：结果往往不是最优的。反向边和残余图可以解决这一问题（但是其证明极其复杂）。</a:t>
            </a:r>
          </a:p>
        </p:txBody>
      </p:sp>
      <p:sp>
        <p:nvSpPr>
          <p:cNvPr id="107524" name="灯片编号占位符 3">
            <a:extLst>
              <a:ext uri="{FF2B5EF4-FFF2-40B4-BE49-F238E27FC236}">
                <a16:creationId xmlns:a16="http://schemas.microsoft.com/office/drawing/2014/main" id="{DBA3800A-77BE-E35F-238D-F0DF3EB8D2A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354E04F-024E-45EE-B0BA-330313E3FB6A}" type="slidenum">
              <a:rPr lang="zh-CN" altLang="en-US" sz="1200">
                <a:solidFill>
                  <a:schemeClr val="tx1"/>
                </a:solidFill>
                <a:latin typeface="Times New Roman" panose="02020603050405020304" pitchFamily="18" charset="0"/>
                <a:ea typeface="宋体" panose="02010600030101010101" pitchFamily="2" charset="-122"/>
              </a:rPr>
              <a:pPr/>
              <a:t>69</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a:extLst>
              <a:ext uri="{FF2B5EF4-FFF2-40B4-BE49-F238E27FC236}">
                <a16:creationId xmlns:a16="http://schemas.microsoft.com/office/drawing/2014/main" id="{8F8C9C04-F272-F6B2-78A9-E34DF214FE2C}"/>
              </a:ext>
            </a:extLst>
          </p:cNvPr>
          <p:cNvSpPr>
            <a:spLocks noGrp="1" noRot="1" noChangeAspect="1" noChangeArrowheads="1" noTextEdit="1"/>
          </p:cNvSpPr>
          <p:nvPr>
            <p:ph type="sldImg"/>
          </p:nvPr>
        </p:nvSpPr>
        <p:spPr>
          <a:ln/>
        </p:spPr>
      </p:sp>
      <p:sp>
        <p:nvSpPr>
          <p:cNvPr id="109571" name="备注占位符 2">
            <a:extLst>
              <a:ext uri="{FF2B5EF4-FFF2-40B4-BE49-F238E27FC236}">
                <a16:creationId xmlns:a16="http://schemas.microsoft.com/office/drawing/2014/main" id="{2E591C5A-4266-0B93-9DFF-E73BD35477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前面我们确定了一条路径的最小流量之后，我们实际上可以把这部分流量从图中删去（这个可以看做</a:t>
            </a:r>
            <a:r>
              <a:rPr lang="zh-CN" altLang="en-US" b="1"/>
              <a:t>减治</a:t>
            </a:r>
            <a:r>
              <a:rPr lang="zh-CN" altLang="en-US"/>
              <a:t>的过程）：因为这个路径以后是不会更改的，而且路径之间互不影响。但是也会出现一定的问题：结果往往不是最优的。反向边和残余图可以解决这一问题（但是其证明极其复杂）。</a:t>
            </a:r>
          </a:p>
        </p:txBody>
      </p:sp>
      <p:sp>
        <p:nvSpPr>
          <p:cNvPr id="109572" name="灯片编号占位符 3">
            <a:extLst>
              <a:ext uri="{FF2B5EF4-FFF2-40B4-BE49-F238E27FC236}">
                <a16:creationId xmlns:a16="http://schemas.microsoft.com/office/drawing/2014/main" id="{A4C01CEF-FC09-5483-3F02-E9C49DA080B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C678DA1-7844-4EA6-98BE-5E50646BBC43}" type="slidenum">
              <a:rPr lang="zh-CN" altLang="en-US" sz="1200">
                <a:solidFill>
                  <a:schemeClr val="tx1"/>
                </a:solidFill>
                <a:latin typeface="Times New Roman" panose="02020603050405020304" pitchFamily="18" charset="0"/>
                <a:ea typeface="宋体" panose="02010600030101010101" pitchFamily="2" charset="-122"/>
              </a:rPr>
              <a:pPr/>
              <a:t>70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7EA0F745-6178-4181-7AFE-42AB7D8D900D}"/>
              </a:ext>
            </a:extLst>
          </p:cNvPr>
          <p:cNvSpPr>
            <a:spLocks noGrp="1" noRot="1" noChangeAspect="1" noChangeArrowheads="1" noTextEdit="1"/>
          </p:cNvSpPr>
          <p:nvPr>
            <p:ph type="sldImg"/>
          </p:nvPr>
        </p:nvSpPr>
        <p:spPr>
          <a:ln/>
        </p:spPr>
      </p:sp>
      <p:sp>
        <p:nvSpPr>
          <p:cNvPr id="113667" name="备注占位符 2">
            <a:extLst>
              <a:ext uri="{FF2B5EF4-FFF2-40B4-BE49-F238E27FC236}">
                <a16:creationId xmlns:a16="http://schemas.microsoft.com/office/drawing/2014/main" id="{AB2BB5E9-7535-76FB-A392-70478FE89F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前面我们确定了一条路径的最小流量之后，我们实际上可以把这部分流量从图中删去（这个可以看做</a:t>
            </a:r>
            <a:r>
              <a:rPr lang="zh-CN" altLang="en-US" b="1"/>
              <a:t>减治</a:t>
            </a:r>
            <a:r>
              <a:rPr lang="zh-CN" altLang="en-US"/>
              <a:t>的过程）：因为这个路径以后是不会更改的，而且路径之间互不影响。但是也会出现一定的问题：结果往往不是最优的。反向边和残余图可以解决这一问题（但是其证明极其复杂）。</a:t>
            </a:r>
          </a:p>
        </p:txBody>
      </p:sp>
      <p:sp>
        <p:nvSpPr>
          <p:cNvPr id="113668" name="灯片编号占位符 3">
            <a:extLst>
              <a:ext uri="{FF2B5EF4-FFF2-40B4-BE49-F238E27FC236}">
                <a16:creationId xmlns:a16="http://schemas.microsoft.com/office/drawing/2014/main" id="{11BF2A21-4685-375D-F905-DCF304E944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973338D-F665-4AE7-9E91-9D306573C4E5}" type="slidenum">
              <a:rPr lang="zh-CN" altLang="en-US" sz="1200">
                <a:solidFill>
                  <a:schemeClr val="tx1"/>
                </a:solidFill>
                <a:latin typeface="Times New Roman" panose="02020603050405020304" pitchFamily="18" charset="0"/>
                <a:ea typeface="宋体" panose="02010600030101010101" pitchFamily="2" charset="-122"/>
              </a:rPr>
              <a:pPr/>
              <a:t>73</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a:extLst>
              <a:ext uri="{FF2B5EF4-FFF2-40B4-BE49-F238E27FC236}">
                <a16:creationId xmlns:a16="http://schemas.microsoft.com/office/drawing/2014/main" id="{857F089E-BB49-14C5-32F1-AA665480CAE3}"/>
              </a:ext>
            </a:extLst>
          </p:cNvPr>
          <p:cNvSpPr>
            <a:spLocks noGrp="1" noRot="1" noChangeAspect="1" noChangeArrowheads="1" noTextEdit="1"/>
          </p:cNvSpPr>
          <p:nvPr>
            <p:ph type="sldImg"/>
          </p:nvPr>
        </p:nvSpPr>
        <p:spPr>
          <a:ln/>
        </p:spPr>
      </p:sp>
      <p:sp>
        <p:nvSpPr>
          <p:cNvPr id="121859" name="备注占位符 2">
            <a:extLst>
              <a:ext uri="{FF2B5EF4-FFF2-40B4-BE49-F238E27FC236}">
                <a16:creationId xmlns:a16="http://schemas.microsoft.com/office/drawing/2014/main" id="{4DAC7334-E2A6-6777-CBDB-B9E2FE1BDD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t>最短路（最少边数）；</a:t>
            </a:r>
            <a:r>
              <a:rPr lang="en-US" altLang="zh-CN" b="1"/>
              <a:t>M</a:t>
            </a:r>
            <a:r>
              <a:rPr lang="zh-CN" altLang="en-US" b="1"/>
              <a:t>是网络中最大边容量的一个上界。</a:t>
            </a:r>
            <a:endParaRPr lang="zh-CN" altLang="en-US"/>
          </a:p>
        </p:txBody>
      </p:sp>
      <p:sp>
        <p:nvSpPr>
          <p:cNvPr id="121860" name="灯片编号占位符 3">
            <a:extLst>
              <a:ext uri="{FF2B5EF4-FFF2-40B4-BE49-F238E27FC236}">
                <a16:creationId xmlns:a16="http://schemas.microsoft.com/office/drawing/2014/main" id="{D42AF2CA-0B72-3659-1DDA-EBAFFACE4C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8B7C728-4EEE-41E5-9C63-EA9DD6A2C4A9}" type="slidenum">
              <a:rPr lang="zh-CN" altLang="en-US" sz="1200">
                <a:solidFill>
                  <a:schemeClr val="tx1"/>
                </a:solidFill>
                <a:latin typeface="Times New Roman" panose="02020603050405020304" pitchFamily="18" charset="0"/>
                <a:ea typeface="宋体" panose="02010600030101010101" pitchFamily="2" charset="-122"/>
              </a:rPr>
              <a:pPr/>
              <a:t>80</a:t>
            </a:fld>
            <a:endParaRPr lang="en-US" altLang="zh-CN" sz="120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E71F262C-75EB-CDB3-A630-44C384A05EA4}"/>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Line 8">
            <a:extLst>
              <a:ext uri="{FF2B5EF4-FFF2-40B4-BE49-F238E27FC236}">
                <a16:creationId xmlns:a16="http://schemas.microsoft.com/office/drawing/2014/main" id="{409FAB09-8448-AEC3-4D96-3A32D35AFCD2}"/>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114" name="Rectangle 2"/>
          <p:cNvSpPr>
            <a:spLocks noGrp="1" noChangeArrowheads="1"/>
          </p:cNvSpPr>
          <p:nvPr>
            <p:ph type="ctrTitle"/>
          </p:nvPr>
        </p:nvSpPr>
        <p:spPr>
          <a:xfrm>
            <a:off x="914400" y="1524000"/>
            <a:ext cx="7623175" cy="1752600"/>
          </a:xfrm>
        </p:spPr>
        <p:txBody>
          <a:bodyPr/>
          <a:lstStyle>
            <a:lvl1pPr>
              <a:defRPr sz="5000"/>
            </a:lvl1pPr>
          </a:lstStyle>
          <a:p>
            <a:r>
              <a:rPr lang="en-US" altLang="zh-CN"/>
              <a:t>单击此处编辑母版标题样式</a:t>
            </a:r>
          </a:p>
        </p:txBody>
      </p:sp>
      <p:sp>
        <p:nvSpPr>
          <p:cNvPr id="34611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a:t>单击此处编辑母版副标题样式</a:t>
            </a:r>
          </a:p>
        </p:txBody>
      </p:sp>
      <p:sp>
        <p:nvSpPr>
          <p:cNvPr id="4" name="Rectangle 4">
            <a:extLst>
              <a:ext uri="{FF2B5EF4-FFF2-40B4-BE49-F238E27FC236}">
                <a16:creationId xmlns:a16="http://schemas.microsoft.com/office/drawing/2014/main" id="{76C6A242-226C-6EBC-4122-3A32115779E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EDED4B3-E2E2-B4A3-250F-F3D9D9EDFCE4}"/>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53DD37D-42D4-1E5F-B209-841C7EC1DFA7}"/>
              </a:ext>
            </a:extLst>
          </p:cNvPr>
          <p:cNvSpPr>
            <a:spLocks noGrp="1" noChangeArrowheads="1"/>
          </p:cNvSpPr>
          <p:nvPr>
            <p:ph type="sldNum" sz="quarter" idx="12"/>
          </p:nvPr>
        </p:nvSpPr>
        <p:spPr/>
        <p:txBody>
          <a:bodyPr/>
          <a:lstStyle>
            <a:lvl1pPr>
              <a:defRPr/>
            </a:lvl1pPr>
          </a:lstStyle>
          <a:p>
            <a:fld id="{19091049-AE31-46CA-B294-D2BCD7E6F225}" type="slidenum">
              <a:rPr lang="en-US" altLang="zh-CN"/>
              <a:pPr/>
              <a:t>‹#›</a:t>
            </a:fld>
            <a:endParaRPr lang="en-US" altLang="zh-CN"/>
          </a:p>
        </p:txBody>
      </p:sp>
    </p:spTree>
    <p:extLst>
      <p:ext uri="{BB962C8B-B14F-4D97-AF65-F5344CB8AC3E}">
        <p14:creationId xmlns:p14="http://schemas.microsoft.com/office/powerpoint/2010/main" val="350233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4EC8336B-0129-1306-10E7-26332B725E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02214D0-FA29-D29F-D728-86E2E2E015D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A3505AF-9F45-09AD-E6B7-F0EC34F30DF2}"/>
              </a:ext>
            </a:extLst>
          </p:cNvPr>
          <p:cNvSpPr>
            <a:spLocks noGrp="1" noChangeArrowheads="1"/>
          </p:cNvSpPr>
          <p:nvPr>
            <p:ph type="sldNum" sz="quarter" idx="12"/>
          </p:nvPr>
        </p:nvSpPr>
        <p:spPr>
          <a:ln/>
        </p:spPr>
        <p:txBody>
          <a:bodyPr/>
          <a:lstStyle>
            <a:lvl1pPr>
              <a:defRPr/>
            </a:lvl1pPr>
          </a:lstStyle>
          <a:p>
            <a:fld id="{B6E3A7FC-147C-4264-A367-6391BD81D4DD}" type="slidenum">
              <a:rPr lang="en-US" altLang="zh-CN"/>
              <a:pPr/>
              <a:t>‹#›</a:t>
            </a:fld>
            <a:endParaRPr lang="en-US" altLang="zh-CN"/>
          </a:p>
        </p:txBody>
      </p:sp>
    </p:spTree>
    <p:extLst>
      <p:ext uri="{BB962C8B-B14F-4D97-AF65-F5344CB8AC3E}">
        <p14:creationId xmlns:p14="http://schemas.microsoft.com/office/powerpoint/2010/main" val="416556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75034DD-5661-7C45-9C50-B0901DB1FE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D7339F1-449D-ECAC-14FC-86A4C4E0D27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60C31C5-97AF-FE4C-EEAF-80EE5C7AA174}"/>
              </a:ext>
            </a:extLst>
          </p:cNvPr>
          <p:cNvSpPr>
            <a:spLocks noGrp="1" noChangeArrowheads="1"/>
          </p:cNvSpPr>
          <p:nvPr>
            <p:ph type="sldNum" sz="quarter" idx="12"/>
          </p:nvPr>
        </p:nvSpPr>
        <p:spPr>
          <a:ln/>
        </p:spPr>
        <p:txBody>
          <a:bodyPr/>
          <a:lstStyle>
            <a:lvl1pPr>
              <a:defRPr/>
            </a:lvl1pPr>
          </a:lstStyle>
          <a:p>
            <a:fld id="{B565C1FA-AC69-4C3D-92B8-42996EBB90BE}" type="slidenum">
              <a:rPr lang="en-US" altLang="zh-CN"/>
              <a:pPr/>
              <a:t>‹#›</a:t>
            </a:fld>
            <a:endParaRPr lang="en-US" altLang="zh-CN"/>
          </a:p>
        </p:txBody>
      </p:sp>
    </p:spTree>
    <p:extLst>
      <p:ext uri="{BB962C8B-B14F-4D97-AF65-F5344CB8AC3E}">
        <p14:creationId xmlns:p14="http://schemas.microsoft.com/office/powerpoint/2010/main" val="2436771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69BD2E6-AABD-88EB-659F-A3141B80F90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E5B4B85-AEB8-2BA9-3E20-4F675E55070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73C3B81-4EAF-B163-2D7A-F8035D648F0E}"/>
              </a:ext>
            </a:extLst>
          </p:cNvPr>
          <p:cNvSpPr>
            <a:spLocks noGrp="1" noChangeArrowheads="1"/>
          </p:cNvSpPr>
          <p:nvPr>
            <p:ph type="sldNum" sz="quarter" idx="12"/>
          </p:nvPr>
        </p:nvSpPr>
        <p:spPr>
          <a:ln/>
        </p:spPr>
        <p:txBody>
          <a:bodyPr/>
          <a:lstStyle>
            <a:lvl1pPr>
              <a:defRPr/>
            </a:lvl1pPr>
          </a:lstStyle>
          <a:p>
            <a:fld id="{6F620BC3-B185-4377-AFE4-12C193FB82A4}" type="slidenum">
              <a:rPr lang="en-US" altLang="zh-CN"/>
              <a:pPr/>
              <a:t>‹#›</a:t>
            </a:fld>
            <a:endParaRPr lang="en-US" altLang="zh-CN"/>
          </a:p>
        </p:txBody>
      </p:sp>
    </p:spTree>
    <p:extLst>
      <p:ext uri="{BB962C8B-B14F-4D97-AF65-F5344CB8AC3E}">
        <p14:creationId xmlns:p14="http://schemas.microsoft.com/office/powerpoint/2010/main" val="4165762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BDF1F65-6167-A4E1-6E55-37DCD7913F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0B954F96-A1B5-3DA3-5A8D-990ED2EB1CE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A919BCC7-CBD6-082C-E35E-C9DEBC619B1D}"/>
              </a:ext>
            </a:extLst>
          </p:cNvPr>
          <p:cNvSpPr>
            <a:spLocks noGrp="1" noChangeArrowheads="1"/>
          </p:cNvSpPr>
          <p:nvPr>
            <p:ph type="sldNum" sz="quarter" idx="12"/>
          </p:nvPr>
        </p:nvSpPr>
        <p:spPr>
          <a:ln/>
        </p:spPr>
        <p:txBody>
          <a:bodyPr/>
          <a:lstStyle>
            <a:lvl1pPr>
              <a:defRPr/>
            </a:lvl1pPr>
          </a:lstStyle>
          <a:p>
            <a:fld id="{1448C548-973F-40B6-8460-07157E5B9DA8}" type="slidenum">
              <a:rPr lang="en-US" altLang="zh-CN"/>
              <a:pPr/>
              <a:t>‹#›</a:t>
            </a:fld>
            <a:endParaRPr lang="en-US" altLang="zh-CN"/>
          </a:p>
        </p:txBody>
      </p:sp>
    </p:spTree>
    <p:extLst>
      <p:ext uri="{BB962C8B-B14F-4D97-AF65-F5344CB8AC3E}">
        <p14:creationId xmlns:p14="http://schemas.microsoft.com/office/powerpoint/2010/main" val="1458258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9A825BEC-6FD2-0286-EC56-614206206C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9FF4FA21-505B-D8D1-D8A4-380AB0545F6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57157A8-7FDE-B55C-B20F-A8ADC248FC2A}"/>
              </a:ext>
            </a:extLst>
          </p:cNvPr>
          <p:cNvSpPr>
            <a:spLocks noGrp="1" noChangeArrowheads="1"/>
          </p:cNvSpPr>
          <p:nvPr>
            <p:ph type="sldNum" sz="quarter" idx="12"/>
          </p:nvPr>
        </p:nvSpPr>
        <p:spPr>
          <a:ln/>
        </p:spPr>
        <p:txBody>
          <a:bodyPr/>
          <a:lstStyle>
            <a:lvl1pPr>
              <a:defRPr/>
            </a:lvl1pPr>
          </a:lstStyle>
          <a:p>
            <a:fld id="{4FF1D623-444D-4035-A7D7-B4161708E7A0}" type="slidenum">
              <a:rPr lang="en-US" altLang="zh-CN"/>
              <a:pPr/>
              <a:t>‹#›</a:t>
            </a:fld>
            <a:endParaRPr lang="en-US" altLang="zh-CN"/>
          </a:p>
        </p:txBody>
      </p:sp>
    </p:spTree>
    <p:extLst>
      <p:ext uri="{BB962C8B-B14F-4D97-AF65-F5344CB8AC3E}">
        <p14:creationId xmlns:p14="http://schemas.microsoft.com/office/powerpoint/2010/main" val="90355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E3A1363-8744-7CA8-0338-CEA358B04B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057FBD09-4FDB-96B8-6387-0ED76E9E074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DB806DE-53EB-AEB0-1977-7A3E450A4055}"/>
              </a:ext>
            </a:extLst>
          </p:cNvPr>
          <p:cNvSpPr>
            <a:spLocks noGrp="1" noChangeArrowheads="1"/>
          </p:cNvSpPr>
          <p:nvPr>
            <p:ph type="sldNum" sz="quarter" idx="12"/>
          </p:nvPr>
        </p:nvSpPr>
        <p:spPr>
          <a:ln/>
        </p:spPr>
        <p:txBody>
          <a:bodyPr/>
          <a:lstStyle>
            <a:lvl1pPr>
              <a:defRPr/>
            </a:lvl1pPr>
          </a:lstStyle>
          <a:p>
            <a:fld id="{6BD9AFB7-B56D-479D-A3AD-3D8DB6BD4C7A}" type="slidenum">
              <a:rPr lang="en-US" altLang="zh-CN"/>
              <a:pPr/>
              <a:t>‹#›</a:t>
            </a:fld>
            <a:endParaRPr lang="en-US" altLang="zh-CN"/>
          </a:p>
        </p:txBody>
      </p:sp>
    </p:spTree>
    <p:extLst>
      <p:ext uri="{BB962C8B-B14F-4D97-AF65-F5344CB8AC3E}">
        <p14:creationId xmlns:p14="http://schemas.microsoft.com/office/powerpoint/2010/main" val="193972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58C41D5-CA59-328A-444F-BEED21CE3D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BE63E2F-84FB-2008-00BD-32FACFD870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25BF66F-9FBE-39A1-69CE-89583E7FDE8D}"/>
              </a:ext>
            </a:extLst>
          </p:cNvPr>
          <p:cNvSpPr>
            <a:spLocks noGrp="1" noChangeArrowheads="1"/>
          </p:cNvSpPr>
          <p:nvPr>
            <p:ph type="sldNum" sz="quarter" idx="12"/>
          </p:nvPr>
        </p:nvSpPr>
        <p:spPr>
          <a:ln/>
        </p:spPr>
        <p:txBody>
          <a:bodyPr/>
          <a:lstStyle>
            <a:lvl1pPr>
              <a:defRPr/>
            </a:lvl1pPr>
          </a:lstStyle>
          <a:p>
            <a:fld id="{304BE988-C377-4B50-B7BD-637FF0DA084D}" type="slidenum">
              <a:rPr lang="en-US" altLang="zh-CN"/>
              <a:pPr/>
              <a:t>‹#›</a:t>
            </a:fld>
            <a:endParaRPr lang="en-US" altLang="zh-CN"/>
          </a:p>
        </p:txBody>
      </p:sp>
    </p:spTree>
    <p:extLst>
      <p:ext uri="{BB962C8B-B14F-4D97-AF65-F5344CB8AC3E}">
        <p14:creationId xmlns:p14="http://schemas.microsoft.com/office/powerpoint/2010/main" val="231998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2784647-474A-575C-25A0-F0A8519FFF8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32E8EBE-8C46-BF30-2465-AE7497A8FDD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110B2E81-6FD8-183F-935B-7C18FE423CE9}"/>
              </a:ext>
            </a:extLst>
          </p:cNvPr>
          <p:cNvSpPr>
            <a:spLocks noGrp="1" noChangeArrowheads="1"/>
          </p:cNvSpPr>
          <p:nvPr>
            <p:ph type="sldNum" sz="quarter" idx="12"/>
          </p:nvPr>
        </p:nvSpPr>
        <p:spPr>
          <a:ln/>
        </p:spPr>
        <p:txBody>
          <a:bodyPr/>
          <a:lstStyle>
            <a:lvl1pPr>
              <a:defRPr/>
            </a:lvl1pPr>
          </a:lstStyle>
          <a:p>
            <a:fld id="{9B1BE25C-9BEF-4236-9280-81ADE3FCD57C}" type="slidenum">
              <a:rPr lang="en-US" altLang="zh-CN"/>
              <a:pPr/>
              <a:t>‹#›</a:t>
            </a:fld>
            <a:endParaRPr lang="en-US" altLang="zh-CN"/>
          </a:p>
        </p:txBody>
      </p:sp>
    </p:spTree>
    <p:extLst>
      <p:ext uri="{BB962C8B-B14F-4D97-AF65-F5344CB8AC3E}">
        <p14:creationId xmlns:p14="http://schemas.microsoft.com/office/powerpoint/2010/main" val="1001177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81F7DFE-3A48-7697-EE96-F028CE2556F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8C32D0D-CF1F-4F92-7E0F-25B5273279B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B3AB6C1-99D0-70CE-C6AD-059B8CF3563A}"/>
              </a:ext>
            </a:extLst>
          </p:cNvPr>
          <p:cNvSpPr>
            <a:spLocks noGrp="1" noChangeArrowheads="1"/>
          </p:cNvSpPr>
          <p:nvPr>
            <p:ph type="sldNum" sz="quarter" idx="12"/>
          </p:nvPr>
        </p:nvSpPr>
        <p:spPr>
          <a:ln/>
        </p:spPr>
        <p:txBody>
          <a:bodyPr/>
          <a:lstStyle>
            <a:lvl1pPr>
              <a:defRPr/>
            </a:lvl1pPr>
          </a:lstStyle>
          <a:p>
            <a:fld id="{82D7C094-6278-4AB9-A6EA-E844AFA9A648}" type="slidenum">
              <a:rPr lang="en-US" altLang="zh-CN"/>
              <a:pPr/>
              <a:t>‹#›</a:t>
            </a:fld>
            <a:endParaRPr lang="en-US" altLang="zh-CN"/>
          </a:p>
        </p:txBody>
      </p:sp>
    </p:spTree>
    <p:extLst>
      <p:ext uri="{BB962C8B-B14F-4D97-AF65-F5344CB8AC3E}">
        <p14:creationId xmlns:p14="http://schemas.microsoft.com/office/powerpoint/2010/main" val="2981715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D0370F2-436A-D99C-06E8-5AFDC9CBC3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9376BD0-A6C5-BF00-0B73-0D8FFE9681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F8B03BC-79DE-0FAC-47F5-A31397FA3E69}"/>
              </a:ext>
            </a:extLst>
          </p:cNvPr>
          <p:cNvSpPr>
            <a:spLocks noGrp="1" noChangeArrowheads="1"/>
          </p:cNvSpPr>
          <p:nvPr>
            <p:ph type="sldNum" sz="quarter" idx="12"/>
          </p:nvPr>
        </p:nvSpPr>
        <p:spPr>
          <a:ln/>
        </p:spPr>
        <p:txBody>
          <a:bodyPr/>
          <a:lstStyle>
            <a:lvl1pPr>
              <a:defRPr/>
            </a:lvl1pPr>
          </a:lstStyle>
          <a:p>
            <a:fld id="{D6997CD3-F37E-4977-BAF0-48EFFE296099}" type="slidenum">
              <a:rPr lang="en-US" altLang="zh-CN"/>
              <a:pPr/>
              <a:t>‹#›</a:t>
            </a:fld>
            <a:endParaRPr lang="en-US" altLang="zh-CN"/>
          </a:p>
        </p:txBody>
      </p:sp>
    </p:spTree>
    <p:extLst>
      <p:ext uri="{BB962C8B-B14F-4D97-AF65-F5344CB8AC3E}">
        <p14:creationId xmlns:p14="http://schemas.microsoft.com/office/powerpoint/2010/main" val="2875435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A46312D-22C9-07F0-DBBE-4FC52386498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5188100-15EF-9AD5-E834-65F30AC216F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A31E86C-2352-991C-80CD-E1125AF085D0}"/>
              </a:ext>
            </a:extLst>
          </p:cNvPr>
          <p:cNvSpPr>
            <a:spLocks noGrp="1" noChangeArrowheads="1"/>
          </p:cNvSpPr>
          <p:nvPr>
            <p:ph type="sldNum" sz="quarter" idx="12"/>
          </p:nvPr>
        </p:nvSpPr>
        <p:spPr>
          <a:ln/>
        </p:spPr>
        <p:txBody>
          <a:bodyPr/>
          <a:lstStyle>
            <a:lvl1pPr>
              <a:defRPr/>
            </a:lvl1pPr>
          </a:lstStyle>
          <a:p>
            <a:fld id="{AB53DA9D-5DCC-4BDA-9C5F-FCE6C1284708}" type="slidenum">
              <a:rPr lang="en-US" altLang="zh-CN"/>
              <a:pPr/>
              <a:t>‹#›</a:t>
            </a:fld>
            <a:endParaRPr lang="en-US" altLang="zh-CN"/>
          </a:p>
        </p:txBody>
      </p:sp>
    </p:spTree>
    <p:extLst>
      <p:ext uri="{BB962C8B-B14F-4D97-AF65-F5344CB8AC3E}">
        <p14:creationId xmlns:p14="http://schemas.microsoft.com/office/powerpoint/2010/main" val="139465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图表占位符 2"/>
          <p:cNvSpPr>
            <a:spLocks noGrp="1"/>
          </p:cNvSpPr>
          <p:nvPr>
            <p:ph type="chart" idx="1"/>
          </p:nvPr>
        </p:nvSpPr>
        <p:spPr>
          <a:xfrm>
            <a:off x="457200" y="1600200"/>
            <a:ext cx="8229600" cy="4525963"/>
          </a:xfrm>
        </p:spPr>
        <p:txBody>
          <a:bodyPr/>
          <a:lstStyle/>
          <a:p>
            <a:pPr lvl="0"/>
            <a:endParaRPr lang="zh-CN" altLang="en-US" noProof="0"/>
          </a:p>
        </p:txBody>
      </p:sp>
      <p:sp>
        <p:nvSpPr>
          <p:cNvPr id="4" name="日期占位符 3">
            <a:extLst>
              <a:ext uri="{FF2B5EF4-FFF2-40B4-BE49-F238E27FC236}">
                <a16:creationId xmlns:a16="http://schemas.microsoft.com/office/drawing/2014/main" id="{A53D9152-1284-5E8B-B12C-DF4214EBF30F}"/>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F824CCE-BDFE-4BF1-F0FF-AB234E709DA2}"/>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E8A34D2-D32F-EE98-6DBC-B55197B9F887}"/>
              </a:ext>
            </a:extLst>
          </p:cNvPr>
          <p:cNvSpPr>
            <a:spLocks noGrp="1"/>
          </p:cNvSpPr>
          <p:nvPr>
            <p:ph type="sldNum" sz="quarter" idx="12"/>
          </p:nvPr>
        </p:nvSpPr>
        <p:spPr>
          <a:xfrm>
            <a:off x="6553200" y="6245225"/>
            <a:ext cx="2133600" cy="476250"/>
          </a:xfrm>
        </p:spPr>
        <p:txBody>
          <a:bodyPr/>
          <a:lstStyle>
            <a:lvl1pPr>
              <a:defRPr/>
            </a:lvl1pPr>
          </a:lstStyle>
          <a:p>
            <a:fld id="{92828F39-85F8-4392-B3C0-4A11050FCC96}" type="slidenum">
              <a:rPr lang="zh-CN" altLang="en-US"/>
              <a:pPr/>
              <a:t>‹#›</a:t>
            </a:fld>
            <a:endParaRPr lang="en-US" altLang="zh-CN"/>
          </a:p>
        </p:txBody>
      </p:sp>
    </p:spTree>
    <p:extLst>
      <p:ext uri="{BB962C8B-B14F-4D97-AF65-F5344CB8AC3E}">
        <p14:creationId xmlns:p14="http://schemas.microsoft.com/office/powerpoint/2010/main" val="403465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C9CB630-3579-EC3D-01C2-3118D115C9D2}"/>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单击此处编辑母版标题样式</a:t>
            </a:r>
          </a:p>
        </p:txBody>
      </p:sp>
      <p:sp>
        <p:nvSpPr>
          <p:cNvPr id="1027" name="Rectangle 3">
            <a:extLst>
              <a:ext uri="{FF2B5EF4-FFF2-40B4-BE49-F238E27FC236}">
                <a16:creationId xmlns:a16="http://schemas.microsoft.com/office/drawing/2014/main" id="{289F21E6-40A1-3133-BE1B-EAFC93B4A28C}"/>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345092" name="Rectangle 4">
            <a:extLst>
              <a:ext uri="{FF2B5EF4-FFF2-40B4-BE49-F238E27FC236}">
                <a16:creationId xmlns:a16="http://schemas.microsoft.com/office/drawing/2014/main" id="{C19CE2C3-8D2F-21E9-8E33-1E884C6012A6}"/>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3" name="Rectangle 5">
            <a:extLst>
              <a:ext uri="{FF2B5EF4-FFF2-40B4-BE49-F238E27FC236}">
                <a16:creationId xmlns:a16="http://schemas.microsoft.com/office/drawing/2014/main" id="{C0355FC6-A44F-1A74-7031-927CDEACEEC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4" name="Rectangle 6">
            <a:extLst>
              <a:ext uri="{FF2B5EF4-FFF2-40B4-BE49-F238E27FC236}">
                <a16:creationId xmlns:a16="http://schemas.microsoft.com/office/drawing/2014/main" id="{CAE899A3-674F-170A-473E-45658F5DE198}"/>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Garamond" panose="02020404030301010803" pitchFamily="18" charset="0"/>
                <a:ea typeface="宋体" panose="02010600030101010101" pitchFamily="2" charset="-122"/>
              </a:defRPr>
            </a:lvl1pPr>
          </a:lstStyle>
          <a:p>
            <a:fld id="{45C93044-FCDC-47A8-9722-CC197E2EB657}" type="slidenum">
              <a:rPr lang="en-US" altLang="zh-CN"/>
              <a:pPr/>
              <a:t>‹#›</a:t>
            </a:fld>
            <a:endParaRPr lang="en-US" altLang="zh-CN"/>
          </a:p>
        </p:txBody>
      </p:sp>
      <p:sp>
        <p:nvSpPr>
          <p:cNvPr id="1031" name="Freeform 7">
            <a:extLst>
              <a:ext uri="{FF2B5EF4-FFF2-40B4-BE49-F238E27FC236}">
                <a16:creationId xmlns:a16="http://schemas.microsoft.com/office/drawing/2014/main" id="{841E1616-3DC3-94C2-4A2A-80DC14500C51}"/>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B7307445-3115-F4F1-FA5F-5A4E1045B92F}"/>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527" r:id="rId1"/>
    <p:sldLayoutId id="2147484516" r:id="rId2"/>
    <p:sldLayoutId id="2147484517" r:id="rId3"/>
    <p:sldLayoutId id="2147484518" r:id="rId4"/>
    <p:sldLayoutId id="2147484519" r:id="rId5"/>
    <p:sldLayoutId id="2147484520" r:id="rId6"/>
    <p:sldLayoutId id="2147484521" r:id="rId7"/>
    <p:sldLayoutId id="2147484522" r:id="rId8"/>
    <p:sldLayoutId id="2147484523" r:id="rId9"/>
    <p:sldLayoutId id="2147484524" r:id="rId10"/>
    <p:sldLayoutId id="2147484525" r:id="rId11"/>
    <p:sldLayoutId id="2147484526" r:id="rId12"/>
    <p:sldLayoutId id="2147484528" r:id="rId13"/>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2pPr>
      <a:lvl3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3pPr>
      <a:lvl4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4pPr>
      <a:lvl5pPr algn="l" rtl="0" eaLnBrk="0" fontAlgn="base" hangingPunct="0">
        <a:spcBef>
          <a:spcPct val="0"/>
        </a:spcBef>
        <a:spcAft>
          <a:spcPct val="0"/>
        </a:spcAft>
        <a:defRPr sz="4200">
          <a:solidFill>
            <a:schemeClr val="tx2"/>
          </a:solidFill>
          <a:latin typeface="Arial Black" panose="020B0A04020102020204" pitchFamily="34"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7.gif"/><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9.gif"/><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4.bin"/><Relationship Id="rId4" Type="http://schemas.openxmlformats.org/officeDocument/2006/relationships/image" Target="../media/image2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20.wmf"/><Relationship Id="rId7" Type="http://schemas.openxmlformats.org/officeDocument/2006/relationships/image" Target="../media/image23.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25.wmf"/><Relationship Id="rId5" Type="http://schemas.openxmlformats.org/officeDocument/2006/relationships/image" Target="../media/image21.wmf"/><Relationship Id="rId10" Type="http://schemas.openxmlformats.org/officeDocument/2006/relationships/oleObject" Target="../embeddings/oleObject8.bin"/><Relationship Id="rId4" Type="http://schemas.openxmlformats.org/officeDocument/2006/relationships/oleObject" Target="../embeddings/oleObject4.bin"/><Relationship Id="rId9" Type="http://schemas.openxmlformats.org/officeDocument/2006/relationships/image" Target="../media/image24.wmf"/></Relationships>
</file>

<file path=ppt/slides/_rels/slide24.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4.bin"/><Relationship Id="rId4" Type="http://schemas.openxmlformats.org/officeDocument/2006/relationships/image" Target="../media/image20.wmf"/></Relationships>
</file>

<file path=ppt/slides/_rels/slide2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21.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4.bin"/><Relationship Id="rId4" Type="http://schemas.openxmlformats.org/officeDocument/2006/relationships/image" Target="../media/image20.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24.wmf"/><Relationship Id="rId4"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27.wmf"/><Relationship Id="rId4" Type="http://schemas.openxmlformats.org/officeDocument/2006/relationships/oleObject" Target="../embeddings/oleObject10.bin"/></Relationships>
</file>

<file path=ppt/slides/_rels/slide38.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13.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15.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wmf"/><Relationship Id="rId5" Type="http://schemas.openxmlformats.org/officeDocument/2006/relationships/oleObject" Target="../embeddings/oleObject17.bin"/><Relationship Id="rId4" Type="http://schemas.openxmlformats.org/officeDocument/2006/relationships/image" Target="../media/image33.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4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9.bin"/><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46.wmf"/><Relationship Id="rId4" Type="http://schemas.openxmlformats.org/officeDocument/2006/relationships/oleObject" Target="../embeddings/oleObject21.bin"/></Relationships>
</file>

<file path=ppt/slides/_rels/slide51.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23.bin"/></Relationships>
</file>

<file path=ppt/slides/_rels/slide52.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oleObject" Target="../embeddings/oleObject24.bin"/><Relationship Id="rId1" Type="http://schemas.openxmlformats.org/officeDocument/2006/relationships/slideLayout" Target="../slideLayouts/slideLayout2.xml"/><Relationship Id="rId5" Type="http://schemas.openxmlformats.org/officeDocument/2006/relationships/image" Target="../media/image50.wmf"/><Relationship Id="rId4" Type="http://schemas.openxmlformats.org/officeDocument/2006/relationships/oleObject" Target="../embeddings/oleObject25.bin"/></Relationships>
</file>

<file path=ppt/slides/_rels/slide53.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52.wmf"/><Relationship Id="rId4" Type="http://schemas.openxmlformats.org/officeDocument/2006/relationships/oleObject" Target="../embeddings/oleObject2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2.png"/><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2.png"/><Relationship Id="rId4" Type="http://schemas.openxmlformats.org/officeDocument/2006/relationships/image" Target="../media/image61.png"/></Relationships>
</file>

<file path=ppt/slides/_rels/slide60.x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5" Type="http://schemas.openxmlformats.org/officeDocument/2006/relationships/image" Target="../media/image64.wmf"/><Relationship Id="rId4" Type="http://schemas.openxmlformats.org/officeDocument/2006/relationships/oleObject" Target="../embeddings/oleObject29.bin"/></Relationships>
</file>

<file path=ppt/slides/_rels/slide6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63.wmf"/><Relationship Id="rId7" Type="http://schemas.openxmlformats.org/officeDocument/2006/relationships/image" Target="../media/image62.png"/><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63.wmf"/><Relationship Id="rId7" Type="http://schemas.openxmlformats.org/officeDocument/2006/relationships/image" Target="../media/image65.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67.png"/><Relationship Id="rId5" Type="http://schemas.openxmlformats.org/officeDocument/2006/relationships/image" Target="../media/image64.wmf"/><Relationship Id="rId10" Type="http://schemas.openxmlformats.org/officeDocument/2006/relationships/image" Target="../media/image60.png"/><Relationship Id="rId4" Type="http://schemas.openxmlformats.org/officeDocument/2006/relationships/oleObject" Target="../embeddings/oleObject29.bin"/><Relationship Id="rId9" Type="http://schemas.openxmlformats.org/officeDocument/2006/relationships/image" Target="../media/image66.png"/></Relationships>
</file>

<file path=ppt/slides/_rels/slide63.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31.bin"/><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67.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7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7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CFD9DBB0-73AF-7C91-CB64-0DE931FB0E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A81E954-BAC9-4E8E-9167-E29D7CD7472E}" type="slidenum">
              <a:rPr lang="en-US" altLang="zh-CN" sz="1200">
                <a:latin typeface="Garamond" panose="02020404030301010803" pitchFamily="18" charset="0"/>
              </a:rPr>
              <a:pPr>
                <a:spcBef>
                  <a:spcPct val="0"/>
                </a:spcBef>
                <a:buClrTx/>
                <a:buSzTx/>
                <a:buFontTx/>
                <a:buNone/>
              </a:pPr>
              <a:t>1</a:t>
            </a:fld>
            <a:endParaRPr lang="en-US" altLang="zh-CN" sz="1200">
              <a:latin typeface="Garamond" panose="02020404030301010803" pitchFamily="18" charset="0"/>
            </a:endParaRPr>
          </a:p>
        </p:txBody>
      </p:sp>
      <p:sp>
        <p:nvSpPr>
          <p:cNvPr id="5" name="Rectangle 2">
            <a:extLst>
              <a:ext uri="{FF2B5EF4-FFF2-40B4-BE49-F238E27FC236}">
                <a16:creationId xmlns:a16="http://schemas.microsoft.com/office/drawing/2014/main" id="{69CA5F32-3E5A-B725-AF40-9BD798C60DC9}"/>
              </a:ext>
            </a:extLst>
          </p:cNvPr>
          <p:cNvSpPr txBox="1">
            <a:spLocks noChangeArrowheads="1"/>
          </p:cNvSpPr>
          <p:nvPr/>
        </p:nvSpPr>
        <p:spPr bwMode="auto">
          <a:xfrm>
            <a:off x="2357438" y="2214563"/>
            <a:ext cx="5921375" cy="1357312"/>
          </a:xfrm>
          <a:prstGeom prst="rect">
            <a:avLst/>
          </a:prstGeom>
          <a:noFill/>
          <a:ln w="9525">
            <a:noFill/>
            <a:miter lim="800000"/>
            <a:headEnd/>
            <a:tailEnd/>
          </a:ln>
        </p:spPr>
        <p:txBody>
          <a:bodyPr/>
          <a:lstStyle/>
          <a:p>
            <a:pPr eaLnBrk="1" hangingPunct="1">
              <a:spcBef>
                <a:spcPct val="20000"/>
              </a:spcBef>
              <a:buClr>
                <a:schemeClr val="accent1"/>
              </a:buClr>
              <a:buSzPct val="65000"/>
              <a:buFont typeface="Wingdings" panose="05000000000000000000" pitchFamily="2" charset="2"/>
              <a:buNone/>
              <a:defRPr/>
            </a:pPr>
            <a:r>
              <a:rPr lang="zh-CN" altLang="en-US" sz="3600" kern="0" dirty="0">
                <a:solidFill>
                  <a:srgbClr val="800000"/>
                </a:solidFill>
                <a:effectLst>
                  <a:outerShdw blurRad="38100" dist="38100" dir="2700000" algn="tl">
                    <a:srgbClr val="C0C0C0"/>
                  </a:outerShdw>
                </a:effectLst>
                <a:latin typeface="+mj-lt"/>
                <a:ea typeface="黑体" pitchFamily="49" charset="-122"/>
                <a:cs typeface="+mj-cs"/>
              </a:rPr>
              <a:t>第</a:t>
            </a:r>
            <a:r>
              <a:rPr lang="en-US" altLang="zh-CN" sz="3600" kern="0" dirty="0">
                <a:solidFill>
                  <a:srgbClr val="800000"/>
                </a:solidFill>
                <a:effectLst>
                  <a:outerShdw blurRad="38100" dist="38100" dir="2700000" algn="tl">
                    <a:srgbClr val="C0C0C0"/>
                  </a:outerShdw>
                </a:effectLst>
                <a:latin typeface="+mj-lt"/>
                <a:ea typeface="黑体" pitchFamily="49" charset="-122"/>
                <a:cs typeface="+mj-cs"/>
              </a:rPr>
              <a:t>8</a:t>
            </a:r>
            <a:r>
              <a:rPr lang="zh-CN" altLang="en-US" sz="3600" kern="0" dirty="0">
                <a:solidFill>
                  <a:srgbClr val="800000"/>
                </a:solidFill>
                <a:effectLst>
                  <a:outerShdw blurRad="38100" dist="38100" dir="2700000" algn="tl">
                    <a:srgbClr val="C0C0C0"/>
                  </a:outerShdw>
                </a:effectLst>
                <a:latin typeface="+mj-lt"/>
                <a:ea typeface="黑体" pitchFamily="49" charset="-122"/>
                <a:cs typeface="+mj-cs"/>
              </a:rPr>
              <a:t>章   线性规划</a:t>
            </a:r>
            <a:endParaRPr lang="en-US" altLang="zh-CN" sz="3600" kern="0" dirty="0">
              <a:solidFill>
                <a:srgbClr val="800000"/>
              </a:solidFill>
              <a:effectLst>
                <a:outerShdw blurRad="38100" dist="38100" dir="2700000" algn="tl">
                  <a:srgbClr val="C0C0C0"/>
                </a:outerShdw>
              </a:effectLst>
              <a:latin typeface="+mj-lt"/>
              <a:ea typeface="黑体" pitchFamily="49" charset="-122"/>
              <a:cs typeface="+mj-cs"/>
            </a:endParaRPr>
          </a:p>
          <a:p>
            <a:pPr eaLnBrk="1" hangingPunct="1">
              <a:spcBef>
                <a:spcPct val="20000"/>
              </a:spcBef>
              <a:buClr>
                <a:schemeClr val="accent1"/>
              </a:buClr>
              <a:buSzPct val="65000"/>
              <a:buFont typeface="Wingdings" panose="05000000000000000000" pitchFamily="2" charset="2"/>
              <a:buNone/>
              <a:defRPr/>
            </a:pPr>
            <a:r>
              <a:rPr lang="en-US" altLang="zh-CN" sz="3600" kern="0" dirty="0">
                <a:solidFill>
                  <a:srgbClr val="800000"/>
                </a:solidFill>
                <a:effectLst>
                  <a:outerShdw blurRad="38100" dist="38100" dir="2700000" algn="tl">
                    <a:srgbClr val="C0C0C0"/>
                  </a:outerShdw>
                </a:effectLst>
                <a:latin typeface="+mj-lt"/>
                <a:ea typeface="黑体" pitchFamily="49" charset="-122"/>
                <a:cs typeface="+mj-cs"/>
              </a:rPr>
              <a:t>(Linear Programming)</a:t>
            </a:r>
          </a:p>
          <a:p>
            <a:pPr eaLnBrk="1" hangingPunct="1">
              <a:spcBef>
                <a:spcPct val="20000"/>
              </a:spcBef>
              <a:buClr>
                <a:schemeClr val="accent1"/>
              </a:buClr>
              <a:buSzPct val="65000"/>
              <a:buFont typeface="Wingdings" panose="05000000000000000000" pitchFamily="2" charset="2"/>
              <a:buNone/>
              <a:defRPr/>
            </a:pPr>
            <a:endParaRPr lang="zh-CN" altLang="en-US" sz="3600" kern="0" dirty="0">
              <a:solidFill>
                <a:srgbClr val="800000"/>
              </a:solidFill>
              <a:effectLst>
                <a:outerShdw blurRad="38100" dist="38100" dir="2700000" algn="tl">
                  <a:srgbClr val="C0C0C0"/>
                </a:outerShdw>
              </a:effectLst>
              <a:latin typeface="+mj-lt"/>
              <a:ea typeface="黑体" pitchFamily="49" charset="-122"/>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a:extLst>
              <a:ext uri="{FF2B5EF4-FFF2-40B4-BE49-F238E27FC236}">
                <a16:creationId xmlns:a16="http://schemas.microsoft.com/office/drawing/2014/main" id="{F819D3F2-2AF1-B290-AA0D-205B79EC3E78}"/>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5CC47DB-6F5D-4CDB-98C0-1B0E2D6ECB16}"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a:t>
            </a:fld>
            <a:endParaRPr lang="en-US" altLang="zh-CN" sz="1200">
              <a:latin typeface="微软雅黑" panose="020B0503020204020204" pitchFamily="34" charset="-122"/>
              <a:ea typeface="微软雅黑" panose="020B0503020204020204" pitchFamily="34" charset="-122"/>
            </a:endParaRPr>
          </a:p>
        </p:txBody>
      </p:sp>
      <p:sp>
        <p:nvSpPr>
          <p:cNvPr id="342019" name="Rectangle 3">
            <a:extLst>
              <a:ext uri="{FF2B5EF4-FFF2-40B4-BE49-F238E27FC236}">
                <a16:creationId xmlns:a16="http://schemas.microsoft.com/office/drawing/2014/main" id="{1AE6F05D-CDB0-6843-7795-813F058171AF}"/>
              </a:ext>
            </a:extLst>
          </p:cNvPr>
          <p:cNvSpPr>
            <a:spLocks noGrp="1" noChangeArrowheads="1"/>
          </p:cNvSpPr>
          <p:nvPr>
            <p:ph type="body" idx="1"/>
          </p:nvPr>
        </p:nvSpPr>
        <p:spPr>
          <a:xfrm>
            <a:off x="395288" y="549275"/>
            <a:ext cx="8540750" cy="5286375"/>
          </a:xfrm>
        </p:spPr>
        <p:txBody>
          <a:bodyPr/>
          <a:lstStyle/>
          <a:p>
            <a:pPr>
              <a:buFont typeface="Wingdings" panose="05000000000000000000" pitchFamily="2" charset="2"/>
              <a:buNone/>
              <a:defRPr/>
            </a:pPr>
            <a:r>
              <a:rPr lang="zh-CN" altLang="en-US" sz="3600" b="1" dirty="0">
                <a:solidFill>
                  <a:schemeClr val="tx2"/>
                </a:solidFill>
                <a:cs typeface="+mj-cs"/>
              </a:rPr>
              <a:t>学习要点</a:t>
            </a:r>
            <a:endParaRPr lang="en-US" altLang="zh-CN" sz="2400" dirty="0"/>
          </a:p>
          <a:p>
            <a:pPr>
              <a:lnSpc>
                <a:spcPct val="150000"/>
              </a:lnSpc>
              <a:buFont typeface="Symbol" pitchFamily="18" charset="2"/>
              <a:buChar char="·"/>
              <a:defRPr/>
            </a:pPr>
            <a:endParaRPr lang="en-US" altLang="zh-CN" sz="2400" dirty="0"/>
          </a:p>
          <a:p>
            <a:pPr>
              <a:lnSpc>
                <a:spcPct val="150000"/>
              </a:lnSpc>
              <a:buFont typeface="Symbol" pitchFamily="18" charset="2"/>
              <a:buChar char="·"/>
              <a:defRPr/>
            </a:pPr>
            <a:r>
              <a:rPr lang="zh-CN" altLang="en-US" sz="2400" dirty="0"/>
              <a:t>理解线性规划问题建模</a:t>
            </a:r>
            <a:endParaRPr lang="en-US" altLang="zh-CN" sz="2400" dirty="0"/>
          </a:p>
          <a:p>
            <a:pPr>
              <a:lnSpc>
                <a:spcPct val="150000"/>
              </a:lnSpc>
              <a:buFont typeface="Symbol" pitchFamily="18" charset="2"/>
              <a:buChar char="·"/>
              <a:defRPr/>
            </a:pPr>
            <a:r>
              <a:rPr lang="zh-CN" altLang="en-US" sz="2400" dirty="0"/>
              <a:t>掌握解线性规划问题的</a:t>
            </a:r>
            <a:r>
              <a:rPr lang="zh-CN" altLang="en-US" sz="2400" b="1" dirty="0"/>
              <a:t>单纯形算法</a:t>
            </a:r>
            <a:endParaRPr lang="en-US" altLang="zh-CN" sz="2400" b="1" dirty="0"/>
          </a:p>
          <a:p>
            <a:pPr>
              <a:lnSpc>
                <a:spcPct val="150000"/>
              </a:lnSpc>
              <a:buFont typeface="Symbol" pitchFamily="18" charset="2"/>
              <a:buChar char="·"/>
              <a:defRPr/>
            </a:pPr>
            <a:r>
              <a:rPr lang="zh-CN" altLang="en-US" sz="2400" dirty="0"/>
              <a:t>最大网络流问题、增广路算法 </a:t>
            </a:r>
            <a:endParaRPr lang="zh-CN" altLang="en-US" sz="2400" dirty="0">
              <a:sym typeface="Symbol" pitchFamily="18" charset="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9A29DB4-45E2-9FF6-4A20-2EFC08E6718B}"/>
              </a:ext>
            </a:extLst>
          </p:cNvPr>
          <p:cNvSpPr txBox="1">
            <a:spLocks noGrp="1"/>
          </p:cNvSpPr>
          <p:nvPr>
            <p:ph type="title"/>
          </p:nvPr>
        </p:nvSpPr>
        <p:spPr>
          <a:xfrm>
            <a:off x="538163" y="244475"/>
            <a:ext cx="8786812" cy="473075"/>
          </a:xfrm>
        </p:spPr>
        <p:txBody>
          <a:bodyPr lIns="0" tIns="11206" rIns="0" bIns="0" rtlCol="0">
            <a:spAutoFit/>
          </a:bodyPr>
          <a:lstStyle/>
          <a:p>
            <a:pPr marL="11206">
              <a:spcBef>
                <a:spcPts val="88"/>
              </a:spcBef>
              <a:defRPr/>
            </a:pPr>
            <a:r>
              <a:rPr lang="zh-CN" altLang="en-US" sz="3000" dirty="0"/>
              <a:t>线性规划</a:t>
            </a:r>
            <a:r>
              <a:rPr lang="en-US" altLang="zh-CN" sz="3000" dirty="0"/>
              <a:t>(Linear</a:t>
            </a:r>
            <a:r>
              <a:rPr lang="en-US" altLang="zh-CN" sz="3000" spc="318" dirty="0"/>
              <a:t> </a:t>
            </a:r>
            <a:r>
              <a:rPr lang="en-US" altLang="zh-CN" sz="3000" dirty="0"/>
              <a:t>Programming, LP)</a:t>
            </a:r>
            <a:r>
              <a:rPr lang="en-US" altLang="zh-CN" sz="3000" spc="322" dirty="0"/>
              <a:t> </a:t>
            </a:r>
            <a:endParaRPr sz="3000" spc="-9" dirty="0"/>
          </a:p>
        </p:txBody>
      </p:sp>
      <p:sp>
        <p:nvSpPr>
          <p:cNvPr id="9219" name="object 3">
            <a:extLst>
              <a:ext uri="{FF2B5EF4-FFF2-40B4-BE49-F238E27FC236}">
                <a16:creationId xmlns:a16="http://schemas.microsoft.com/office/drawing/2014/main" id="{68D18DA6-6F02-62B5-AC81-112BA740A8DC}"/>
              </a:ext>
            </a:extLst>
          </p:cNvPr>
          <p:cNvSpPr txBox="1">
            <a:spLocks noChangeArrowheads="1"/>
          </p:cNvSpPr>
          <p:nvPr/>
        </p:nvSpPr>
        <p:spPr bwMode="auto">
          <a:xfrm>
            <a:off x="765175" y="2501900"/>
            <a:ext cx="7432675"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1113">
              <a:tabLst>
                <a:tab pos="1130300" algn="l"/>
              </a:tabLst>
              <a:defRPr sz="3000">
                <a:solidFill>
                  <a:srgbClr val="000066"/>
                </a:solidFill>
                <a:latin typeface="Arial" panose="020B0604020202020204" pitchFamily="34" charset="0"/>
                <a:ea typeface="楷体_GB2312" pitchFamily="49" charset="-122"/>
              </a:defRPr>
            </a:lvl1pPr>
            <a:lvl2pPr marL="742950" indent="-285750">
              <a:tabLst>
                <a:tab pos="1130300" algn="l"/>
              </a:tabLst>
              <a:defRPr sz="3000">
                <a:solidFill>
                  <a:srgbClr val="000066"/>
                </a:solidFill>
                <a:latin typeface="Arial" panose="020B0604020202020204" pitchFamily="34" charset="0"/>
                <a:ea typeface="楷体_GB2312" pitchFamily="49" charset="-122"/>
              </a:defRPr>
            </a:lvl2pPr>
            <a:lvl3pPr marL="1143000" indent="-228600">
              <a:tabLst>
                <a:tab pos="1130300" algn="l"/>
              </a:tabLst>
              <a:defRPr sz="3000">
                <a:solidFill>
                  <a:srgbClr val="000066"/>
                </a:solidFill>
                <a:latin typeface="Arial" panose="020B0604020202020204" pitchFamily="34" charset="0"/>
                <a:ea typeface="楷体_GB2312" pitchFamily="49" charset="-122"/>
              </a:defRPr>
            </a:lvl3pPr>
            <a:lvl4pPr marL="1600200" indent="-228600">
              <a:tabLst>
                <a:tab pos="1130300" algn="l"/>
              </a:tabLst>
              <a:defRPr sz="3000">
                <a:solidFill>
                  <a:srgbClr val="000066"/>
                </a:solidFill>
                <a:latin typeface="Arial" panose="020B0604020202020204" pitchFamily="34" charset="0"/>
                <a:ea typeface="楷体_GB2312" pitchFamily="49" charset="-122"/>
              </a:defRPr>
            </a:lvl4pPr>
            <a:lvl5pPr marL="2057400" indent="-228600">
              <a:tabLst>
                <a:tab pos="1130300"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1130300"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1130300"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1130300"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1130300" algn="l"/>
              </a:tabLst>
              <a:defRPr sz="3000">
                <a:solidFill>
                  <a:srgbClr val="000066"/>
                </a:solidFill>
                <a:latin typeface="Arial" panose="020B0604020202020204" pitchFamily="34" charset="0"/>
                <a:ea typeface="楷体_GB2312" pitchFamily="49" charset="-122"/>
              </a:defRPr>
            </a:lvl9pPr>
          </a:lstStyle>
          <a:p>
            <a:pPr>
              <a:lnSpc>
                <a:spcPct val="136000"/>
              </a:lnSpc>
              <a:spcBef>
                <a:spcPts val="88"/>
              </a:spcBef>
              <a:defRPr/>
            </a:pPr>
            <a:r>
              <a:rPr lang="zh-CN" altLang="en-US" sz="1800" dirty="0">
                <a:solidFill>
                  <a:schemeClr val="tx1"/>
                </a:solidFill>
                <a:latin typeface="+mj-ea"/>
                <a:ea typeface="+mj-ea"/>
              </a:rPr>
              <a:t>研究</a:t>
            </a:r>
            <a:r>
              <a:rPr lang="zh-CN" altLang="en-US" sz="1800" u="sng" dirty="0">
                <a:solidFill>
                  <a:schemeClr val="tx1"/>
                </a:solidFill>
                <a:latin typeface="+mj-ea"/>
                <a:ea typeface="+mj-ea"/>
              </a:rPr>
              <a:t>线性约束条件下线性目标函数的极值问题</a:t>
            </a:r>
            <a:r>
              <a:rPr lang="zh-CN" altLang="en-US" sz="1800" dirty="0">
                <a:solidFill>
                  <a:schemeClr val="tx1"/>
                </a:solidFill>
                <a:latin typeface="+mj-ea"/>
                <a:ea typeface="+mj-ea"/>
              </a:rPr>
              <a:t>的数学理论和方法，是一系列竞争活动中优化稀缺资源分配问题的解决模型，包括：最短路径、最大流量、匹配、分配、零和博弈 </a:t>
            </a:r>
            <a:r>
              <a:rPr lang="en-US" altLang="zh-CN" sz="1800" dirty="0">
                <a:solidFill>
                  <a:schemeClr val="tx1"/>
                </a:solidFill>
                <a:latin typeface="+mj-ea"/>
                <a:ea typeface="+mj-ea"/>
              </a:rPr>
              <a:t>...</a:t>
            </a:r>
          </a:p>
          <a:p>
            <a:pPr>
              <a:lnSpc>
                <a:spcPct val="136000"/>
              </a:lnSpc>
              <a:spcBef>
                <a:spcPts val="88"/>
              </a:spcBef>
              <a:defRPr/>
            </a:pPr>
            <a:endParaRPr lang="zh-CN" altLang="zh-CN" sz="1800" dirty="0">
              <a:solidFill>
                <a:schemeClr val="tx1"/>
              </a:solidFill>
              <a:latin typeface="+mj-ea"/>
              <a:ea typeface="+mj-ea"/>
            </a:endParaRPr>
          </a:p>
        </p:txBody>
      </p:sp>
      <p:sp>
        <p:nvSpPr>
          <p:cNvPr id="9221" name="object 6">
            <a:extLst>
              <a:ext uri="{FF2B5EF4-FFF2-40B4-BE49-F238E27FC236}">
                <a16:creationId xmlns:a16="http://schemas.microsoft.com/office/drawing/2014/main" id="{8FD0A498-5C0E-5F67-010C-131F99B69AC8}"/>
              </a:ext>
            </a:extLst>
          </p:cNvPr>
          <p:cNvSpPr txBox="1">
            <a:spLocks noChangeArrowheads="1"/>
          </p:cNvSpPr>
          <p:nvPr/>
        </p:nvSpPr>
        <p:spPr bwMode="auto">
          <a:xfrm>
            <a:off x="765175" y="1041400"/>
            <a:ext cx="7720013"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22225">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1800" dirty="0">
                <a:solidFill>
                  <a:schemeClr val="tx1"/>
                </a:solidFill>
                <a:latin typeface="+mj-ea"/>
                <a:ea typeface="+mj-ea"/>
              </a:rPr>
              <a:t>线性规划是运筹学的一个重要分支，广泛应用于军事作战、经济分析、经营管理和工程技术等方面，为合理地利用有限的人力、物力、财力等资源作出的最优决策，提供科学的依据。</a:t>
            </a:r>
            <a:endParaRPr lang="zh-CN" altLang="zh-CN" sz="1800" dirty="0">
              <a:solidFill>
                <a:schemeClr val="tx1"/>
              </a:solidFill>
              <a:latin typeface="+mj-ea"/>
              <a:ea typeface="+mj-ea"/>
            </a:endParaRPr>
          </a:p>
        </p:txBody>
      </p:sp>
      <p:sp>
        <p:nvSpPr>
          <p:cNvPr id="13" name="object 13">
            <a:extLst>
              <a:ext uri="{FF2B5EF4-FFF2-40B4-BE49-F238E27FC236}">
                <a16:creationId xmlns:a16="http://schemas.microsoft.com/office/drawing/2014/main" id="{5FD51295-FD5B-9E45-9B83-6F90FB0E284E}"/>
              </a:ext>
            </a:extLst>
          </p:cNvPr>
          <p:cNvSpPr/>
          <p:nvPr/>
        </p:nvSpPr>
        <p:spPr>
          <a:xfrm>
            <a:off x="2349500" y="4154488"/>
            <a:ext cx="4519613" cy="1844675"/>
          </a:xfrm>
          <a:custGeom>
            <a:avLst/>
            <a:gdLst/>
            <a:ahLst/>
            <a:cxnLst/>
            <a:rect l="l" t="t" r="r" b="b"/>
            <a:pathLst>
              <a:path w="5121909" h="2089150">
                <a:moveTo>
                  <a:pt x="5121592" y="0"/>
                </a:moveTo>
                <a:lnTo>
                  <a:pt x="5121592" y="0"/>
                </a:lnTo>
                <a:lnTo>
                  <a:pt x="0" y="0"/>
                </a:lnTo>
                <a:lnTo>
                  <a:pt x="0" y="2088692"/>
                </a:lnTo>
                <a:lnTo>
                  <a:pt x="5121592" y="2088692"/>
                </a:lnTo>
                <a:lnTo>
                  <a:pt x="5121592" y="0"/>
                </a:lnTo>
                <a:close/>
              </a:path>
            </a:pathLst>
          </a:custGeom>
          <a:solidFill>
            <a:srgbClr val="FFFFFF"/>
          </a:solidFill>
        </p:spPr>
        <p:txBody>
          <a:bodyPr lIns="0" tIns="0" rIns="0" bIns="0"/>
          <a:lstStyle/>
          <a:p>
            <a:pPr>
              <a:defRPr/>
            </a:pPr>
            <a:endParaRPr sz="2647">
              <a:solidFill>
                <a:schemeClr val="tx1"/>
              </a:solidFill>
              <a:latin typeface="+mj-ea"/>
              <a:ea typeface="+mj-ea"/>
            </a:endParaRPr>
          </a:p>
        </p:txBody>
      </p:sp>
      <p:sp>
        <p:nvSpPr>
          <p:cNvPr id="9223" name="object 14">
            <a:extLst>
              <a:ext uri="{FF2B5EF4-FFF2-40B4-BE49-F238E27FC236}">
                <a16:creationId xmlns:a16="http://schemas.microsoft.com/office/drawing/2014/main" id="{FA0B1B9F-AEBF-5725-5080-DB79A9F12568}"/>
              </a:ext>
            </a:extLst>
          </p:cNvPr>
          <p:cNvSpPr txBox="1">
            <a:spLocks noChangeArrowheads="1"/>
          </p:cNvSpPr>
          <p:nvPr/>
        </p:nvSpPr>
        <p:spPr bwMode="auto">
          <a:xfrm>
            <a:off x="296863" y="4065588"/>
            <a:ext cx="3438525"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a:spcBef>
                <a:spcPts val="88"/>
              </a:spcBef>
              <a:defRPr/>
            </a:pPr>
            <a:r>
              <a:rPr lang="zh-CN" altLang="zh-CN" sz="2000" dirty="0">
                <a:solidFill>
                  <a:schemeClr val="tx1"/>
                </a:solidFill>
                <a:latin typeface="+mj-ea"/>
                <a:ea typeface="+mj-ea"/>
              </a:rPr>
              <a:t>maximize</a:t>
            </a:r>
          </a:p>
          <a:p>
            <a:pPr>
              <a:spcBef>
                <a:spcPts val="13"/>
              </a:spcBef>
              <a:defRPr/>
            </a:pPr>
            <a:endParaRPr lang="zh-CN" altLang="zh-CN" sz="2000" dirty="0">
              <a:solidFill>
                <a:schemeClr val="tx1"/>
              </a:solidFill>
              <a:latin typeface="+mj-ea"/>
              <a:ea typeface="+mj-ea"/>
            </a:endParaRPr>
          </a:p>
          <a:p>
            <a:pPr algn="ctr">
              <a:lnSpc>
                <a:spcPct val="125000"/>
              </a:lnSpc>
              <a:defRPr/>
            </a:pPr>
            <a:r>
              <a:rPr lang="zh-CN" altLang="zh-CN" sz="2000" dirty="0">
                <a:solidFill>
                  <a:schemeClr val="tx1"/>
                </a:solidFill>
                <a:latin typeface="+mj-ea"/>
                <a:ea typeface="+mj-ea"/>
              </a:rPr>
              <a:t>subject to the</a:t>
            </a:r>
            <a:r>
              <a:rPr lang="en-US" altLang="zh-CN" sz="2000" dirty="0">
                <a:solidFill>
                  <a:schemeClr val="tx1"/>
                </a:solidFill>
                <a:latin typeface="+mj-ea"/>
                <a:ea typeface="+mj-ea"/>
              </a:rPr>
              <a:t> </a:t>
            </a:r>
            <a:r>
              <a:rPr lang="zh-CN" altLang="zh-CN" sz="2000" dirty="0">
                <a:solidFill>
                  <a:schemeClr val="tx1"/>
                </a:solidFill>
                <a:latin typeface="+mj-ea"/>
                <a:ea typeface="+mj-ea"/>
              </a:rPr>
              <a:t>constraints</a:t>
            </a:r>
          </a:p>
        </p:txBody>
      </p:sp>
      <p:graphicFrame>
        <p:nvGraphicFramePr>
          <p:cNvPr id="15" name="object 15">
            <a:extLst>
              <a:ext uri="{FF2B5EF4-FFF2-40B4-BE49-F238E27FC236}">
                <a16:creationId xmlns:a16="http://schemas.microsoft.com/office/drawing/2014/main" id="{C48BAEFA-3A82-7A33-3C13-4EC1B4D5D001}"/>
              </a:ext>
            </a:extLst>
          </p:cNvPr>
          <p:cNvGraphicFramePr>
            <a:graphicFrameLocks noGrp="1"/>
          </p:cNvGraphicFramePr>
          <p:nvPr/>
        </p:nvGraphicFramePr>
        <p:xfrm>
          <a:off x="4373563" y="4011613"/>
          <a:ext cx="2828925" cy="1770062"/>
        </p:xfrm>
        <a:graphic>
          <a:graphicData uri="http://schemas.openxmlformats.org/drawingml/2006/table">
            <a:tbl>
              <a:tblPr/>
              <a:tblGrid>
                <a:gridCol w="544512">
                  <a:extLst>
                    <a:ext uri="{9D8B030D-6E8A-4147-A177-3AD203B41FA5}">
                      <a16:colId xmlns:a16="http://schemas.microsoft.com/office/drawing/2014/main" val="20000"/>
                    </a:ext>
                  </a:extLst>
                </a:gridCol>
                <a:gridCol w="485775">
                  <a:extLst>
                    <a:ext uri="{9D8B030D-6E8A-4147-A177-3AD203B41FA5}">
                      <a16:colId xmlns:a16="http://schemas.microsoft.com/office/drawing/2014/main" val="20001"/>
                    </a:ext>
                  </a:extLst>
                </a:gridCol>
                <a:gridCol w="688975">
                  <a:extLst>
                    <a:ext uri="{9D8B030D-6E8A-4147-A177-3AD203B41FA5}">
                      <a16:colId xmlns:a16="http://schemas.microsoft.com/office/drawing/2014/main" val="20002"/>
                    </a:ext>
                  </a:extLst>
                </a:gridCol>
                <a:gridCol w="487363">
                  <a:extLst>
                    <a:ext uri="{9D8B030D-6E8A-4147-A177-3AD203B41FA5}">
                      <a16:colId xmlns:a16="http://schemas.microsoft.com/office/drawing/2014/main" val="20003"/>
                    </a:ext>
                  </a:extLst>
                </a:gridCol>
                <a:gridCol w="622300">
                  <a:extLst>
                    <a:ext uri="{9D8B030D-6E8A-4147-A177-3AD203B41FA5}">
                      <a16:colId xmlns:a16="http://schemas.microsoft.com/office/drawing/2014/main" val="20004"/>
                    </a:ext>
                  </a:extLst>
                </a:gridCol>
              </a:tblGrid>
              <a:tr h="36198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00"/>
                        </a:spcBef>
                        <a:spcAft>
                          <a:spcPct val="0"/>
                        </a:spcAft>
                        <a:buClrTx/>
                        <a:buSzTx/>
                        <a:buFontTx/>
                        <a:buNone/>
                        <a:tabLst/>
                      </a:pPr>
                      <a:r>
                        <a:rPr kumimoji="0" lang="zh-CN" altLang="zh-CN" sz="1600" b="1"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13A</a:t>
                      </a:r>
                    </a:p>
                  </a:txBody>
                  <a:tcPr marL="0" marR="0" marT="67242"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00"/>
                        </a:spcBef>
                        <a:spcAft>
                          <a:spcPct val="0"/>
                        </a:spcAft>
                        <a:buClrTx/>
                        <a:buSzTx/>
                        <a:buFontTx/>
                        <a:buNone/>
                        <a:tabLst/>
                      </a:pPr>
                      <a:r>
                        <a:rPr kumimoji="0" lang="zh-CN" altLang="zh-CN" sz="1600" b="1"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67242"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00"/>
                        </a:spcBef>
                        <a:spcAft>
                          <a:spcPct val="0"/>
                        </a:spcAft>
                        <a:buClrTx/>
                        <a:buSzTx/>
                        <a:buFontTx/>
                        <a:buNone/>
                        <a:tabLst/>
                      </a:pPr>
                      <a:r>
                        <a:rPr kumimoji="0" lang="zh-CN" altLang="zh-CN" sz="1600" b="1"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23B</a:t>
                      </a:r>
                    </a:p>
                  </a:txBody>
                  <a:tcPr marL="0" marR="0" marT="67242" marB="0" horzOverflow="overflow">
                    <a:lnL>
                      <a:noFill/>
                    </a:lnL>
                    <a:lnR>
                      <a:noFill/>
                    </a:lnR>
                    <a:lnT>
                      <a:noFill/>
                    </a:lnT>
                    <a:lnB>
                      <a:noFill/>
                    </a:lnB>
                    <a:lnTlToBr>
                      <a:noFill/>
                    </a:lnTlToBr>
                    <a:lnBlToTr>
                      <a:noFill/>
                    </a:lnBlToTr>
                    <a:noFill/>
                  </a:tcPr>
                </a:tc>
                <a:tc grid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9927">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63"/>
                        </a:spcBef>
                        <a:spcAft>
                          <a:spcPct val="0"/>
                        </a:spcAft>
                        <a:buClrTx/>
                        <a:buSzTx/>
                        <a:buFontTx/>
                        <a:buNone/>
                        <a:tabLst/>
                      </a:pPr>
                      <a:r>
                        <a:rPr kumimoji="0" lang="zh-CN" altLang="zh-CN" sz="16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5A</a:t>
                      </a:r>
                    </a:p>
                  </a:txBody>
                  <a:tcPr marL="0" marR="0" marT="73967"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63"/>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3967"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63"/>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15B</a:t>
                      </a:r>
                    </a:p>
                  </a:txBody>
                  <a:tcPr marL="0" marR="0" marT="73967"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738"/>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82372"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63"/>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480</a:t>
                      </a:r>
                    </a:p>
                  </a:txBody>
                  <a:tcPr marL="0" marR="0" marT="73967"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68339">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4A</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4B</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725"/>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81252"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160</a:t>
                      </a:r>
                    </a:p>
                  </a:txBody>
                  <a:tcPr marL="0" marR="0" marT="72846"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8339">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35A</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20B</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725"/>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81252"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1190</a:t>
                      </a:r>
                    </a:p>
                  </a:txBody>
                  <a:tcPr marL="0" marR="0" marT="72846"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01470">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ts val="1788"/>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ts val="1788"/>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ts val="1788"/>
                        </a:lnSpc>
                        <a:spcBef>
                          <a:spcPts val="650"/>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B</a:t>
                      </a:r>
                    </a:p>
                  </a:txBody>
                  <a:tcPr marL="0" marR="0" marT="7284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ts val="1713"/>
                        </a:lnSpc>
                        <a:spcBef>
                          <a:spcPts val="725"/>
                        </a:spcBef>
                        <a:spcAft>
                          <a:spcPct val="0"/>
                        </a:spcAft>
                        <a:buClrTx/>
                        <a:buSzTx/>
                        <a:buFontTx/>
                        <a:buNone/>
                        <a:tabLst/>
                      </a:pPr>
                      <a:r>
                        <a:rPr kumimoji="0" lang="zh-CN" altLang="zh-CN" sz="16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81252" marB="0" horzOverflow="overflow">
                    <a:lnL>
                      <a:noFill/>
                    </a:lnL>
                    <a:lnR>
                      <a:noFill/>
                    </a:lnR>
                    <a:lnT>
                      <a:noFill/>
                    </a:lnT>
                    <a:lnB>
                      <a:noFill/>
                    </a:lnB>
                    <a:lnTlToBr>
                      <a:noFill/>
                    </a:lnTlToBr>
                    <a:lnBlToTr>
                      <a:noFill/>
                    </a:lnBlToTr>
                    <a:noFill/>
                  </a:tcPr>
                </a:tc>
                <a:tc>
                  <a:txBody>
                    <a:bodyPr/>
                    <a:lstStyle>
                      <a:lvl1pPr marL="3698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69888" marR="0" lvl="0" indent="0" algn="l" defTabSz="914400" rtl="0" eaLnBrk="1" fontAlgn="base" latinLnBrk="0" hangingPunct="1">
                        <a:lnSpc>
                          <a:spcPts val="1788"/>
                        </a:lnSpc>
                        <a:spcBef>
                          <a:spcPts val="650"/>
                        </a:spcBef>
                        <a:spcAft>
                          <a:spcPct val="0"/>
                        </a:spcAft>
                        <a:buClrTx/>
                        <a:buSzTx/>
                        <a:buFontTx/>
                        <a:buNone/>
                        <a:tabLst/>
                      </a:pPr>
                      <a:r>
                        <a:rPr kumimoji="0" lang="zh-CN" altLang="zh-CN" sz="16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0</a:t>
                      </a:r>
                    </a:p>
                  </a:txBody>
                  <a:tcPr marL="0" marR="0" marT="72846"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49" name="文本框 2">
            <a:extLst>
              <a:ext uri="{FF2B5EF4-FFF2-40B4-BE49-F238E27FC236}">
                <a16:creationId xmlns:a16="http://schemas.microsoft.com/office/drawing/2014/main" id="{5D973932-6661-78DE-7E05-F3826CF36627}"/>
              </a:ext>
            </a:extLst>
          </p:cNvPr>
          <p:cNvSpPr txBox="1">
            <a:spLocks noChangeArrowheads="1"/>
          </p:cNvSpPr>
          <p:nvPr/>
        </p:nvSpPr>
        <p:spPr bwMode="auto">
          <a:xfrm>
            <a:off x="3635375" y="4295775"/>
            <a:ext cx="612775"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10000" dirty="0">
                <a:solidFill>
                  <a:schemeClr val="tx1"/>
                </a:solidFill>
                <a:latin typeface="+mj-ea"/>
                <a:ea typeface="+mj-ea"/>
              </a:rPr>
              <a:t>{</a:t>
            </a:r>
            <a:endParaRPr lang="zh-CN" altLang="en-US" sz="10000" dirty="0">
              <a:solidFill>
                <a:schemeClr val="tx1"/>
              </a:solidFill>
              <a:latin typeface="+mj-ea"/>
              <a:ea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object 2">
            <a:extLst>
              <a:ext uri="{FF2B5EF4-FFF2-40B4-BE49-F238E27FC236}">
                <a16:creationId xmlns:a16="http://schemas.microsoft.com/office/drawing/2014/main" id="{6CCA475B-F21C-882F-A196-9056E6CE3359}"/>
              </a:ext>
            </a:extLst>
          </p:cNvPr>
          <p:cNvSpPr txBox="1">
            <a:spLocks noChangeArrowheads="1"/>
          </p:cNvSpPr>
          <p:nvPr/>
        </p:nvSpPr>
        <p:spPr bwMode="auto">
          <a:xfrm>
            <a:off x="422275" y="1165225"/>
            <a:ext cx="7929563"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22225">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spcBef>
                <a:spcPts val="88"/>
              </a:spcBef>
            </a:pPr>
            <a:r>
              <a:rPr lang="ja-JP" altLang="en-US" sz="2000">
                <a:solidFill>
                  <a:schemeClr val="tx1"/>
                </a:solidFill>
                <a:latin typeface="微软雅黑" panose="020B0503020204020204" pitchFamily="34" charset="-122"/>
                <a:ea typeface="微软雅黑" panose="020B0503020204020204" pitchFamily="34" charset="-122"/>
              </a:rPr>
              <a:t>小型啤酒厂生产麦芽酒和啤酒</a:t>
            </a:r>
            <a:r>
              <a:rPr lang="zh-CN" altLang="en-US" sz="2000">
                <a:solidFill>
                  <a:schemeClr val="tx1"/>
                </a:solidFill>
                <a:latin typeface="微软雅黑" panose="020B0503020204020204" pitchFamily="34" charset="-122"/>
                <a:ea typeface="微软雅黑" panose="020B0503020204020204" pitchFamily="34" charset="-122"/>
              </a:rPr>
              <a:t>，</a:t>
            </a:r>
            <a:r>
              <a:rPr lang="ja-JP" altLang="en-US" sz="2000">
                <a:solidFill>
                  <a:schemeClr val="tx1"/>
                </a:solidFill>
                <a:latin typeface="微软雅黑" panose="020B0503020204020204" pitchFamily="34" charset="-122"/>
                <a:ea typeface="微软雅黑" panose="020B0503020204020204" pitchFamily="34" charset="-122"/>
              </a:rPr>
              <a:t>生产资源</a:t>
            </a:r>
            <a:r>
              <a:rPr lang="zh-CN" altLang="en-US" sz="2000">
                <a:solidFill>
                  <a:schemeClr val="tx1"/>
                </a:solidFill>
                <a:latin typeface="微软雅黑" panose="020B0503020204020204" pitchFamily="34" charset="-122"/>
                <a:ea typeface="微软雅黑" panose="020B0503020204020204" pitchFamily="34" charset="-122"/>
              </a:rPr>
              <a:t>受限。麦芽酒和啤酒的食谱需要不同比例的资源。</a:t>
            </a:r>
            <a:endParaRPr lang="zh-CN" altLang="zh-CN" sz="2000">
              <a:solidFill>
                <a:schemeClr val="tx1"/>
              </a:solidFill>
              <a:latin typeface="微软雅黑" panose="020B0503020204020204" pitchFamily="34" charset="-122"/>
              <a:ea typeface="微软雅黑" panose="020B0503020204020204" pitchFamily="34" charset="-122"/>
            </a:endParaRPr>
          </a:p>
        </p:txBody>
      </p:sp>
      <p:sp>
        <p:nvSpPr>
          <p:cNvPr id="4" name="object 4">
            <a:extLst>
              <a:ext uri="{FF2B5EF4-FFF2-40B4-BE49-F238E27FC236}">
                <a16:creationId xmlns:a16="http://schemas.microsoft.com/office/drawing/2014/main" id="{345968B4-C6EC-573F-2FCB-31AED3ED733C}"/>
              </a:ext>
            </a:extLst>
          </p:cNvPr>
          <p:cNvSpPr txBox="1">
            <a:spLocks noGrp="1"/>
          </p:cNvSpPr>
          <p:nvPr>
            <p:ph type="title"/>
          </p:nvPr>
        </p:nvSpPr>
        <p:spPr>
          <a:xfrm>
            <a:off x="468313" y="427038"/>
            <a:ext cx="8496300" cy="657225"/>
          </a:xfrm>
        </p:spPr>
        <p:txBody>
          <a:bodyPr lIns="0" tIns="11206" rIns="0" bIns="0" rtlCol="0">
            <a:spAutoFit/>
          </a:bodyPr>
          <a:lstStyle/>
          <a:p>
            <a:pPr marL="11206">
              <a:spcBef>
                <a:spcPts val="88"/>
              </a:spcBef>
              <a:tabLst>
                <a:tab pos="1887732" algn="l"/>
              </a:tabLst>
              <a:defRPr/>
            </a:pPr>
            <a:r>
              <a:rPr lang="zh-CN" altLang="en-US" spc="-18" dirty="0">
                <a:latin typeface="微软雅黑" panose="020B0503020204020204" pitchFamily="34" charset="-122"/>
              </a:rPr>
              <a:t>示例</a:t>
            </a:r>
            <a:r>
              <a:rPr lang="zh-CN" altLang="en-US" spc="-9" dirty="0">
                <a:latin typeface="微软雅黑" panose="020B0503020204020204" pitchFamily="34" charset="-122"/>
              </a:rPr>
              <a:t>：</a:t>
            </a:r>
            <a:r>
              <a:rPr lang="zh-CN" altLang="en-US" dirty="0">
                <a:latin typeface="微软雅黑" panose="020B0503020204020204" pitchFamily="34" charset="-122"/>
              </a:rPr>
              <a:t>啤酒厂问题</a:t>
            </a:r>
            <a:endParaRPr spc="-9" dirty="0">
              <a:latin typeface="微软雅黑" panose="020B0503020204020204" pitchFamily="34" charset="-122"/>
              <a:ea typeface="微软雅黑" panose="020B0503020204020204" pitchFamily="34" charset="-122"/>
            </a:endParaRPr>
          </a:p>
        </p:txBody>
      </p:sp>
      <p:grpSp>
        <p:nvGrpSpPr>
          <p:cNvPr id="11268" name="object 5">
            <a:extLst>
              <a:ext uri="{FF2B5EF4-FFF2-40B4-BE49-F238E27FC236}">
                <a16:creationId xmlns:a16="http://schemas.microsoft.com/office/drawing/2014/main" id="{A99CA118-8133-41F1-5CAF-52CDC982D6A8}"/>
              </a:ext>
            </a:extLst>
          </p:cNvPr>
          <p:cNvGrpSpPr>
            <a:grpSpLocks/>
          </p:cNvGrpSpPr>
          <p:nvPr/>
        </p:nvGrpSpPr>
        <p:grpSpPr bwMode="auto">
          <a:xfrm>
            <a:off x="374650" y="4094163"/>
            <a:ext cx="5438775" cy="2466975"/>
            <a:chOff x="2741747" y="5148029"/>
            <a:chExt cx="4201795" cy="2018664"/>
          </a:xfrm>
        </p:grpSpPr>
        <p:sp>
          <p:nvSpPr>
            <p:cNvPr id="11283" name="object 6">
              <a:extLst>
                <a:ext uri="{FF2B5EF4-FFF2-40B4-BE49-F238E27FC236}">
                  <a16:creationId xmlns:a16="http://schemas.microsoft.com/office/drawing/2014/main" id="{E50B8786-A314-94C2-0546-845F3FF0069B}"/>
                </a:ext>
              </a:extLst>
            </p:cNvPr>
            <p:cNvSpPr>
              <a:spLocks noChangeArrowheads="1"/>
            </p:cNvSpPr>
            <p:nvPr/>
          </p:nvSpPr>
          <p:spPr bwMode="auto">
            <a:xfrm>
              <a:off x="2741747" y="5148029"/>
              <a:ext cx="4201795" cy="20186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zh-CN" sz="2000">
                <a:solidFill>
                  <a:schemeClr val="tx1"/>
                </a:solidFill>
                <a:latin typeface="微软雅黑" panose="020B0503020204020204" pitchFamily="34" charset="-122"/>
                <a:ea typeface="微软雅黑" panose="020B0503020204020204" pitchFamily="34" charset="-122"/>
              </a:endParaRPr>
            </a:p>
          </p:txBody>
        </p:sp>
        <p:pic>
          <p:nvPicPr>
            <p:cNvPr id="11284" name="object 7">
              <a:extLst>
                <a:ext uri="{FF2B5EF4-FFF2-40B4-BE49-F238E27FC236}">
                  <a16:creationId xmlns:a16="http://schemas.microsoft.com/office/drawing/2014/main" id="{53992FF0-5DE6-C1CF-26BF-F09F2D94EB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4374" y="5183973"/>
              <a:ext cx="1451825" cy="1643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5" name="object 8">
              <a:extLst>
                <a:ext uri="{FF2B5EF4-FFF2-40B4-BE49-F238E27FC236}">
                  <a16:creationId xmlns:a16="http://schemas.microsoft.com/office/drawing/2014/main" id="{14BFC549-D11E-6636-722C-D147331BD8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252" y="5182027"/>
              <a:ext cx="1452834" cy="164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object 9">
            <a:extLst>
              <a:ext uri="{FF2B5EF4-FFF2-40B4-BE49-F238E27FC236}">
                <a16:creationId xmlns:a16="http://schemas.microsoft.com/office/drawing/2014/main" id="{B2F6E142-8B45-243E-9296-02AE892D3568}"/>
              </a:ext>
            </a:extLst>
          </p:cNvPr>
          <p:cNvSpPr txBox="1"/>
          <p:nvPr/>
        </p:nvSpPr>
        <p:spPr>
          <a:xfrm>
            <a:off x="755650" y="3787775"/>
            <a:ext cx="6216650" cy="2859088"/>
          </a:xfrm>
          <a:prstGeom prst="rect">
            <a:avLst/>
          </a:prstGeom>
        </p:spPr>
        <p:txBody>
          <a:bodyPr lIns="0" tIns="0" rIns="0" bIns="0">
            <a:spAutoFit/>
          </a:bodyPr>
          <a:lstStyle/>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marL="230853">
              <a:spcBef>
                <a:spcPts val="715"/>
              </a:spcBef>
              <a:tabLst>
                <a:tab pos="1947686" algn="l"/>
              </a:tabLst>
              <a:defRPr/>
            </a:pPr>
            <a:r>
              <a:rPr lang="zh-CN" altLang="en-US" sz="2000" b="1" dirty="0">
                <a:solidFill>
                  <a:schemeClr val="tx1"/>
                </a:solidFill>
                <a:latin typeface="微软雅黑" panose="020B0503020204020204" pitchFamily="34" charset="-122"/>
                <a:ea typeface="微软雅黑" panose="020B0503020204020204" pitchFamily="34" charset="-122"/>
                <a:cs typeface="Tahoma"/>
              </a:rPr>
              <a:t>每桶利润</a:t>
            </a:r>
            <a:r>
              <a:rPr lang="en-US" altLang="zh-CN" sz="2000" b="1" dirty="0">
                <a:solidFill>
                  <a:schemeClr val="tx1"/>
                </a:solidFill>
                <a:latin typeface="微软雅黑" panose="020B0503020204020204" pitchFamily="34" charset="-122"/>
                <a:ea typeface="微软雅黑" panose="020B0503020204020204" pitchFamily="34" charset="-122"/>
                <a:cs typeface="Tahoma"/>
              </a:rPr>
              <a:t>13</a:t>
            </a:r>
            <a:r>
              <a:rPr lang="zh-CN" altLang="en-US" sz="2000" b="1" dirty="0">
                <a:solidFill>
                  <a:schemeClr val="tx1"/>
                </a:solidFill>
                <a:latin typeface="微软雅黑" panose="020B0503020204020204" pitchFamily="34" charset="-122"/>
                <a:ea typeface="微软雅黑" panose="020B0503020204020204" pitchFamily="34" charset="-122"/>
                <a:cs typeface="Tahoma"/>
              </a:rPr>
              <a:t>美元       每桶利润</a:t>
            </a:r>
            <a:r>
              <a:rPr lang="en-US" altLang="zh-CN" sz="2000" b="1" dirty="0">
                <a:solidFill>
                  <a:schemeClr val="tx1"/>
                </a:solidFill>
                <a:latin typeface="微软雅黑" panose="020B0503020204020204" pitchFamily="34" charset="-122"/>
                <a:ea typeface="微软雅黑" panose="020B0503020204020204" pitchFamily="34" charset="-122"/>
                <a:cs typeface="Tahoma"/>
              </a:rPr>
              <a:t>23</a:t>
            </a:r>
            <a:r>
              <a:rPr lang="zh-CN" altLang="en-US" sz="2000" b="1" dirty="0">
                <a:solidFill>
                  <a:schemeClr val="tx1"/>
                </a:solidFill>
                <a:latin typeface="微软雅黑" panose="020B0503020204020204" pitchFamily="34" charset="-122"/>
                <a:ea typeface="微软雅黑" panose="020B0503020204020204" pitchFamily="34" charset="-122"/>
                <a:cs typeface="Tahoma"/>
              </a:rPr>
              <a:t>美元</a:t>
            </a:r>
            <a:endParaRPr sz="2000" dirty="0">
              <a:solidFill>
                <a:schemeClr val="tx1"/>
              </a:solidFill>
              <a:latin typeface="微软雅黑" panose="020B0503020204020204" pitchFamily="34" charset="-122"/>
              <a:ea typeface="微软雅黑" panose="020B0503020204020204" pitchFamily="34" charset="-122"/>
              <a:cs typeface="Tahoma"/>
            </a:endParaRPr>
          </a:p>
        </p:txBody>
      </p:sp>
      <p:grpSp>
        <p:nvGrpSpPr>
          <p:cNvPr id="11270" name="object 10">
            <a:extLst>
              <a:ext uri="{FF2B5EF4-FFF2-40B4-BE49-F238E27FC236}">
                <a16:creationId xmlns:a16="http://schemas.microsoft.com/office/drawing/2014/main" id="{0EABDDB6-47F0-7D8B-D906-0EFE544D7BF7}"/>
              </a:ext>
            </a:extLst>
          </p:cNvPr>
          <p:cNvGrpSpPr>
            <a:grpSpLocks/>
          </p:cNvGrpSpPr>
          <p:nvPr/>
        </p:nvGrpSpPr>
        <p:grpSpPr bwMode="auto">
          <a:xfrm>
            <a:off x="1570038" y="2025650"/>
            <a:ext cx="3706812" cy="1690688"/>
            <a:chOff x="2741745" y="2082655"/>
            <a:chExt cx="4201795" cy="1916430"/>
          </a:xfrm>
        </p:grpSpPr>
        <p:sp>
          <p:nvSpPr>
            <p:cNvPr id="11281" name="object 11">
              <a:extLst>
                <a:ext uri="{FF2B5EF4-FFF2-40B4-BE49-F238E27FC236}">
                  <a16:creationId xmlns:a16="http://schemas.microsoft.com/office/drawing/2014/main" id="{4D4E910B-4BDE-14E9-1086-35714C6F3164}"/>
                </a:ext>
              </a:extLst>
            </p:cNvPr>
            <p:cNvSpPr>
              <a:spLocks/>
            </p:cNvSpPr>
            <p:nvPr/>
          </p:nvSpPr>
          <p:spPr bwMode="auto">
            <a:xfrm>
              <a:off x="2741745" y="2082655"/>
              <a:ext cx="4201795" cy="1916430"/>
            </a:xfrm>
            <a:custGeom>
              <a:avLst/>
              <a:gdLst>
                <a:gd name="T0" fmla="*/ 0 w 4201795"/>
                <a:gd name="T1" fmla="*/ 0 h 1916429"/>
                <a:gd name="T2" fmla="*/ 4201303 w 4201795"/>
                <a:gd name="T3" fmla="*/ 0 h 1916429"/>
                <a:gd name="T4" fmla="*/ 4201303 w 4201795"/>
                <a:gd name="T5" fmla="*/ 1916046 h 1916429"/>
                <a:gd name="T6" fmla="*/ 0 w 4201795"/>
                <a:gd name="T7" fmla="*/ 1916046 h 1916429"/>
                <a:gd name="T8" fmla="*/ 0 w 4201795"/>
                <a:gd name="T9" fmla="*/ 0 h 19164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01795" h="1916429">
                  <a:moveTo>
                    <a:pt x="0" y="0"/>
                  </a:moveTo>
                  <a:lnTo>
                    <a:pt x="4201303" y="0"/>
                  </a:lnTo>
                  <a:lnTo>
                    <a:pt x="4201303" y="1916033"/>
                  </a:lnTo>
                  <a:lnTo>
                    <a:pt x="0" y="191603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pic>
          <p:nvPicPr>
            <p:cNvPr id="11282" name="object 12">
              <a:extLst>
                <a:ext uri="{FF2B5EF4-FFF2-40B4-BE49-F238E27FC236}">
                  <a16:creationId xmlns:a16="http://schemas.microsoft.com/office/drawing/2014/main" id="{9D52F16C-BB90-EE77-C089-C032A7D6955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7420" y="2157111"/>
              <a:ext cx="908339" cy="144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object 13">
            <a:extLst>
              <a:ext uri="{FF2B5EF4-FFF2-40B4-BE49-F238E27FC236}">
                <a16:creationId xmlns:a16="http://schemas.microsoft.com/office/drawing/2014/main" id="{8A96AE00-2490-C473-0096-DD33609155A5}"/>
              </a:ext>
            </a:extLst>
          </p:cNvPr>
          <p:cNvSpPr txBox="1"/>
          <p:nvPr/>
        </p:nvSpPr>
        <p:spPr>
          <a:xfrm>
            <a:off x="1277938" y="1331913"/>
            <a:ext cx="7019925" cy="2462212"/>
          </a:xfrm>
          <a:prstGeom prst="rect">
            <a:avLst/>
          </a:prstGeom>
        </p:spPr>
        <p:txBody>
          <a:bodyPr lIns="0" tIns="0" rIns="0" bIns="0">
            <a:spAutoFit/>
          </a:bodyPr>
          <a:lstStyle/>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a:spcBef>
                <a:spcPts val="35"/>
              </a:spcBef>
              <a:defRPr/>
            </a:pPr>
            <a:endParaRPr sz="2000" dirty="0">
              <a:solidFill>
                <a:schemeClr val="tx1"/>
              </a:solidFill>
              <a:latin typeface="微软雅黑" panose="020B0503020204020204" pitchFamily="34" charset="-122"/>
              <a:ea typeface="微软雅黑" panose="020B0503020204020204" pitchFamily="34" charset="-122"/>
              <a:cs typeface="Times New Roman"/>
            </a:endParaRPr>
          </a:p>
          <a:p>
            <a:pPr marL="169218">
              <a:spcBef>
                <a:spcPts val="4"/>
              </a:spcBef>
              <a:tabLst>
                <a:tab pos="1366630" algn="l"/>
                <a:tab pos="2502407" algn="l"/>
              </a:tabLst>
              <a:defRPr/>
            </a:pPr>
            <a:r>
              <a:rPr lang="zh-CN" altLang="en-US" sz="2000" b="1" dirty="0">
                <a:solidFill>
                  <a:schemeClr val="tx1"/>
                </a:solidFill>
                <a:latin typeface="微软雅黑" panose="020B0503020204020204" pitchFamily="34" charset="-122"/>
                <a:ea typeface="微软雅黑" panose="020B0503020204020204" pitchFamily="34" charset="-122"/>
                <a:cs typeface="Tahoma"/>
              </a:rPr>
              <a:t>玉米（</a:t>
            </a:r>
            <a:r>
              <a:rPr lang="en-US" altLang="zh-CN" sz="2000" b="1" dirty="0">
                <a:solidFill>
                  <a:schemeClr val="tx1"/>
                </a:solidFill>
                <a:latin typeface="微软雅黑" panose="020B0503020204020204" pitchFamily="34" charset="-122"/>
                <a:ea typeface="微软雅黑" panose="020B0503020204020204" pitchFamily="34" charset="-122"/>
                <a:cs typeface="Tahoma"/>
              </a:rPr>
              <a:t>480</a:t>
            </a:r>
            <a:r>
              <a:rPr lang="zh-CN" altLang="en-US" sz="2000" b="1" dirty="0">
                <a:solidFill>
                  <a:schemeClr val="tx1"/>
                </a:solidFill>
                <a:latin typeface="微软雅黑" panose="020B0503020204020204" pitchFamily="34" charset="-122"/>
                <a:ea typeface="微软雅黑" panose="020B0503020204020204" pitchFamily="34" charset="-122"/>
                <a:cs typeface="Tahoma"/>
              </a:rPr>
              <a:t>磅）  啤酒花（</a:t>
            </a:r>
            <a:r>
              <a:rPr lang="en-US" altLang="zh-CN" sz="2000" b="1" dirty="0">
                <a:solidFill>
                  <a:schemeClr val="tx1"/>
                </a:solidFill>
                <a:latin typeface="微软雅黑" panose="020B0503020204020204" pitchFamily="34" charset="-122"/>
                <a:ea typeface="微软雅黑" panose="020B0503020204020204" pitchFamily="34" charset="-122"/>
                <a:cs typeface="Tahoma"/>
              </a:rPr>
              <a:t>160</a:t>
            </a:r>
            <a:r>
              <a:rPr lang="zh-CN" altLang="en-US" sz="2000" b="1" dirty="0">
                <a:solidFill>
                  <a:schemeClr val="tx1"/>
                </a:solidFill>
                <a:latin typeface="微软雅黑" panose="020B0503020204020204" pitchFamily="34" charset="-122"/>
                <a:ea typeface="微软雅黑" panose="020B0503020204020204" pitchFamily="34" charset="-122"/>
                <a:cs typeface="Tahoma"/>
              </a:rPr>
              <a:t>盎司）    麦芽（</a:t>
            </a:r>
            <a:r>
              <a:rPr lang="en-US" altLang="zh-CN" sz="2000" b="1" dirty="0">
                <a:solidFill>
                  <a:schemeClr val="tx1"/>
                </a:solidFill>
                <a:latin typeface="微软雅黑" panose="020B0503020204020204" pitchFamily="34" charset="-122"/>
                <a:ea typeface="微软雅黑" panose="020B0503020204020204" pitchFamily="34" charset="-122"/>
                <a:cs typeface="Tahoma"/>
              </a:rPr>
              <a:t>1190</a:t>
            </a:r>
            <a:r>
              <a:rPr lang="zh-CN" altLang="en-US" sz="2000" b="1" dirty="0">
                <a:solidFill>
                  <a:schemeClr val="tx1"/>
                </a:solidFill>
                <a:latin typeface="微软雅黑" panose="020B0503020204020204" pitchFamily="34" charset="-122"/>
                <a:ea typeface="微软雅黑" panose="020B0503020204020204" pitchFamily="34" charset="-122"/>
                <a:cs typeface="Tahoma"/>
              </a:rPr>
              <a:t>磅）</a:t>
            </a:r>
            <a:endParaRPr sz="2000" dirty="0">
              <a:solidFill>
                <a:schemeClr val="tx1"/>
              </a:solidFill>
              <a:latin typeface="微软雅黑" panose="020B0503020204020204" pitchFamily="34" charset="-122"/>
              <a:ea typeface="微软雅黑" panose="020B0503020204020204" pitchFamily="34" charset="-122"/>
              <a:cs typeface="Tahoma"/>
            </a:endParaRPr>
          </a:p>
        </p:txBody>
      </p:sp>
      <p:grpSp>
        <p:nvGrpSpPr>
          <p:cNvPr id="11272" name="object 14">
            <a:extLst>
              <a:ext uri="{FF2B5EF4-FFF2-40B4-BE49-F238E27FC236}">
                <a16:creationId xmlns:a16="http://schemas.microsoft.com/office/drawing/2014/main" id="{B0A2C432-9FD9-1CE9-8F2E-D08545AB9A8F}"/>
              </a:ext>
            </a:extLst>
          </p:cNvPr>
          <p:cNvGrpSpPr>
            <a:grpSpLocks/>
          </p:cNvGrpSpPr>
          <p:nvPr/>
        </p:nvGrpSpPr>
        <p:grpSpPr bwMode="auto">
          <a:xfrm>
            <a:off x="5276850" y="2106613"/>
            <a:ext cx="1801813" cy="1216025"/>
            <a:chOff x="4372065" y="2150275"/>
            <a:chExt cx="2042160" cy="1377315"/>
          </a:xfrm>
        </p:grpSpPr>
        <p:pic>
          <p:nvPicPr>
            <p:cNvPr id="11279" name="object 15">
              <a:extLst>
                <a:ext uri="{FF2B5EF4-FFF2-40B4-BE49-F238E27FC236}">
                  <a16:creationId xmlns:a16="http://schemas.microsoft.com/office/drawing/2014/main" id="{D0E02813-3B72-EEAA-95AC-A63999A176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2065" y="2150275"/>
              <a:ext cx="858224" cy="136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0" name="object 16">
              <a:extLst>
                <a:ext uri="{FF2B5EF4-FFF2-40B4-BE49-F238E27FC236}">
                  <a16:creationId xmlns:a16="http://schemas.microsoft.com/office/drawing/2014/main" id="{33E8F2CD-8DB6-238C-3550-851EB5EEE54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5363" y="2160254"/>
              <a:ext cx="588782" cy="1367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3" name="矩形 17">
            <a:extLst>
              <a:ext uri="{FF2B5EF4-FFF2-40B4-BE49-F238E27FC236}">
                <a16:creationId xmlns:a16="http://schemas.microsoft.com/office/drawing/2014/main" id="{45CA14F1-FFA1-4F83-B5F4-48CAA6C61704}"/>
              </a:ext>
            </a:extLst>
          </p:cNvPr>
          <p:cNvSpPr>
            <a:spLocks noChangeArrowheads="1"/>
          </p:cNvSpPr>
          <p:nvPr/>
        </p:nvSpPr>
        <p:spPr bwMode="auto">
          <a:xfrm>
            <a:off x="1462088" y="4029075"/>
            <a:ext cx="95408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000">
                <a:solidFill>
                  <a:schemeClr val="tx1"/>
                </a:solidFill>
                <a:latin typeface="微软雅黑" panose="020B0503020204020204" pitchFamily="34" charset="-122"/>
                <a:ea typeface="微软雅黑" panose="020B0503020204020204" pitchFamily="34" charset="-122"/>
              </a:rPr>
              <a:t>麦芽酒</a:t>
            </a:r>
          </a:p>
        </p:txBody>
      </p:sp>
      <p:sp>
        <p:nvSpPr>
          <p:cNvPr id="11274" name="矩形 18">
            <a:extLst>
              <a:ext uri="{FF2B5EF4-FFF2-40B4-BE49-F238E27FC236}">
                <a16:creationId xmlns:a16="http://schemas.microsoft.com/office/drawing/2014/main" id="{DA47C53B-F1E5-6198-07B3-3930DF40D0FA}"/>
              </a:ext>
            </a:extLst>
          </p:cNvPr>
          <p:cNvSpPr>
            <a:spLocks noChangeArrowheads="1"/>
          </p:cNvSpPr>
          <p:nvPr/>
        </p:nvSpPr>
        <p:spPr bwMode="auto">
          <a:xfrm>
            <a:off x="3863975" y="4094163"/>
            <a:ext cx="7731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000">
                <a:solidFill>
                  <a:schemeClr val="tx1"/>
                </a:solidFill>
                <a:latin typeface="微软雅黑" panose="020B0503020204020204" pitchFamily="34" charset="-122"/>
                <a:ea typeface="微软雅黑" panose="020B0503020204020204" pitchFamily="34" charset="-122"/>
              </a:rPr>
              <a:t> 啤酒</a:t>
            </a:r>
          </a:p>
        </p:txBody>
      </p:sp>
      <p:grpSp>
        <p:nvGrpSpPr>
          <p:cNvPr id="11275" name="object 14">
            <a:extLst>
              <a:ext uri="{FF2B5EF4-FFF2-40B4-BE49-F238E27FC236}">
                <a16:creationId xmlns:a16="http://schemas.microsoft.com/office/drawing/2014/main" id="{C7A3B22C-D79D-B23E-C7B4-9BC6BC621F5F}"/>
              </a:ext>
            </a:extLst>
          </p:cNvPr>
          <p:cNvGrpSpPr>
            <a:grpSpLocks/>
          </p:cNvGrpSpPr>
          <p:nvPr/>
        </p:nvGrpSpPr>
        <p:grpSpPr bwMode="auto">
          <a:xfrm>
            <a:off x="4030663" y="2128838"/>
            <a:ext cx="1801812" cy="1216025"/>
            <a:chOff x="4372065" y="2150275"/>
            <a:chExt cx="2042160" cy="1377315"/>
          </a:xfrm>
        </p:grpSpPr>
        <p:pic>
          <p:nvPicPr>
            <p:cNvPr id="11277" name="object 15">
              <a:extLst>
                <a:ext uri="{FF2B5EF4-FFF2-40B4-BE49-F238E27FC236}">
                  <a16:creationId xmlns:a16="http://schemas.microsoft.com/office/drawing/2014/main" id="{8F6EB00B-488F-F65D-5993-F7FED05B4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2065" y="2150275"/>
              <a:ext cx="858224" cy="1367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8" name="object 16">
              <a:extLst>
                <a:ext uri="{FF2B5EF4-FFF2-40B4-BE49-F238E27FC236}">
                  <a16:creationId xmlns:a16="http://schemas.microsoft.com/office/drawing/2014/main" id="{F2A522BB-3B30-D15F-6888-344C26B719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5363" y="2160254"/>
              <a:ext cx="588782" cy="1367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6" name="矩形 1">
            <a:extLst>
              <a:ext uri="{FF2B5EF4-FFF2-40B4-BE49-F238E27FC236}">
                <a16:creationId xmlns:a16="http://schemas.microsoft.com/office/drawing/2014/main" id="{519ACEA6-116B-E2D9-490A-FB64706D2763}"/>
              </a:ext>
            </a:extLst>
          </p:cNvPr>
          <p:cNvSpPr>
            <a:spLocks noChangeArrowheads="1"/>
          </p:cNvSpPr>
          <p:nvPr/>
        </p:nvSpPr>
        <p:spPr bwMode="auto">
          <a:xfrm>
            <a:off x="4705350" y="2106613"/>
            <a:ext cx="1682750" cy="1379537"/>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object 9">
            <a:extLst>
              <a:ext uri="{FF2B5EF4-FFF2-40B4-BE49-F238E27FC236}">
                <a16:creationId xmlns:a16="http://schemas.microsoft.com/office/drawing/2014/main" id="{D377D209-A794-385C-F665-E6B311C51544}"/>
              </a:ext>
            </a:extLst>
          </p:cNvPr>
          <p:cNvSpPr txBox="1">
            <a:spLocks noChangeArrowheads="1"/>
          </p:cNvSpPr>
          <p:nvPr/>
        </p:nvSpPr>
        <p:spPr bwMode="auto">
          <a:xfrm>
            <a:off x="508000" y="1144588"/>
            <a:ext cx="7777163"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74519" rIns="0" bIns="0">
            <a:spAutoFit/>
          </a:bodyPr>
          <a:lstStyle>
            <a:lvl1pPr marL="11113">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588"/>
              </a:spcBef>
              <a:defRPr/>
            </a:pPr>
            <a:r>
              <a:rPr lang="zh-CN" altLang="en-US" sz="2000" b="1" dirty="0">
                <a:solidFill>
                  <a:schemeClr val="tx1"/>
                </a:solidFill>
                <a:latin typeface="+mj-ea"/>
                <a:ea typeface="+mj-ea"/>
              </a:rPr>
              <a:t>啤酒厂问题：选择产品组合以实现利润最大化。</a:t>
            </a:r>
            <a:endParaRPr lang="en-US" altLang="zh-CN" sz="2000" b="1" dirty="0">
              <a:solidFill>
                <a:schemeClr val="tx1"/>
              </a:solidFill>
              <a:latin typeface="+mj-ea"/>
              <a:ea typeface="+mj-ea"/>
            </a:endParaRPr>
          </a:p>
          <a:p>
            <a:pPr>
              <a:spcBef>
                <a:spcPts val="588"/>
              </a:spcBef>
              <a:defRPr/>
            </a:pPr>
            <a:r>
              <a:rPr lang="en-US" altLang="zh-CN" sz="1500" dirty="0">
                <a:solidFill>
                  <a:schemeClr val="tx1"/>
                </a:solidFill>
                <a:latin typeface="+mj-ea"/>
                <a:ea typeface="+mj-ea"/>
              </a:rPr>
              <a:t>                                                                         34</a:t>
            </a:r>
            <a:r>
              <a:rPr lang="zh-CN" altLang="en-US" sz="1500" dirty="0">
                <a:solidFill>
                  <a:schemeClr val="tx1"/>
                </a:solidFill>
                <a:latin typeface="+mj-ea"/>
                <a:ea typeface="+mj-ea"/>
              </a:rPr>
              <a:t>桶</a:t>
            </a:r>
            <a:r>
              <a:rPr lang="en-US" altLang="zh-CN" sz="1500" dirty="0">
                <a:solidFill>
                  <a:schemeClr val="tx1"/>
                </a:solidFill>
                <a:latin typeface="+mj-ea"/>
                <a:ea typeface="+mj-ea"/>
              </a:rPr>
              <a:t>×35</a:t>
            </a:r>
            <a:r>
              <a:rPr lang="zh-CN" altLang="en-US" sz="1500" dirty="0">
                <a:solidFill>
                  <a:schemeClr val="tx1"/>
                </a:solidFill>
                <a:latin typeface="+mj-ea"/>
                <a:ea typeface="+mj-ea"/>
              </a:rPr>
              <a:t>磅麦芽</a:t>
            </a:r>
            <a:r>
              <a:rPr lang="en-US" altLang="zh-CN" sz="1500" dirty="0">
                <a:solidFill>
                  <a:schemeClr val="tx1"/>
                </a:solidFill>
                <a:latin typeface="+mj-ea"/>
                <a:ea typeface="+mj-ea"/>
              </a:rPr>
              <a:t>=1190</a:t>
            </a:r>
            <a:r>
              <a:rPr lang="zh-CN" altLang="en-US" sz="1500" dirty="0">
                <a:solidFill>
                  <a:schemeClr val="tx1"/>
                </a:solidFill>
                <a:latin typeface="+mj-ea"/>
                <a:ea typeface="+mj-ea"/>
              </a:rPr>
              <a:t>磅</a:t>
            </a:r>
            <a:r>
              <a:rPr lang="en-US" altLang="zh-CN" sz="1500" dirty="0">
                <a:solidFill>
                  <a:schemeClr val="tx1"/>
                </a:solidFill>
                <a:latin typeface="+mj-ea"/>
                <a:ea typeface="+mj-ea"/>
              </a:rPr>
              <a:t>[</a:t>
            </a:r>
            <a:r>
              <a:rPr lang="zh-CN" altLang="en-US" sz="1500" dirty="0">
                <a:solidFill>
                  <a:schemeClr val="tx1"/>
                </a:solidFill>
                <a:latin typeface="+mj-ea"/>
                <a:ea typeface="+mj-ea"/>
              </a:rPr>
              <a:t>可用麦芽量</a:t>
            </a:r>
            <a:r>
              <a:rPr lang="en-US" altLang="zh-CN" sz="1500" dirty="0">
                <a:solidFill>
                  <a:schemeClr val="tx1"/>
                </a:solidFill>
                <a:latin typeface="+mj-ea"/>
                <a:ea typeface="+mj-ea"/>
              </a:rPr>
              <a:t>]</a:t>
            </a:r>
            <a:endParaRPr lang="zh-CN" altLang="zh-CN" sz="1000" dirty="0">
              <a:solidFill>
                <a:schemeClr val="tx1"/>
              </a:solidFill>
              <a:latin typeface="+mj-ea"/>
              <a:ea typeface="+mj-ea"/>
            </a:endParaRPr>
          </a:p>
        </p:txBody>
      </p:sp>
      <p:pic>
        <p:nvPicPr>
          <p:cNvPr id="13315" name="object 2">
            <a:extLst>
              <a:ext uri="{FF2B5EF4-FFF2-40B4-BE49-F238E27FC236}">
                <a16:creationId xmlns:a16="http://schemas.microsoft.com/office/drawing/2014/main" id="{23CC96C4-0374-268D-11CA-53FCC51E8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1927225"/>
            <a:ext cx="6051550" cy="272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6" name="object 3">
            <a:extLst>
              <a:ext uri="{FF2B5EF4-FFF2-40B4-BE49-F238E27FC236}">
                <a16:creationId xmlns:a16="http://schemas.microsoft.com/office/drawing/2014/main" id="{89A3E2FC-C6CE-C7DF-A167-FB8DA6D5ED61}"/>
              </a:ext>
            </a:extLst>
          </p:cNvPr>
          <p:cNvGrpSpPr>
            <a:grpSpLocks/>
          </p:cNvGrpSpPr>
          <p:nvPr/>
        </p:nvGrpSpPr>
        <p:grpSpPr bwMode="auto">
          <a:xfrm>
            <a:off x="1754188" y="1978025"/>
            <a:ext cx="5857875" cy="2525713"/>
            <a:chOff x="1835693" y="2242654"/>
            <a:chExt cx="6638290" cy="2861310"/>
          </a:xfrm>
        </p:grpSpPr>
        <p:sp>
          <p:nvSpPr>
            <p:cNvPr id="4" name="object 4">
              <a:extLst>
                <a:ext uri="{FF2B5EF4-FFF2-40B4-BE49-F238E27FC236}">
                  <a16:creationId xmlns:a16="http://schemas.microsoft.com/office/drawing/2014/main" id="{86DB2C3B-29CA-1A13-09AE-ED5E9BBF978D}"/>
                </a:ext>
              </a:extLst>
            </p:cNvPr>
            <p:cNvSpPr/>
            <p:nvPr/>
          </p:nvSpPr>
          <p:spPr>
            <a:xfrm>
              <a:off x="4053853" y="2721038"/>
              <a:ext cx="4420130" cy="2382926"/>
            </a:xfrm>
            <a:custGeom>
              <a:avLst/>
              <a:gdLst/>
              <a:ahLst/>
              <a:cxnLst/>
              <a:rect l="l" t="t" r="r" b="b"/>
              <a:pathLst>
                <a:path w="4420870" h="2383154">
                  <a:moveTo>
                    <a:pt x="1100378" y="1907476"/>
                  </a:moveTo>
                  <a:lnTo>
                    <a:pt x="0" y="1907476"/>
                  </a:lnTo>
                  <a:lnTo>
                    <a:pt x="0" y="2383155"/>
                  </a:lnTo>
                  <a:lnTo>
                    <a:pt x="1100378" y="2383155"/>
                  </a:lnTo>
                  <a:lnTo>
                    <a:pt x="1100378" y="1907476"/>
                  </a:lnTo>
                  <a:close/>
                </a:path>
                <a:path w="4420870" h="2383154">
                  <a:moveTo>
                    <a:pt x="1100378" y="1430616"/>
                  </a:moveTo>
                  <a:lnTo>
                    <a:pt x="0" y="1430616"/>
                  </a:lnTo>
                  <a:lnTo>
                    <a:pt x="0" y="1905101"/>
                  </a:lnTo>
                  <a:lnTo>
                    <a:pt x="1100378" y="1905101"/>
                  </a:lnTo>
                  <a:lnTo>
                    <a:pt x="1100378" y="1430616"/>
                  </a:lnTo>
                  <a:close/>
                </a:path>
                <a:path w="4420870" h="2383154">
                  <a:moveTo>
                    <a:pt x="1100378" y="953744"/>
                  </a:moveTo>
                  <a:lnTo>
                    <a:pt x="0" y="953744"/>
                  </a:lnTo>
                  <a:lnTo>
                    <a:pt x="0" y="1428229"/>
                  </a:lnTo>
                  <a:lnTo>
                    <a:pt x="1100378" y="1428229"/>
                  </a:lnTo>
                  <a:lnTo>
                    <a:pt x="1100378" y="953744"/>
                  </a:lnTo>
                  <a:close/>
                </a:path>
                <a:path w="4420870" h="2383154">
                  <a:moveTo>
                    <a:pt x="1100378" y="476872"/>
                  </a:moveTo>
                  <a:lnTo>
                    <a:pt x="0" y="476872"/>
                  </a:lnTo>
                  <a:lnTo>
                    <a:pt x="0" y="951357"/>
                  </a:lnTo>
                  <a:lnTo>
                    <a:pt x="1100378" y="951357"/>
                  </a:lnTo>
                  <a:lnTo>
                    <a:pt x="1100378" y="476872"/>
                  </a:lnTo>
                  <a:close/>
                </a:path>
                <a:path w="4420870" h="2383154">
                  <a:moveTo>
                    <a:pt x="1100378" y="0"/>
                  </a:moveTo>
                  <a:lnTo>
                    <a:pt x="0" y="0"/>
                  </a:lnTo>
                  <a:lnTo>
                    <a:pt x="0" y="474484"/>
                  </a:lnTo>
                  <a:lnTo>
                    <a:pt x="1100378" y="474484"/>
                  </a:lnTo>
                  <a:lnTo>
                    <a:pt x="1100378" y="0"/>
                  </a:lnTo>
                  <a:close/>
                </a:path>
                <a:path w="4420870" h="2383154">
                  <a:moveTo>
                    <a:pt x="2206726" y="1907476"/>
                  </a:moveTo>
                  <a:lnTo>
                    <a:pt x="1102766" y="1907476"/>
                  </a:lnTo>
                  <a:lnTo>
                    <a:pt x="1102766" y="2383155"/>
                  </a:lnTo>
                  <a:lnTo>
                    <a:pt x="2206726" y="2383155"/>
                  </a:lnTo>
                  <a:lnTo>
                    <a:pt x="2206726" y="1907476"/>
                  </a:lnTo>
                  <a:close/>
                </a:path>
                <a:path w="4420870" h="2383154">
                  <a:moveTo>
                    <a:pt x="2206726" y="0"/>
                  </a:moveTo>
                  <a:lnTo>
                    <a:pt x="1102766" y="0"/>
                  </a:lnTo>
                  <a:lnTo>
                    <a:pt x="1102766" y="474484"/>
                  </a:lnTo>
                  <a:lnTo>
                    <a:pt x="2206726" y="474484"/>
                  </a:lnTo>
                  <a:lnTo>
                    <a:pt x="2206726" y="0"/>
                  </a:lnTo>
                  <a:close/>
                </a:path>
                <a:path w="4420870" h="2383154">
                  <a:moveTo>
                    <a:pt x="3313061" y="1907476"/>
                  </a:moveTo>
                  <a:lnTo>
                    <a:pt x="2209101" y="1907476"/>
                  </a:lnTo>
                  <a:lnTo>
                    <a:pt x="2209101" y="2383155"/>
                  </a:lnTo>
                  <a:lnTo>
                    <a:pt x="3313061" y="2383155"/>
                  </a:lnTo>
                  <a:lnTo>
                    <a:pt x="3313061" y="1907476"/>
                  </a:lnTo>
                  <a:close/>
                </a:path>
                <a:path w="4420870" h="2383154">
                  <a:moveTo>
                    <a:pt x="3313061" y="0"/>
                  </a:moveTo>
                  <a:lnTo>
                    <a:pt x="2209101" y="0"/>
                  </a:lnTo>
                  <a:lnTo>
                    <a:pt x="2209101" y="474484"/>
                  </a:lnTo>
                  <a:lnTo>
                    <a:pt x="3313061" y="474484"/>
                  </a:lnTo>
                  <a:lnTo>
                    <a:pt x="3313061" y="0"/>
                  </a:lnTo>
                  <a:close/>
                </a:path>
                <a:path w="4420870" h="2383154">
                  <a:moveTo>
                    <a:pt x="4420590" y="1907476"/>
                  </a:moveTo>
                  <a:lnTo>
                    <a:pt x="3315449" y="1907476"/>
                  </a:lnTo>
                  <a:lnTo>
                    <a:pt x="3315449" y="2383155"/>
                  </a:lnTo>
                  <a:lnTo>
                    <a:pt x="4420590" y="2383155"/>
                  </a:lnTo>
                  <a:lnTo>
                    <a:pt x="4420590" y="1907476"/>
                  </a:lnTo>
                  <a:close/>
                </a:path>
                <a:path w="4420870" h="2383154">
                  <a:moveTo>
                    <a:pt x="4420590" y="1430616"/>
                  </a:moveTo>
                  <a:lnTo>
                    <a:pt x="3315449" y="1430616"/>
                  </a:lnTo>
                  <a:lnTo>
                    <a:pt x="3315449" y="1905101"/>
                  </a:lnTo>
                  <a:lnTo>
                    <a:pt x="4420590" y="1905101"/>
                  </a:lnTo>
                  <a:lnTo>
                    <a:pt x="4420590" y="1430616"/>
                  </a:lnTo>
                  <a:close/>
                </a:path>
                <a:path w="4420870" h="2383154">
                  <a:moveTo>
                    <a:pt x="4420590" y="953744"/>
                  </a:moveTo>
                  <a:lnTo>
                    <a:pt x="3315449" y="953744"/>
                  </a:lnTo>
                  <a:lnTo>
                    <a:pt x="3315449" y="1428229"/>
                  </a:lnTo>
                  <a:lnTo>
                    <a:pt x="4420590" y="1428229"/>
                  </a:lnTo>
                  <a:lnTo>
                    <a:pt x="4420590" y="953744"/>
                  </a:lnTo>
                  <a:close/>
                </a:path>
                <a:path w="4420870" h="2383154">
                  <a:moveTo>
                    <a:pt x="4420590" y="476872"/>
                  </a:moveTo>
                  <a:lnTo>
                    <a:pt x="3315449" y="476872"/>
                  </a:lnTo>
                  <a:lnTo>
                    <a:pt x="3315449" y="951357"/>
                  </a:lnTo>
                  <a:lnTo>
                    <a:pt x="4420590" y="951357"/>
                  </a:lnTo>
                  <a:lnTo>
                    <a:pt x="4420590" y="476872"/>
                  </a:lnTo>
                  <a:close/>
                </a:path>
                <a:path w="4420870" h="2383154">
                  <a:moveTo>
                    <a:pt x="4420590" y="0"/>
                  </a:moveTo>
                  <a:lnTo>
                    <a:pt x="3315449" y="0"/>
                  </a:lnTo>
                  <a:lnTo>
                    <a:pt x="3315449" y="474484"/>
                  </a:lnTo>
                  <a:lnTo>
                    <a:pt x="4420590" y="474484"/>
                  </a:lnTo>
                  <a:lnTo>
                    <a:pt x="4420590" y="0"/>
                  </a:lnTo>
                  <a:close/>
                </a:path>
              </a:pathLst>
            </a:custGeom>
            <a:solidFill>
              <a:srgbClr val="BBBBBB"/>
            </a:solidFill>
          </p:spPr>
          <p:txBody>
            <a:bodyPr lIns="0" tIns="0" rIns="0" bIns="0"/>
            <a:lstStyle/>
            <a:p>
              <a:pPr>
                <a:defRPr/>
              </a:pPr>
              <a:endParaRPr sz="2647">
                <a:latin typeface="+mj-ea"/>
                <a:ea typeface="+mj-ea"/>
              </a:endParaRPr>
            </a:p>
          </p:txBody>
        </p:sp>
        <p:sp>
          <p:nvSpPr>
            <p:cNvPr id="5" name="object 5">
              <a:extLst>
                <a:ext uri="{FF2B5EF4-FFF2-40B4-BE49-F238E27FC236}">
                  <a16:creationId xmlns:a16="http://schemas.microsoft.com/office/drawing/2014/main" id="{B78A7605-F0B8-972C-DE2C-19900BE72492}"/>
                </a:ext>
              </a:extLst>
            </p:cNvPr>
            <p:cNvSpPr/>
            <p:nvPr/>
          </p:nvSpPr>
          <p:spPr>
            <a:xfrm>
              <a:off x="1835693" y="2242654"/>
              <a:ext cx="6638290" cy="476586"/>
            </a:xfrm>
            <a:custGeom>
              <a:avLst/>
              <a:gdLst/>
              <a:ahLst/>
              <a:cxnLst/>
              <a:rect l="l" t="t" r="r" b="b"/>
              <a:pathLst>
                <a:path w="6638290" h="476250">
                  <a:moveTo>
                    <a:pt x="1105154" y="0"/>
                  </a:moveTo>
                  <a:lnTo>
                    <a:pt x="0" y="0"/>
                  </a:lnTo>
                  <a:lnTo>
                    <a:pt x="0" y="475678"/>
                  </a:lnTo>
                  <a:lnTo>
                    <a:pt x="1105154" y="475678"/>
                  </a:lnTo>
                  <a:lnTo>
                    <a:pt x="1105154" y="0"/>
                  </a:lnTo>
                  <a:close/>
                </a:path>
                <a:path w="6638290" h="476250">
                  <a:moveTo>
                    <a:pt x="2207907" y="0"/>
                  </a:moveTo>
                  <a:lnTo>
                    <a:pt x="1107541" y="0"/>
                  </a:lnTo>
                  <a:lnTo>
                    <a:pt x="1107541" y="475678"/>
                  </a:lnTo>
                  <a:lnTo>
                    <a:pt x="2207907" y="475678"/>
                  </a:lnTo>
                  <a:lnTo>
                    <a:pt x="2207907" y="0"/>
                  </a:lnTo>
                  <a:close/>
                </a:path>
                <a:path w="6638290" h="476250">
                  <a:moveTo>
                    <a:pt x="3317824" y="0"/>
                  </a:moveTo>
                  <a:lnTo>
                    <a:pt x="2217445" y="0"/>
                  </a:lnTo>
                  <a:lnTo>
                    <a:pt x="2217445" y="475678"/>
                  </a:lnTo>
                  <a:lnTo>
                    <a:pt x="3317824" y="475678"/>
                  </a:lnTo>
                  <a:lnTo>
                    <a:pt x="3317824" y="0"/>
                  </a:lnTo>
                  <a:close/>
                </a:path>
                <a:path w="6638290" h="476250">
                  <a:moveTo>
                    <a:pt x="4424172" y="0"/>
                  </a:moveTo>
                  <a:lnTo>
                    <a:pt x="3320211" y="0"/>
                  </a:lnTo>
                  <a:lnTo>
                    <a:pt x="3320211" y="475678"/>
                  </a:lnTo>
                  <a:lnTo>
                    <a:pt x="4424172" y="475678"/>
                  </a:lnTo>
                  <a:lnTo>
                    <a:pt x="4424172" y="0"/>
                  </a:lnTo>
                  <a:close/>
                </a:path>
                <a:path w="6638290" h="476250">
                  <a:moveTo>
                    <a:pt x="5530507" y="0"/>
                  </a:moveTo>
                  <a:lnTo>
                    <a:pt x="4426547" y="0"/>
                  </a:lnTo>
                  <a:lnTo>
                    <a:pt x="4426547" y="475678"/>
                  </a:lnTo>
                  <a:lnTo>
                    <a:pt x="5530507" y="475678"/>
                  </a:lnTo>
                  <a:lnTo>
                    <a:pt x="5530507" y="0"/>
                  </a:lnTo>
                  <a:close/>
                </a:path>
                <a:path w="6638290" h="476250">
                  <a:moveTo>
                    <a:pt x="6638036" y="0"/>
                  </a:moveTo>
                  <a:lnTo>
                    <a:pt x="5532894" y="0"/>
                  </a:lnTo>
                  <a:lnTo>
                    <a:pt x="5532894" y="475678"/>
                  </a:lnTo>
                  <a:lnTo>
                    <a:pt x="6638036" y="475678"/>
                  </a:lnTo>
                  <a:lnTo>
                    <a:pt x="6638036" y="0"/>
                  </a:lnTo>
                  <a:close/>
                </a:path>
              </a:pathLst>
            </a:custGeom>
            <a:solidFill>
              <a:srgbClr val="5E5E5E"/>
            </a:solidFill>
          </p:spPr>
          <p:txBody>
            <a:bodyPr lIns="0" tIns="0" rIns="0" bIns="0"/>
            <a:lstStyle/>
            <a:p>
              <a:pPr>
                <a:defRPr/>
              </a:pPr>
              <a:endParaRPr sz="2647">
                <a:latin typeface="+mj-ea"/>
                <a:ea typeface="+mj-ea"/>
              </a:endParaRPr>
            </a:p>
          </p:txBody>
        </p:sp>
        <p:sp>
          <p:nvSpPr>
            <p:cNvPr id="6" name="object 6">
              <a:extLst>
                <a:ext uri="{FF2B5EF4-FFF2-40B4-BE49-F238E27FC236}">
                  <a16:creationId xmlns:a16="http://schemas.microsoft.com/office/drawing/2014/main" id="{DCB40D28-4065-2812-12BE-B3331AF9A26C}"/>
                </a:ext>
              </a:extLst>
            </p:cNvPr>
            <p:cNvSpPr/>
            <p:nvPr/>
          </p:nvSpPr>
          <p:spPr>
            <a:xfrm>
              <a:off x="1835693" y="2721038"/>
              <a:ext cx="2209165" cy="2382926"/>
            </a:xfrm>
            <a:custGeom>
              <a:avLst/>
              <a:gdLst/>
              <a:ahLst/>
              <a:cxnLst/>
              <a:rect l="l" t="t" r="r" b="b"/>
              <a:pathLst>
                <a:path w="2208529" h="2383154">
                  <a:moveTo>
                    <a:pt x="1105154" y="1907476"/>
                  </a:moveTo>
                  <a:lnTo>
                    <a:pt x="0" y="1907476"/>
                  </a:lnTo>
                  <a:lnTo>
                    <a:pt x="0" y="2383155"/>
                  </a:lnTo>
                  <a:lnTo>
                    <a:pt x="1105154" y="2383155"/>
                  </a:lnTo>
                  <a:lnTo>
                    <a:pt x="1105154" y="1907476"/>
                  </a:lnTo>
                  <a:close/>
                </a:path>
                <a:path w="2208529" h="2383154">
                  <a:moveTo>
                    <a:pt x="1105154" y="1430616"/>
                  </a:moveTo>
                  <a:lnTo>
                    <a:pt x="0" y="1430616"/>
                  </a:lnTo>
                  <a:lnTo>
                    <a:pt x="0" y="1905101"/>
                  </a:lnTo>
                  <a:lnTo>
                    <a:pt x="1105154" y="1905101"/>
                  </a:lnTo>
                  <a:lnTo>
                    <a:pt x="1105154" y="1430616"/>
                  </a:lnTo>
                  <a:close/>
                </a:path>
                <a:path w="2208529" h="2383154">
                  <a:moveTo>
                    <a:pt x="1105154" y="953744"/>
                  </a:moveTo>
                  <a:lnTo>
                    <a:pt x="0" y="953744"/>
                  </a:lnTo>
                  <a:lnTo>
                    <a:pt x="0" y="1428229"/>
                  </a:lnTo>
                  <a:lnTo>
                    <a:pt x="1105154" y="1428229"/>
                  </a:lnTo>
                  <a:lnTo>
                    <a:pt x="1105154" y="953744"/>
                  </a:lnTo>
                  <a:close/>
                </a:path>
                <a:path w="2208529" h="2383154">
                  <a:moveTo>
                    <a:pt x="1105154" y="476872"/>
                  </a:moveTo>
                  <a:lnTo>
                    <a:pt x="0" y="476872"/>
                  </a:lnTo>
                  <a:lnTo>
                    <a:pt x="0" y="951357"/>
                  </a:lnTo>
                  <a:lnTo>
                    <a:pt x="1105154" y="951357"/>
                  </a:lnTo>
                  <a:lnTo>
                    <a:pt x="1105154" y="476872"/>
                  </a:lnTo>
                  <a:close/>
                </a:path>
                <a:path w="2208529" h="2383154">
                  <a:moveTo>
                    <a:pt x="1105154" y="0"/>
                  </a:moveTo>
                  <a:lnTo>
                    <a:pt x="0" y="0"/>
                  </a:lnTo>
                  <a:lnTo>
                    <a:pt x="0" y="474484"/>
                  </a:lnTo>
                  <a:lnTo>
                    <a:pt x="1105154" y="474484"/>
                  </a:lnTo>
                  <a:lnTo>
                    <a:pt x="1105154" y="0"/>
                  </a:lnTo>
                  <a:close/>
                </a:path>
                <a:path w="2208529" h="2383154">
                  <a:moveTo>
                    <a:pt x="2207907" y="1907476"/>
                  </a:moveTo>
                  <a:lnTo>
                    <a:pt x="1107541" y="1907476"/>
                  </a:lnTo>
                  <a:lnTo>
                    <a:pt x="1107541" y="2383155"/>
                  </a:lnTo>
                  <a:lnTo>
                    <a:pt x="2207907" y="2383155"/>
                  </a:lnTo>
                  <a:lnTo>
                    <a:pt x="2207907" y="1907476"/>
                  </a:lnTo>
                  <a:close/>
                </a:path>
                <a:path w="2208529" h="2383154">
                  <a:moveTo>
                    <a:pt x="2207907" y="1430616"/>
                  </a:moveTo>
                  <a:lnTo>
                    <a:pt x="1107541" y="1430616"/>
                  </a:lnTo>
                  <a:lnTo>
                    <a:pt x="1107541" y="1905101"/>
                  </a:lnTo>
                  <a:lnTo>
                    <a:pt x="2207907" y="1905101"/>
                  </a:lnTo>
                  <a:lnTo>
                    <a:pt x="2207907" y="1430616"/>
                  </a:lnTo>
                  <a:close/>
                </a:path>
                <a:path w="2208529" h="2383154">
                  <a:moveTo>
                    <a:pt x="2207907" y="953744"/>
                  </a:moveTo>
                  <a:lnTo>
                    <a:pt x="1107541" y="953744"/>
                  </a:lnTo>
                  <a:lnTo>
                    <a:pt x="1107541" y="1428229"/>
                  </a:lnTo>
                  <a:lnTo>
                    <a:pt x="2207907" y="1428229"/>
                  </a:lnTo>
                  <a:lnTo>
                    <a:pt x="2207907" y="953744"/>
                  </a:lnTo>
                  <a:close/>
                </a:path>
                <a:path w="2208529" h="2383154">
                  <a:moveTo>
                    <a:pt x="2207907" y="476872"/>
                  </a:moveTo>
                  <a:lnTo>
                    <a:pt x="1107541" y="476872"/>
                  </a:lnTo>
                  <a:lnTo>
                    <a:pt x="1107541" y="951357"/>
                  </a:lnTo>
                  <a:lnTo>
                    <a:pt x="2207907" y="951357"/>
                  </a:lnTo>
                  <a:lnTo>
                    <a:pt x="2207907" y="476872"/>
                  </a:lnTo>
                  <a:close/>
                </a:path>
                <a:path w="2208529" h="2383154">
                  <a:moveTo>
                    <a:pt x="2207907" y="0"/>
                  </a:moveTo>
                  <a:lnTo>
                    <a:pt x="1107541" y="0"/>
                  </a:lnTo>
                  <a:lnTo>
                    <a:pt x="1107541" y="474484"/>
                  </a:lnTo>
                  <a:lnTo>
                    <a:pt x="2207907" y="474484"/>
                  </a:lnTo>
                  <a:lnTo>
                    <a:pt x="2207907" y="0"/>
                  </a:lnTo>
                  <a:close/>
                </a:path>
              </a:pathLst>
            </a:custGeom>
            <a:solidFill>
              <a:srgbClr val="FFFFFF"/>
            </a:solidFill>
          </p:spPr>
          <p:txBody>
            <a:bodyPr lIns="0" tIns="0" rIns="0" bIns="0"/>
            <a:lstStyle/>
            <a:p>
              <a:pPr>
                <a:defRPr/>
              </a:pPr>
              <a:endParaRPr sz="2647">
                <a:latin typeface="+mj-ea"/>
                <a:ea typeface="+mj-ea"/>
              </a:endParaRPr>
            </a:p>
          </p:txBody>
        </p:sp>
      </p:grpSp>
      <p:graphicFrame>
        <p:nvGraphicFramePr>
          <p:cNvPr id="7" name="object 7">
            <a:extLst>
              <a:ext uri="{FF2B5EF4-FFF2-40B4-BE49-F238E27FC236}">
                <a16:creationId xmlns:a16="http://schemas.microsoft.com/office/drawing/2014/main" id="{94629E38-D897-59BC-264C-2590C717F541}"/>
              </a:ext>
            </a:extLst>
          </p:cNvPr>
          <p:cNvGraphicFramePr>
            <a:graphicFrameLocks noGrp="1"/>
          </p:cNvGraphicFramePr>
          <p:nvPr/>
        </p:nvGraphicFramePr>
        <p:xfrm>
          <a:off x="1754188" y="1978025"/>
          <a:ext cx="5856287" cy="2524125"/>
        </p:xfrm>
        <a:graphic>
          <a:graphicData uri="http://schemas.openxmlformats.org/drawingml/2006/table">
            <a:tbl>
              <a:tblPr/>
              <a:tblGrid>
                <a:gridCol w="976312">
                  <a:extLst>
                    <a:ext uri="{9D8B030D-6E8A-4147-A177-3AD203B41FA5}">
                      <a16:colId xmlns:a16="http://schemas.microsoft.com/office/drawing/2014/main" val="3439625703"/>
                    </a:ext>
                  </a:extLst>
                </a:gridCol>
                <a:gridCol w="976313">
                  <a:extLst>
                    <a:ext uri="{9D8B030D-6E8A-4147-A177-3AD203B41FA5}">
                      <a16:colId xmlns:a16="http://schemas.microsoft.com/office/drawing/2014/main" val="1215727135"/>
                    </a:ext>
                  </a:extLst>
                </a:gridCol>
                <a:gridCol w="974725">
                  <a:extLst>
                    <a:ext uri="{9D8B030D-6E8A-4147-A177-3AD203B41FA5}">
                      <a16:colId xmlns:a16="http://schemas.microsoft.com/office/drawing/2014/main" val="842554415"/>
                    </a:ext>
                  </a:extLst>
                </a:gridCol>
                <a:gridCol w="976312">
                  <a:extLst>
                    <a:ext uri="{9D8B030D-6E8A-4147-A177-3AD203B41FA5}">
                      <a16:colId xmlns:a16="http://schemas.microsoft.com/office/drawing/2014/main" val="4049771429"/>
                    </a:ext>
                  </a:extLst>
                </a:gridCol>
                <a:gridCol w="976313">
                  <a:extLst>
                    <a:ext uri="{9D8B030D-6E8A-4147-A177-3AD203B41FA5}">
                      <a16:colId xmlns:a16="http://schemas.microsoft.com/office/drawing/2014/main" val="3858578345"/>
                    </a:ext>
                  </a:extLst>
                </a:gridCol>
                <a:gridCol w="976312">
                  <a:extLst>
                    <a:ext uri="{9D8B030D-6E8A-4147-A177-3AD203B41FA5}">
                      <a16:colId xmlns:a16="http://schemas.microsoft.com/office/drawing/2014/main" val="1019563750"/>
                    </a:ext>
                  </a:extLst>
                </a:gridCol>
              </a:tblGrid>
              <a:tr h="42068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麦芽酒</a:t>
                      </a:r>
                    </a:p>
                  </a:txBody>
                  <a:tcPr marL="0" marR="0" marT="100901" marB="0" horzOverflow="overflow">
                    <a:lnL>
                      <a:noFill/>
                    </a:lnL>
                    <a:lnR w="3175" cap="flat" cmpd="sng" algn="ctr">
                      <a:solidFill>
                        <a:srgbClr val="E7EAEB"/>
                      </a:solidFill>
                      <a:prstDash val="solid"/>
                      <a:round/>
                      <a:headEnd type="none" w="med" len="med"/>
                      <a:tailEnd type="none" w="med" len="med"/>
                    </a:lnR>
                    <a:lnT>
                      <a:noFill/>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啤酒</a:t>
                      </a:r>
                      <a:endParaRPr kumimoji="0" lang="zh-CN" altLang="zh-CN" sz="1200" b="0" i="0" u="none" strike="noStrike" cap="none" normalizeH="0" baseline="0">
                        <a:ln>
                          <a:noFill/>
                        </a:ln>
                        <a:solidFill>
                          <a:schemeClr val="tx1"/>
                        </a:solidFill>
                        <a:effectLst/>
                        <a:latin typeface="Lucida Sans" panose="020B0602030504020204" pitchFamily="34" charset="0"/>
                        <a:ea typeface="黑体" panose="02010609060101010101" pitchFamily="49" charset="-122"/>
                        <a:cs typeface="Lucida Sans" panose="020B0602030504020204" pitchFamily="34" charset="0"/>
                      </a:endParaRPr>
                    </a:p>
                  </a:txBody>
                  <a:tcPr marL="0" marR="0" marT="100901"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a:noFill/>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31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3175"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玉米</a:t>
                      </a:r>
                      <a:endParaRPr kumimoji="0" lang="zh-CN" altLang="zh-CN" sz="1200" b="0" i="0" u="none" strike="noStrike" cap="none" normalizeH="0" baseline="0">
                        <a:ln>
                          <a:noFill/>
                        </a:ln>
                        <a:solidFill>
                          <a:schemeClr val="tx1"/>
                        </a:solidFill>
                        <a:effectLst/>
                        <a:latin typeface="Lucida Sans" panose="020B0602030504020204" pitchFamily="34" charset="0"/>
                        <a:ea typeface="黑体" panose="02010609060101010101" pitchFamily="49" charset="-122"/>
                        <a:cs typeface="Lucida Sans" panose="020B0602030504020204" pitchFamily="34" charset="0"/>
                      </a:endParaRPr>
                    </a:p>
                  </a:txBody>
                  <a:tcPr marL="0" marR="0" marT="100901"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a:noFill/>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啤酒花</a:t>
                      </a:r>
                      <a:endParaRPr kumimoji="0" lang="zh-CN" altLang="zh-CN" sz="1200" b="0" i="0" u="none" strike="noStrike" cap="none" normalizeH="0" baseline="0">
                        <a:ln>
                          <a:noFill/>
                        </a:ln>
                        <a:solidFill>
                          <a:schemeClr val="tx1"/>
                        </a:solidFill>
                        <a:effectLst/>
                        <a:latin typeface="Lucida Sans" panose="020B0602030504020204" pitchFamily="34" charset="0"/>
                        <a:ea typeface="黑体" panose="02010609060101010101" pitchFamily="49" charset="-122"/>
                        <a:cs typeface="Lucida Sans" panose="020B0602030504020204" pitchFamily="34" charset="0"/>
                      </a:endParaRPr>
                    </a:p>
                  </a:txBody>
                  <a:tcPr marL="0" marR="0" marT="100901"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a:noFill/>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麦芽</a:t>
                      </a:r>
                      <a:endParaRPr kumimoji="0" lang="zh-CN" altLang="zh-CN" sz="1200" b="0" i="0" u="none" strike="noStrike" cap="none" normalizeH="0" baseline="0">
                        <a:ln>
                          <a:noFill/>
                        </a:ln>
                        <a:solidFill>
                          <a:schemeClr val="tx1"/>
                        </a:solidFill>
                        <a:effectLst/>
                        <a:latin typeface="Lucida Sans" panose="020B0602030504020204" pitchFamily="34" charset="0"/>
                        <a:ea typeface="黑体" panose="02010609060101010101" pitchFamily="49" charset="-122"/>
                        <a:cs typeface="Lucida Sans" panose="020B0602030504020204" pitchFamily="34" charset="0"/>
                      </a:endParaRPr>
                    </a:p>
                  </a:txBody>
                  <a:tcPr marL="0" marR="0" marT="100901"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a:noFill/>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00"/>
                        </a:spcBef>
                        <a:spcAft>
                          <a:spcPct val="0"/>
                        </a:spcAft>
                        <a:buClrTx/>
                        <a:buSzTx/>
                        <a:buFontTx/>
                        <a:buNone/>
                        <a:tabLst/>
                      </a:pPr>
                      <a:r>
                        <a:rPr kumimoji="0" lang="zh-CN" altLang="en-US" sz="1200" b="0" i="0" u="none" strike="noStrike" cap="none" normalizeH="0" baseline="0">
                          <a:ln>
                            <a:noFill/>
                          </a:ln>
                          <a:solidFill>
                            <a:srgbClr val="FFFFFF"/>
                          </a:solidFill>
                          <a:effectLst/>
                          <a:latin typeface="Lucida Sans" panose="020B0602030504020204" pitchFamily="34" charset="0"/>
                          <a:ea typeface="黑体" panose="02010609060101010101" pitchFamily="49" charset="-122"/>
                          <a:cs typeface="Lucida Sans" panose="020B0602030504020204" pitchFamily="34" charset="0"/>
                        </a:rPr>
                        <a:t>利润</a:t>
                      </a:r>
                      <a:endParaRPr kumimoji="0" lang="zh-CN" altLang="zh-CN" sz="1200" b="0" i="0" u="none" strike="noStrike" cap="none" normalizeH="0" baseline="0">
                        <a:ln>
                          <a:noFill/>
                        </a:ln>
                        <a:solidFill>
                          <a:schemeClr val="tx1"/>
                        </a:solidFill>
                        <a:effectLst/>
                        <a:latin typeface="Lucida Sans" panose="020B0602030504020204" pitchFamily="34" charset="0"/>
                        <a:ea typeface="黑体" panose="02010609060101010101" pitchFamily="49" charset="-122"/>
                        <a:cs typeface="Lucida Sans" panose="020B0602030504020204" pitchFamily="34" charset="0"/>
                      </a:endParaRPr>
                    </a:p>
                  </a:txBody>
                  <a:tcPr marL="0" marR="0" marT="100901" marB="0" horzOverflow="overflow">
                    <a:lnL w="3175" cap="flat" cmpd="sng" algn="ctr">
                      <a:solidFill>
                        <a:srgbClr val="E7EAEB"/>
                      </a:solidFill>
                      <a:prstDash val="solid"/>
                      <a:round/>
                      <a:headEnd type="none" w="med" len="med"/>
                      <a:tailEnd type="none" w="med" len="med"/>
                    </a:lnL>
                    <a:lnR>
                      <a:noFill/>
                    </a:lnR>
                    <a:lnT>
                      <a:noFill/>
                    </a:lnT>
                    <a:lnB w="3175" cap="flat" cmpd="sng" algn="ctr">
                      <a:solidFill>
                        <a:srgbClr val="E7EAE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6919974"/>
                  </a:ext>
                </a:extLst>
              </a:tr>
              <a:tr h="420688">
                <a:tc>
                  <a:txBody>
                    <a:bodyPr/>
                    <a:lstStyle>
                      <a:lvl1pPr marL="41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127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34</a:t>
                      </a:r>
                    </a:p>
                  </a:txBody>
                  <a:tcPr marL="0" marR="0" marT="102023" marB="0" horzOverflow="overflow">
                    <a:lnL>
                      <a:noFill/>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396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39688"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0</a:t>
                      </a:r>
                    </a:p>
                  </a:txBody>
                  <a:tcPr marL="0" marR="0" marT="102023"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762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762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179</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136</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FF0000"/>
                          </a:solidFill>
                          <a:effectLst/>
                          <a:latin typeface="Lucida Sans" panose="020B0602030504020204" pitchFamily="34" charset="0"/>
                          <a:ea typeface="楷体_GB2312" pitchFamily="49" charset="-122"/>
                        </a:rPr>
                        <a:t>1190</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4450">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445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$442</a:t>
                      </a:r>
                    </a:p>
                  </a:txBody>
                  <a:tcPr marL="0" marR="0" marT="102023" marB="0" horzOverflow="overflow">
                    <a:lnL w="3175" cap="flat" cmpd="sng" algn="ctr">
                      <a:solidFill>
                        <a:srgbClr val="E7EAEB"/>
                      </a:solidFill>
                      <a:prstDash val="solid"/>
                      <a:round/>
                      <a:headEnd type="none" w="med" len="med"/>
                      <a:tailEnd type="none" w="med" len="med"/>
                    </a:lnL>
                    <a:lnR>
                      <a:noFill/>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5635600"/>
                  </a:ext>
                </a:extLst>
              </a:tr>
              <a:tr h="420688">
                <a:tc>
                  <a:txBody>
                    <a:bodyPr/>
                    <a:lstStyle>
                      <a:lvl1pPr marL="41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127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0</a:t>
                      </a:r>
                    </a:p>
                  </a:txBody>
                  <a:tcPr marL="0" marR="0" marT="102023" marB="0" horzOverflow="overflow">
                    <a:lnL>
                      <a:noFill/>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396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39688"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32</a:t>
                      </a:r>
                    </a:p>
                  </a:txBody>
                  <a:tcPr marL="0" marR="0" marT="102023"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762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762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FF0000"/>
                          </a:solidFill>
                          <a:effectLst/>
                          <a:latin typeface="Lucida Sans" panose="020B0602030504020204" pitchFamily="34" charset="0"/>
                          <a:ea typeface="楷体_GB2312" pitchFamily="49" charset="-122"/>
                        </a:rPr>
                        <a:t>480</a:t>
                      </a:r>
                    </a:p>
                  </a:txBody>
                  <a:tcPr marL="0" marR="0" marT="102023"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128</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640</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4450">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445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$736</a:t>
                      </a:r>
                    </a:p>
                  </a:txBody>
                  <a:tcPr marL="0" marR="0" marT="102023" marB="0" horzOverflow="overflow">
                    <a:lnL w="3175" cap="flat" cmpd="sng" algn="ctr">
                      <a:solidFill>
                        <a:srgbClr val="E7EAEB"/>
                      </a:solidFill>
                      <a:prstDash val="solid"/>
                      <a:round/>
                      <a:headEnd type="none" w="med" len="med"/>
                      <a:tailEnd type="none" w="med" len="med"/>
                    </a:lnL>
                    <a:lnR>
                      <a:noFill/>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6553118"/>
                  </a:ext>
                </a:extLst>
              </a:tr>
              <a:tr h="420688">
                <a:tc>
                  <a:txBody>
                    <a:bodyPr/>
                    <a:lstStyle>
                      <a:lvl1pPr marL="41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127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19.5</a:t>
                      </a:r>
                    </a:p>
                  </a:txBody>
                  <a:tcPr marL="0" marR="0" marT="102023" marB="0" horzOverflow="overflow">
                    <a:lnL>
                      <a:noFill/>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396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39688"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20.5</a:t>
                      </a:r>
                    </a:p>
                  </a:txBody>
                  <a:tcPr marL="0" marR="0" marT="102023"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762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762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405</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FF0000"/>
                          </a:solidFill>
                          <a:effectLst/>
                          <a:latin typeface="Lucida Sans" panose="020B0602030504020204" pitchFamily="34" charset="0"/>
                          <a:ea typeface="楷体_GB2312" pitchFamily="49" charset="-122"/>
                        </a:rPr>
                        <a:t>160</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1092.5</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4450">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445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$725</a:t>
                      </a:r>
                    </a:p>
                  </a:txBody>
                  <a:tcPr marL="0" marR="0" marT="102023" marB="0" horzOverflow="overflow">
                    <a:lnL w="3175" cap="flat" cmpd="sng" algn="ctr">
                      <a:solidFill>
                        <a:srgbClr val="E7EAEB"/>
                      </a:solidFill>
                      <a:prstDash val="solid"/>
                      <a:round/>
                      <a:headEnd type="none" w="med" len="med"/>
                      <a:tailEnd type="none" w="med" len="med"/>
                    </a:lnL>
                    <a:lnR>
                      <a:noFill/>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8787853"/>
                  </a:ext>
                </a:extLst>
              </a:tr>
              <a:tr h="420688">
                <a:tc>
                  <a:txBody>
                    <a:bodyPr/>
                    <a:lstStyle>
                      <a:lvl1pPr marL="41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127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12</a:t>
                      </a:r>
                    </a:p>
                  </a:txBody>
                  <a:tcPr marL="0" marR="0" marT="102023" marB="0" horzOverflow="overflow">
                    <a:lnL>
                      <a:noFill/>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396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39688"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28</a:t>
                      </a:r>
                    </a:p>
                  </a:txBody>
                  <a:tcPr marL="0" marR="0" marT="102023"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762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7625"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FF0000"/>
                          </a:solidFill>
                          <a:effectLst/>
                          <a:latin typeface="Lucida Sans" panose="020B0602030504020204" pitchFamily="34" charset="0"/>
                          <a:ea typeface="楷体_GB2312" pitchFamily="49" charset="-122"/>
                        </a:rPr>
                        <a:t>480</a:t>
                      </a:r>
                    </a:p>
                  </a:txBody>
                  <a:tcPr marL="0" marR="0" marT="102023"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FF0000"/>
                          </a:solidFill>
                          <a:effectLst/>
                          <a:latin typeface="Lucida Sans" panose="020B0602030504020204" pitchFamily="34" charset="0"/>
                          <a:ea typeface="楷体_GB2312" pitchFamily="49" charset="-122"/>
                        </a:rPr>
                        <a:t>160</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28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2863"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606060"/>
                          </a:solidFill>
                          <a:effectLst/>
                          <a:latin typeface="Lucida Sans" panose="020B0602030504020204" pitchFamily="34" charset="0"/>
                          <a:ea typeface="楷体_GB2312" pitchFamily="49" charset="-122"/>
                        </a:rPr>
                        <a:t>980</a:t>
                      </a:r>
                    </a:p>
                  </a:txBody>
                  <a:tcPr marL="0" marR="0" marT="102023"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solidFill>
                      <a:srgbClr val="BFBFBF"/>
                    </a:solidFill>
                  </a:tcPr>
                </a:tc>
                <a:tc>
                  <a:txBody>
                    <a:bodyPr/>
                    <a:lstStyle>
                      <a:lvl1pPr marL="44450">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4445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rPr>
                        <a:t>$800</a:t>
                      </a:r>
                    </a:p>
                  </a:txBody>
                  <a:tcPr marL="0" marR="0" marT="102023" marB="0" horzOverflow="overflow">
                    <a:lnL w="3175" cap="flat" cmpd="sng" algn="ctr">
                      <a:solidFill>
                        <a:srgbClr val="E7EAEB"/>
                      </a:solidFill>
                      <a:prstDash val="solid"/>
                      <a:round/>
                      <a:headEnd type="none" w="med" len="med"/>
                      <a:tailEnd type="none" w="med" len="med"/>
                    </a:lnL>
                    <a:lnR>
                      <a:noFill/>
                    </a:lnR>
                    <a:lnT w="3175" cap="flat" cmpd="sng" algn="ctr">
                      <a:solidFill>
                        <a:srgbClr val="E7EAEB"/>
                      </a:solidFill>
                      <a:prstDash val="solid"/>
                      <a:round/>
                      <a:headEnd type="none" w="med" len="med"/>
                      <a:tailEnd type="none" w="med" len="med"/>
                    </a:lnT>
                    <a:lnB w="3175" cap="flat" cmpd="sng" algn="ctr">
                      <a:solidFill>
                        <a:srgbClr val="E7EAE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85207408"/>
                  </a:ext>
                </a:extLst>
              </a:tr>
              <a:tr h="420688">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8D3124"/>
                          </a:solidFill>
                          <a:effectLst/>
                          <a:latin typeface="Lucida Sans" panose="020B0602030504020204" pitchFamily="34" charset="0"/>
                          <a:ea typeface="楷体_GB2312" pitchFamily="49" charset="-122"/>
                        </a:rPr>
                        <a:t>?</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a:noFill/>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8D3124"/>
                          </a:solidFill>
                          <a:effectLst/>
                          <a:latin typeface="Lucida Sans" panose="020B0602030504020204" pitchFamily="34" charset="0"/>
                          <a:ea typeface="楷体_GB2312" pitchFamily="49" charset="-122"/>
                        </a:rPr>
                        <a:t>?</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3175" cap="flat" cmpd="sng" algn="ctr">
                      <a:solidFill>
                        <a:srgbClr val="E7EAEB"/>
                      </a:solidFill>
                      <a:prstDash val="solid"/>
                      <a:round/>
                      <a:headEnd type="none" w="med" len="med"/>
                      <a:tailEnd type="none" w="med" len="med"/>
                    </a:lnL>
                    <a:lnR w="952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w="952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w="3175" cap="flat" cmpd="sng" algn="ctr">
                      <a:solidFill>
                        <a:srgbClr val="E7EAEB"/>
                      </a:solidFill>
                      <a:prstDash val="solid"/>
                      <a:round/>
                      <a:headEnd type="none" w="med" len="med"/>
                      <a:tailEnd type="none" w="med" len="med"/>
                    </a:lnL>
                    <a:lnR w="3175" cap="flat" cmpd="sng" algn="ctr">
                      <a:solidFill>
                        <a:srgbClr val="E7EAEB"/>
                      </a:solidFill>
                      <a:prstDash val="solid"/>
                      <a:round/>
                      <a:headEnd type="none" w="med" len="med"/>
                      <a:tailEnd type="none" w="med" len="med"/>
                    </a:lnR>
                    <a:lnT w="3175" cap="flat" cmpd="sng" algn="ctr">
                      <a:solidFill>
                        <a:srgbClr val="E7EAEB"/>
                      </a:solidFill>
                      <a:prstDash val="solid"/>
                      <a:round/>
                      <a:headEnd type="none" w="med" len="med"/>
                      <a:tailEnd type="none" w="med" len="med"/>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ts val="913"/>
                        </a:spcBef>
                        <a:spcAft>
                          <a:spcPct val="0"/>
                        </a:spcAft>
                        <a:buClrTx/>
                        <a:buSzTx/>
                        <a:buFontTx/>
                        <a:buNone/>
                        <a:tabLst/>
                      </a:pPr>
                      <a:r>
                        <a:rPr kumimoji="0" lang="zh-CN" altLang="zh-CN" sz="1200" b="0" i="0" u="none" strike="noStrike" cap="none" normalizeH="0" baseline="0">
                          <a:ln>
                            <a:noFill/>
                          </a:ln>
                          <a:solidFill>
                            <a:srgbClr val="8D3124"/>
                          </a:solidFill>
                          <a:effectLst/>
                          <a:latin typeface="Lucida Sans" panose="020B0602030504020204" pitchFamily="34" charset="0"/>
                          <a:ea typeface="楷体_GB2312" pitchFamily="49" charset="-122"/>
                        </a:rPr>
                        <a:t>&gt; $800 ?</a:t>
                      </a:r>
                      <a:endParaRPr kumimoji="0" lang="zh-CN" altLang="zh-CN" sz="1200" b="0" i="0" u="none" strike="noStrike" cap="none" normalizeH="0" baseline="0">
                        <a:ln>
                          <a:noFill/>
                        </a:ln>
                        <a:solidFill>
                          <a:schemeClr val="tx1"/>
                        </a:solidFill>
                        <a:effectLst/>
                        <a:latin typeface="Lucida Sans" panose="020B0602030504020204" pitchFamily="34" charset="0"/>
                        <a:ea typeface="楷体_GB2312" pitchFamily="49" charset="-122"/>
                      </a:endParaRPr>
                    </a:p>
                  </a:txBody>
                  <a:tcPr marL="0" marR="0" marT="102023" marB="0" horzOverflow="overflow">
                    <a:lnL w="3175" cap="flat" cmpd="sng" algn="ctr">
                      <a:solidFill>
                        <a:srgbClr val="E7EAEB"/>
                      </a:solidFill>
                      <a:prstDash val="solid"/>
                      <a:round/>
                      <a:headEnd type="none" w="med" len="med"/>
                      <a:tailEnd type="none" w="med" len="med"/>
                    </a:lnL>
                    <a:lnR>
                      <a:noFill/>
                    </a:lnR>
                    <a:lnT w="3175" cap="flat" cmpd="sng" algn="ctr">
                      <a:solidFill>
                        <a:srgbClr val="E7EAEB"/>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288293926"/>
                  </a:ext>
                </a:extLst>
              </a:tr>
            </a:tbl>
          </a:graphicData>
        </a:graphic>
      </p:graphicFrame>
      <p:sp>
        <p:nvSpPr>
          <p:cNvPr id="13364" name="object 8">
            <a:extLst>
              <a:ext uri="{FF2B5EF4-FFF2-40B4-BE49-F238E27FC236}">
                <a16:creationId xmlns:a16="http://schemas.microsoft.com/office/drawing/2014/main" id="{B85D71A3-A2AB-29BF-90E9-CF1F213B6207}"/>
              </a:ext>
            </a:extLst>
          </p:cNvPr>
          <p:cNvSpPr>
            <a:spLocks noGrp="1"/>
          </p:cNvSpPr>
          <p:nvPr>
            <p:ph type="title"/>
          </p:nvPr>
        </p:nvSpPr>
        <p:spPr>
          <a:xfrm>
            <a:off x="830263" y="427038"/>
            <a:ext cx="7918450" cy="658812"/>
          </a:xfrm>
        </p:spPr>
        <p:txBody>
          <a:bodyPr lIns="0" tIns="11206" rIns="0" bIns="0">
            <a:spAutoFit/>
          </a:bodyPr>
          <a:lstStyle/>
          <a:p>
            <a:pPr marL="11113">
              <a:spcBef>
                <a:spcPts val="88"/>
              </a:spcBef>
              <a:tabLst>
                <a:tab pos="1887538" algn="l"/>
              </a:tabLst>
            </a:pPr>
            <a:r>
              <a:rPr lang="zh-CN" altLang="en-US">
                <a:latin typeface="微软雅黑" panose="020B0503020204020204" pitchFamily="34" charset="-122"/>
              </a:rPr>
              <a:t>示例：啤酒厂问题</a:t>
            </a:r>
            <a:endParaRPr lang="zh-CN" altLang="zh-CN">
              <a:ea typeface="宋体" panose="02010600030101010101" pitchFamily="2" charset="-122"/>
            </a:endParaRPr>
          </a:p>
        </p:txBody>
      </p:sp>
      <p:sp>
        <p:nvSpPr>
          <p:cNvPr id="10" name="object 10">
            <a:extLst>
              <a:ext uri="{FF2B5EF4-FFF2-40B4-BE49-F238E27FC236}">
                <a16:creationId xmlns:a16="http://schemas.microsoft.com/office/drawing/2014/main" id="{E8B17B06-9101-8CD4-AC4F-156ED51C98B7}"/>
              </a:ext>
            </a:extLst>
          </p:cNvPr>
          <p:cNvSpPr/>
          <p:nvPr/>
        </p:nvSpPr>
        <p:spPr>
          <a:xfrm>
            <a:off x="6419850" y="1773238"/>
            <a:ext cx="485775" cy="717550"/>
          </a:xfrm>
          <a:custGeom>
            <a:avLst/>
            <a:gdLst/>
            <a:ahLst/>
            <a:cxnLst/>
            <a:rect l="l" t="t" r="r" b="b"/>
            <a:pathLst>
              <a:path w="551179" h="813435">
                <a:moveTo>
                  <a:pt x="0" y="812811"/>
                </a:moveTo>
                <a:lnTo>
                  <a:pt x="5353" y="804918"/>
                </a:lnTo>
                <a:lnTo>
                  <a:pt x="551177" y="0"/>
                </a:lnTo>
              </a:path>
            </a:pathLst>
          </a:custGeom>
          <a:ln w="19074">
            <a:solidFill>
              <a:srgbClr val="8D3124"/>
            </a:solidFill>
          </a:ln>
        </p:spPr>
        <p:txBody>
          <a:bodyPr lIns="0" tIns="0" rIns="0" bIns="0"/>
          <a:lstStyle/>
          <a:p>
            <a:pPr>
              <a:defRPr/>
            </a:pPr>
            <a:endParaRPr sz="2647">
              <a:latin typeface="+mj-ea"/>
              <a:ea typeface="+mj-ea"/>
            </a:endParaRPr>
          </a:p>
        </p:txBody>
      </p:sp>
      <p:grpSp>
        <p:nvGrpSpPr>
          <p:cNvPr id="13366" name="object 11">
            <a:extLst>
              <a:ext uri="{FF2B5EF4-FFF2-40B4-BE49-F238E27FC236}">
                <a16:creationId xmlns:a16="http://schemas.microsoft.com/office/drawing/2014/main" id="{A454D2AE-189F-154A-6481-6DB9CBA3F259}"/>
              </a:ext>
            </a:extLst>
          </p:cNvPr>
          <p:cNvGrpSpPr>
            <a:grpSpLocks/>
          </p:cNvGrpSpPr>
          <p:nvPr/>
        </p:nvGrpSpPr>
        <p:grpSpPr bwMode="auto">
          <a:xfrm>
            <a:off x="742950" y="4791075"/>
            <a:ext cx="3654425" cy="1666875"/>
            <a:chOff x="689267" y="5429553"/>
            <a:chExt cx="4142740" cy="1889760"/>
          </a:xfrm>
        </p:grpSpPr>
        <p:sp>
          <p:nvSpPr>
            <p:cNvPr id="12" name="object 12">
              <a:extLst>
                <a:ext uri="{FF2B5EF4-FFF2-40B4-BE49-F238E27FC236}">
                  <a16:creationId xmlns:a16="http://schemas.microsoft.com/office/drawing/2014/main" id="{6E018D6B-FA13-6AF5-F058-13D0EB977B31}"/>
                </a:ext>
              </a:extLst>
            </p:cNvPr>
            <p:cNvSpPr/>
            <p:nvPr/>
          </p:nvSpPr>
          <p:spPr>
            <a:xfrm>
              <a:off x="689267" y="5429553"/>
              <a:ext cx="4142740" cy="1889760"/>
            </a:xfrm>
            <a:custGeom>
              <a:avLst/>
              <a:gdLst/>
              <a:ahLst/>
              <a:cxnLst/>
              <a:rect l="l" t="t" r="r" b="b"/>
              <a:pathLst>
                <a:path w="4142740" h="1889759">
                  <a:moveTo>
                    <a:pt x="0" y="0"/>
                  </a:moveTo>
                  <a:lnTo>
                    <a:pt x="4142323" y="0"/>
                  </a:lnTo>
                  <a:lnTo>
                    <a:pt x="4142323" y="1889136"/>
                  </a:lnTo>
                  <a:lnTo>
                    <a:pt x="0" y="1889136"/>
                  </a:lnTo>
                  <a:lnTo>
                    <a:pt x="0" y="0"/>
                  </a:lnTo>
                  <a:close/>
                </a:path>
              </a:pathLst>
            </a:custGeom>
            <a:solidFill>
              <a:srgbClr val="FFFFFF"/>
            </a:solidFill>
          </p:spPr>
          <p:txBody>
            <a:bodyPr lIns="0" tIns="0" rIns="0" bIns="0"/>
            <a:lstStyle/>
            <a:p>
              <a:pPr>
                <a:defRPr/>
              </a:pPr>
              <a:endParaRPr sz="2647">
                <a:latin typeface="+mj-ea"/>
                <a:ea typeface="+mj-ea"/>
              </a:endParaRPr>
            </a:p>
          </p:txBody>
        </p:sp>
        <p:pic>
          <p:nvPicPr>
            <p:cNvPr id="13383" name="object 13">
              <a:extLst>
                <a:ext uri="{FF2B5EF4-FFF2-40B4-BE49-F238E27FC236}">
                  <a16:creationId xmlns:a16="http://schemas.microsoft.com/office/drawing/2014/main" id="{63EABFB8-4020-BA79-24C7-656212FFF5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51" y="5560188"/>
              <a:ext cx="895587" cy="1426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4" name="object 14">
            <a:extLst>
              <a:ext uri="{FF2B5EF4-FFF2-40B4-BE49-F238E27FC236}">
                <a16:creationId xmlns:a16="http://schemas.microsoft.com/office/drawing/2014/main" id="{BC0B0258-3327-5D65-DEA2-30FD73FEF221}"/>
              </a:ext>
            </a:extLst>
          </p:cNvPr>
          <p:cNvSpPr/>
          <p:nvPr/>
        </p:nvSpPr>
        <p:spPr>
          <a:xfrm>
            <a:off x="2057400" y="2444750"/>
            <a:ext cx="4411663" cy="1182688"/>
          </a:xfrm>
          <a:custGeom>
            <a:avLst/>
            <a:gdLst/>
            <a:ahLst/>
            <a:cxnLst/>
            <a:rect l="l" t="t" r="r" b="b"/>
            <a:pathLst>
              <a:path w="5001259" h="1341754">
                <a:moveTo>
                  <a:pt x="101727" y="1253210"/>
                </a:moveTo>
                <a:lnTo>
                  <a:pt x="0" y="1264704"/>
                </a:lnTo>
                <a:lnTo>
                  <a:pt x="44132" y="1290624"/>
                </a:lnTo>
                <a:lnTo>
                  <a:pt x="49885" y="1341475"/>
                </a:lnTo>
                <a:lnTo>
                  <a:pt x="101727" y="1253210"/>
                </a:lnTo>
                <a:close/>
              </a:path>
              <a:path w="5001259" h="1341754">
                <a:moveTo>
                  <a:pt x="5001006" y="51384"/>
                </a:moveTo>
                <a:lnTo>
                  <a:pt x="4950269" y="44640"/>
                </a:lnTo>
                <a:lnTo>
                  <a:pt x="4925238" y="0"/>
                </a:lnTo>
                <a:lnTo>
                  <a:pt x="4911737" y="101473"/>
                </a:lnTo>
                <a:lnTo>
                  <a:pt x="5001006" y="51384"/>
                </a:lnTo>
                <a:close/>
              </a:path>
            </a:pathLst>
          </a:custGeom>
          <a:solidFill>
            <a:srgbClr val="8D3124"/>
          </a:solidFill>
        </p:spPr>
        <p:txBody>
          <a:bodyPr lIns="0" tIns="0" rIns="0" bIns="0"/>
          <a:lstStyle/>
          <a:p>
            <a:pPr>
              <a:defRPr/>
            </a:pPr>
            <a:endParaRPr sz="2647">
              <a:latin typeface="+mj-ea"/>
              <a:ea typeface="+mj-ea"/>
            </a:endParaRPr>
          </a:p>
        </p:txBody>
      </p:sp>
      <p:sp>
        <p:nvSpPr>
          <p:cNvPr id="15" name="object 15">
            <a:extLst>
              <a:ext uri="{FF2B5EF4-FFF2-40B4-BE49-F238E27FC236}">
                <a16:creationId xmlns:a16="http://schemas.microsoft.com/office/drawing/2014/main" id="{93B5AA8F-D57D-179B-D58B-CCDEEF9449A1}"/>
              </a:ext>
            </a:extLst>
          </p:cNvPr>
          <p:cNvSpPr txBox="1"/>
          <p:nvPr/>
        </p:nvSpPr>
        <p:spPr>
          <a:xfrm>
            <a:off x="742950" y="4791075"/>
            <a:ext cx="3654425" cy="1663700"/>
          </a:xfrm>
          <a:prstGeom prst="rect">
            <a:avLst/>
          </a:prstGeom>
        </p:spPr>
        <p:txBody>
          <a:bodyPr lIns="0" tIns="0" rIns="0" bIns="0">
            <a:spAutoFit/>
          </a:bodyPr>
          <a:lstStyle/>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spcBef>
                <a:spcPts val="13"/>
              </a:spcBef>
              <a:defRPr/>
            </a:pPr>
            <a:endParaRPr sz="1412">
              <a:latin typeface="+mj-ea"/>
              <a:ea typeface="+mj-ea"/>
              <a:cs typeface="Times New Roman"/>
            </a:endParaRPr>
          </a:p>
          <a:p>
            <a:pPr marL="167537">
              <a:tabLst>
                <a:tab pos="1348700" algn="l"/>
                <a:tab pos="2468788" algn="l"/>
              </a:tabLst>
              <a:defRPr/>
            </a:pPr>
            <a:r>
              <a:rPr sz="927" b="1" dirty="0">
                <a:latin typeface="+mj-ea"/>
                <a:ea typeface="+mj-ea"/>
                <a:cs typeface="Tahoma"/>
              </a:rPr>
              <a:t>corn</a:t>
            </a:r>
            <a:r>
              <a:rPr sz="927" b="1" spc="31" dirty="0">
                <a:latin typeface="+mj-ea"/>
                <a:ea typeface="+mj-ea"/>
                <a:cs typeface="Tahoma"/>
              </a:rPr>
              <a:t> </a:t>
            </a:r>
            <a:r>
              <a:rPr sz="927" b="1" dirty="0">
                <a:latin typeface="+mj-ea"/>
                <a:ea typeface="+mj-ea"/>
                <a:cs typeface="Tahoma"/>
              </a:rPr>
              <a:t>(480</a:t>
            </a:r>
            <a:r>
              <a:rPr sz="927" b="1" spc="31" dirty="0">
                <a:latin typeface="+mj-ea"/>
                <a:ea typeface="+mj-ea"/>
                <a:cs typeface="Tahoma"/>
              </a:rPr>
              <a:t> </a:t>
            </a:r>
            <a:r>
              <a:rPr sz="927" b="1" spc="-18" dirty="0">
                <a:latin typeface="+mj-ea"/>
                <a:ea typeface="+mj-ea"/>
                <a:cs typeface="Tahoma"/>
              </a:rPr>
              <a:t>lbs)</a:t>
            </a:r>
            <a:r>
              <a:rPr sz="927" b="1" dirty="0">
                <a:latin typeface="+mj-ea"/>
                <a:ea typeface="+mj-ea"/>
                <a:cs typeface="Tahoma"/>
              </a:rPr>
              <a:t>	hops</a:t>
            </a:r>
            <a:r>
              <a:rPr sz="927" b="1" spc="66" dirty="0">
                <a:latin typeface="+mj-ea"/>
                <a:ea typeface="+mj-ea"/>
                <a:cs typeface="Tahoma"/>
              </a:rPr>
              <a:t> </a:t>
            </a:r>
            <a:r>
              <a:rPr sz="927" b="1" dirty="0">
                <a:latin typeface="+mj-ea"/>
                <a:ea typeface="+mj-ea"/>
                <a:cs typeface="Tahoma"/>
              </a:rPr>
              <a:t>(160</a:t>
            </a:r>
            <a:r>
              <a:rPr sz="927" b="1" spc="71" dirty="0">
                <a:latin typeface="+mj-ea"/>
                <a:ea typeface="+mj-ea"/>
                <a:cs typeface="Tahoma"/>
              </a:rPr>
              <a:t> </a:t>
            </a:r>
            <a:r>
              <a:rPr sz="927" b="1" spc="-22" dirty="0">
                <a:latin typeface="+mj-ea"/>
                <a:ea typeface="+mj-ea"/>
                <a:cs typeface="Tahoma"/>
              </a:rPr>
              <a:t>oz)</a:t>
            </a:r>
            <a:r>
              <a:rPr sz="927" b="1" dirty="0">
                <a:latin typeface="+mj-ea"/>
                <a:ea typeface="+mj-ea"/>
                <a:cs typeface="Tahoma"/>
              </a:rPr>
              <a:t>	malt</a:t>
            </a:r>
            <a:r>
              <a:rPr sz="927" b="1" spc="26" dirty="0">
                <a:latin typeface="+mj-ea"/>
                <a:ea typeface="+mj-ea"/>
                <a:cs typeface="Tahoma"/>
              </a:rPr>
              <a:t> </a:t>
            </a:r>
            <a:r>
              <a:rPr sz="927" b="1" dirty="0">
                <a:latin typeface="+mj-ea"/>
                <a:ea typeface="+mj-ea"/>
                <a:cs typeface="Tahoma"/>
              </a:rPr>
              <a:t>(1190</a:t>
            </a:r>
            <a:r>
              <a:rPr sz="927" b="1" spc="31" dirty="0">
                <a:latin typeface="+mj-ea"/>
                <a:ea typeface="+mj-ea"/>
                <a:cs typeface="Tahoma"/>
              </a:rPr>
              <a:t> </a:t>
            </a:r>
            <a:r>
              <a:rPr sz="927" b="1" spc="-18" dirty="0">
                <a:latin typeface="+mj-ea"/>
                <a:ea typeface="+mj-ea"/>
                <a:cs typeface="Tahoma"/>
              </a:rPr>
              <a:t>lbs)</a:t>
            </a:r>
            <a:endParaRPr sz="927">
              <a:latin typeface="+mj-ea"/>
              <a:ea typeface="+mj-ea"/>
              <a:cs typeface="Tahoma"/>
            </a:endParaRPr>
          </a:p>
        </p:txBody>
      </p:sp>
      <p:grpSp>
        <p:nvGrpSpPr>
          <p:cNvPr id="13369" name="object 16">
            <a:extLst>
              <a:ext uri="{FF2B5EF4-FFF2-40B4-BE49-F238E27FC236}">
                <a16:creationId xmlns:a16="http://schemas.microsoft.com/office/drawing/2014/main" id="{328AAF65-BDB3-4966-410D-23925E6A3942}"/>
              </a:ext>
            </a:extLst>
          </p:cNvPr>
          <p:cNvGrpSpPr>
            <a:grpSpLocks/>
          </p:cNvGrpSpPr>
          <p:nvPr/>
        </p:nvGrpSpPr>
        <p:grpSpPr bwMode="auto">
          <a:xfrm>
            <a:off x="2160588" y="4900613"/>
            <a:ext cx="1776412" cy="1198562"/>
            <a:chOff x="2296699" y="5553448"/>
            <a:chExt cx="2013585" cy="1358265"/>
          </a:xfrm>
        </p:grpSpPr>
        <p:pic>
          <p:nvPicPr>
            <p:cNvPr id="13380" name="object 17">
              <a:extLst>
                <a:ext uri="{FF2B5EF4-FFF2-40B4-BE49-F238E27FC236}">
                  <a16:creationId xmlns:a16="http://schemas.microsoft.com/office/drawing/2014/main" id="{267385CB-71C6-78F6-15AB-4B7359AA6B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6699" y="5553448"/>
              <a:ext cx="846176" cy="1347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81" name="object 18">
              <a:extLst>
                <a:ext uri="{FF2B5EF4-FFF2-40B4-BE49-F238E27FC236}">
                  <a16:creationId xmlns:a16="http://schemas.microsoft.com/office/drawing/2014/main" id="{35B4B30D-7F73-A0AC-0DD9-7189CF0EE4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29597" y="5563288"/>
              <a:ext cx="580516" cy="1347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70" name="object 19">
            <a:extLst>
              <a:ext uri="{FF2B5EF4-FFF2-40B4-BE49-F238E27FC236}">
                <a16:creationId xmlns:a16="http://schemas.microsoft.com/office/drawing/2014/main" id="{2B99674F-1891-0C40-34F9-48961C919558}"/>
              </a:ext>
            </a:extLst>
          </p:cNvPr>
          <p:cNvGrpSpPr>
            <a:grpSpLocks/>
          </p:cNvGrpSpPr>
          <p:nvPr/>
        </p:nvGrpSpPr>
        <p:grpSpPr bwMode="auto">
          <a:xfrm>
            <a:off x="4876800" y="4789488"/>
            <a:ext cx="3470275" cy="1666875"/>
            <a:chOff x="5375532" y="5428148"/>
            <a:chExt cx="3931920" cy="1888489"/>
          </a:xfrm>
        </p:grpSpPr>
        <p:sp>
          <p:nvSpPr>
            <p:cNvPr id="20" name="object 20">
              <a:extLst>
                <a:ext uri="{FF2B5EF4-FFF2-40B4-BE49-F238E27FC236}">
                  <a16:creationId xmlns:a16="http://schemas.microsoft.com/office/drawing/2014/main" id="{D864E38F-6AB6-4473-B0AF-727A0B288987}"/>
                </a:ext>
              </a:extLst>
            </p:cNvPr>
            <p:cNvSpPr/>
            <p:nvPr/>
          </p:nvSpPr>
          <p:spPr>
            <a:xfrm>
              <a:off x="5375532" y="5428148"/>
              <a:ext cx="3931920" cy="1888489"/>
            </a:xfrm>
            <a:custGeom>
              <a:avLst/>
              <a:gdLst/>
              <a:ahLst/>
              <a:cxnLst/>
              <a:rect l="l" t="t" r="r" b="b"/>
              <a:pathLst>
                <a:path w="3931920" h="1888490">
                  <a:moveTo>
                    <a:pt x="0" y="0"/>
                  </a:moveTo>
                  <a:lnTo>
                    <a:pt x="3931377" y="0"/>
                  </a:lnTo>
                  <a:lnTo>
                    <a:pt x="3931377" y="1888405"/>
                  </a:lnTo>
                  <a:lnTo>
                    <a:pt x="0" y="1888405"/>
                  </a:lnTo>
                  <a:lnTo>
                    <a:pt x="0" y="0"/>
                  </a:lnTo>
                  <a:close/>
                </a:path>
              </a:pathLst>
            </a:custGeom>
            <a:solidFill>
              <a:srgbClr val="FFFFFF"/>
            </a:solidFill>
          </p:spPr>
          <p:txBody>
            <a:bodyPr lIns="0" tIns="0" rIns="0" bIns="0"/>
            <a:lstStyle/>
            <a:p>
              <a:pPr>
                <a:defRPr/>
              </a:pPr>
              <a:endParaRPr sz="2647">
                <a:latin typeface="+mj-ea"/>
                <a:ea typeface="+mj-ea"/>
              </a:endParaRPr>
            </a:p>
          </p:txBody>
        </p:sp>
        <p:pic>
          <p:nvPicPr>
            <p:cNvPr id="13378" name="object 21">
              <a:extLst>
                <a:ext uri="{FF2B5EF4-FFF2-40B4-BE49-F238E27FC236}">
                  <a16:creationId xmlns:a16="http://schemas.microsoft.com/office/drawing/2014/main" id="{672D5D96-F2BA-DF5B-94A6-11CDBD6810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64719" y="5461783"/>
              <a:ext cx="1359493" cy="153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79" name="object 22">
              <a:extLst>
                <a:ext uri="{FF2B5EF4-FFF2-40B4-BE49-F238E27FC236}">
                  <a16:creationId xmlns:a16="http://schemas.microsoft.com/office/drawing/2014/main" id="{6CC87ED9-4CB6-5F68-9AE7-E1130EEF58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3351" y="5459962"/>
              <a:ext cx="1359494" cy="153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 name="object 23">
            <a:extLst>
              <a:ext uri="{FF2B5EF4-FFF2-40B4-BE49-F238E27FC236}">
                <a16:creationId xmlns:a16="http://schemas.microsoft.com/office/drawing/2014/main" id="{088A4EE5-F0B6-990B-88AB-67AECC56B02D}"/>
              </a:ext>
            </a:extLst>
          </p:cNvPr>
          <p:cNvSpPr txBox="1"/>
          <p:nvPr/>
        </p:nvSpPr>
        <p:spPr>
          <a:xfrm>
            <a:off x="4876800" y="4789488"/>
            <a:ext cx="3470275" cy="1670050"/>
          </a:xfrm>
          <a:prstGeom prst="rect">
            <a:avLst/>
          </a:prstGeom>
        </p:spPr>
        <p:txBody>
          <a:bodyPr lIns="0" tIns="0" rIns="0" bIns="0">
            <a:spAutoFit/>
          </a:bodyPr>
          <a:lstStyle/>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defRPr/>
            </a:pPr>
            <a:endParaRPr sz="1059">
              <a:latin typeface="+mj-ea"/>
              <a:ea typeface="+mj-ea"/>
              <a:cs typeface="Times New Roman"/>
            </a:endParaRPr>
          </a:p>
          <a:p>
            <a:pPr>
              <a:spcBef>
                <a:spcPts val="31"/>
              </a:spcBef>
              <a:defRPr/>
            </a:pPr>
            <a:endParaRPr sz="1456">
              <a:latin typeface="+mj-ea"/>
              <a:ea typeface="+mj-ea"/>
              <a:cs typeface="Times New Roman"/>
            </a:endParaRPr>
          </a:p>
          <a:p>
            <a:pPr marL="220768">
              <a:tabLst>
                <a:tab pos="1827217" algn="l"/>
              </a:tabLst>
              <a:defRPr/>
            </a:pPr>
            <a:r>
              <a:rPr sz="927" b="1" dirty="0">
                <a:latin typeface="+mj-ea"/>
                <a:ea typeface="+mj-ea"/>
                <a:cs typeface="Tahoma"/>
              </a:rPr>
              <a:t>$13</a:t>
            </a:r>
            <a:r>
              <a:rPr sz="927" b="1" spc="66" dirty="0">
                <a:latin typeface="+mj-ea"/>
                <a:ea typeface="+mj-ea"/>
                <a:cs typeface="Tahoma"/>
              </a:rPr>
              <a:t> </a:t>
            </a:r>
            <a:r>
              <a:rPr sz="927" b="1" dirty="0">
                <a:latin typeface="+mj-ea"/>
                <a:ea typeface="+mj-ea"/>
                <a:cs typeface="Tahoma"/>
              </a:rPr>
              <a:t>profit</a:t>
            </a:r>
            <a:r>
              <a:rPr sz="927" b="1" spc="71" dirty="0">
                <a:latin typeface="+mj-ea"/>
                <a:ea typeface="+mj-ea"/>
                <a:cs typeface="Tahoma"/>
              </a:rPr>
              <a:t> </a:t>
            </a:r>
            <a:r>
              <a:rPr sz="927" b="1" dirty="0">
                <a:latin typeface="+mj-ea"/>
                <a:ea typeface="+mj-ea"/>
                <a:cs typeface="Tahoma"/>
              </a:rPr>
              <a:t>per</a:t>
            </a:r>
            <a:r>
              <a:rPr sz="927" b="1" spc="66" dirty="0">
                <a:latin typeface="+mj-ea"/>
                <a:ea typeface="+mj-ea"/>
                <a:cs typeface="Tahoma"/>
              </a:rPr>
              <a:t> </a:t>
            </a:r>
            <a:r>
              <a:rPr sz="927" b="1" spc="-9" dirty="0">
                <a:latin typeface="+mj-ea"/>
                <a:ea typeface="+mj-ea"/>
                <a:cs typeface="Tahoma"/>
              </a:rPr>
              <a:t>barrel</a:t>
            </a:r>
            <a:r>
              <a:rPr sz="927" b="1" dirty="0">
                <a:latin typeface="+mj-ea"/>
                <a:ea typeface="+mj-ea"/>
                <a:cs typeface="Tahoma"/>
              </a:rPr>
              <a:t>	$23</a:t>
            </a:r>
            <a:r>
              <a:rPr sz="927" b="1" spc="66" dirty="0">
                <a:latin typeface="+mj-ea"/>
                <a:ea typeface="+mj-ea"/>
                <a:cs typeface="Tahoma"/>
              </a:rPr>
              <a:t> </a:t>
            </a:r>
            <a:r>
              <a:rPr sz="927" b="1" dirty="0">
                <a:latin typeface="+mj-ea"/>
                <a:ea typeface="+mj-ea"/>
                <a:cs typeface="Tahoma"/>
              </a:rPr>
              <a:t>profit</a:t>
            </a:r>
            <a:r>
              <a:rPr sz="927" b="1" spc="71" dirty="0">
                <a:latin typeface="+mj-ea"/>
                <a:ea typeface="+mj-ea"/>
                <a:cs typeface="Tahoma"/>
              </a:rPr>
              <a:t> </a:t>
            </a:r>
            <a:r>
              <a:rPr sz="927" b="1" dirty="0">
                <a:latin typeface="+mj-ea"/>
                <a:ea typeface="+mj-ea"/>
                <a:cs typeface="Tahoma"/>
              </a:rPr>
              <a:t>per</a:t>
            </a:r>
            <a:r>
              <a:rPr sz="927" b="1" spc="66" dirty="0">
                <a:latin typeface="+mj-ea"/>
                <a:ea typeface="+mj-ea"/>
                <a:cs typeface="Tahoma"/>
              </a:rPr>
              <a:t> </a:t>
            </a:r>
            <a:r>
              <a:rPr sz="927" b="1" spc="-9" dirty="0">
                <a:latin typeface="+mj-ea"/>
                <a:ea typeface="+mj-ea"/>
                <a:cs typeface="Tahoma"/>
              </a:rPr>
              <a:t>barrel</a:t>
            </a:r>
            <a:endParaRPr sz="927">
              <a:latin typeface="+mj-ea"/>
              <a:ea typeface="+mj-ea"/>
              <a:cs typeface="Tahoma"/>
            </a:endParaRPr>
          </a:p>
        </p:txBody>
      </p:sp>
      <p:sp>
        <p:nvSpPr>
          <p:cNvPr id="12350" name="矩形 17">
            <a:extLst>
              <a:ext uri="{FF2B5EF4-FFF2-40B4-BE49-F238E27FC236}">
                <a16:creationId xmlns:a16="http://schemas.microsoft.com/office/drawing/2014/main" id="{A21A02A3-4E72-BCAD-A3CB-23FCF526FC8D}"/>
              </a:ext>
            </a:extLst>
          </p:cNvPr>
          <p:cNvSpPr>
            <a:spLocks noChangeArrowheads="1"/>
          </p:cNvSpPr>
          <p:nvPr/>
        </p:nvSpPr>
        <p:spPr bwMode="auto">
          <a:xfrm>
            <a:off x="5411788" y="6443663"/>
            <a:ext cx="800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600">
                <a:solidFill>
                  <a:schemeClr val="tx1"/>
                </a:solidFill>
                <a:latin typeface="+mj-ea"/>
                <a:ea typeface="+mj-ea"/>
              </a:rPr>
              <a:t>麦芽酒</a:t>
            </a:r>
            <a:endParaRPr lang="zh-CN" altLang="en-US" sz="1600">
              <a:latin typeface="+mj-ea"/>
              <a:ea typeface="+mj-ea"/>
            </a:endParaRPr>
          </a:p>
        </p:txBody>
      </p:sp>
      <p:sp>
        <p:nvSpPr>
          <p:cNvPr id="12351" name="矩形 18">
            <a:extLst>
              <a:ext uri="{FF2B5EF4-FFF2-40B4-BE49-F238E27FC236}">
                <a16:creationId xmlns:a16="http://schemas.microsoft.com/office/drawing/2014/main" id="{6D870D94-DAA9-9B62-F32D-148F64D3B5EB}"/>
              </a:ext>
            </a:extLst>
          </p:cNvPr>
          <p:cNvSpPr>
            <a:spLocks noChangeArrowheads="1"/>
          </p:cNvSpPr>
          <p:nvPr/>
        </p:nvSpPr>
        <p:spPr bwMode="auto">
          <a:xfrm>
            <a:off x="7146925" y="6494463"/>
            <a:ext cx="5953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600">
                <a:solidFill>
                  <a:schemeClr val="tx1"/>
                </a:solidFill>
                <a:latin typeface="+mj-ea"/>
                <a:ea typeface="+mj-ea"/>
              </a:rPr>
              <a:t>啤酒</a:t>
            </a:r>
            <a:endParaRPr lang="zh-CN" altLang="en-US" sz="1600">
              <a:latin typeface="+mj-ea"/>
              <a:ea typeface="+mj-ea"/>
            </a:endParaRPr>
          </a:p>
        </p:txBody>
      </p:sp>
      <p:sp>
        <p:nvSpPr>
          <p:cNvPr id="12352" name="矩形 28">
            <a:extLst>
              <a:ext uri="{FF2B5EF4-FFF2-40B4-BE49-F238E27FC236}">
                <a16:creationId xmlns:a16="http://schemas.microsoft.com/office/drawing/2014/main" id="{AF7F532E-BC4E-6A17-75D6-03FF3ABB5E1A}"/>
              </a:ext>
            </a:extLst>
          </p:cNvPr>
          <p:cNvSpPr>
            <a:spLocks noChangeArrowheads="1"/>
          </p:cNvSpPr>
          <p:nvPr/>
        </p:nvSpPr>
        <p:spPr bwMode="auto">
          <a:xfrm>
            <a:off x="1008063" y="6510338"/>
            <a:ext cx="49371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200">
                <a:latin typeface="+mj-ea"/>
                <a:ea typeface="+mj-ea"/>
              </a:rPr>
              <a:t>玉米</a:t>
            </a:r>
          </a:p>
        </p:txBody>
      </p:sp>
      <p:sp>
        <p:nvSpPr>
          <p:cNvPr id="12353" name="矩形 29">
            <a:extLst>
              <a:ext uri="{FF2B5EF4-FFF2-40B4-BE49-F238E27FC236}">
                <a16:creationId xmlns:a16="http://schemas.microsoft.com/office/drawing/2014/main" id="{840EE911-D24A-0D8C-F157-4EF730B4D2D8}"/>
              </a:ext>
            </a:extLst>
          </p:cNvPr>
          <p:cNvSpPr>
            <a:spLocks noChangeArrowheads="1"/>
          </p:cNvSpPr>
          <p:nvPr/>
        </p:nvSpPr>
        <p:spPr bwMode="auto">
          <a:xfrm>
            <a:off x="2320925" y="6519863"/>
            <a:ext cx="6461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200">
                <a:latin typeface="+mj-ea"/>
                <a:ea typeface="+mj-ea"/>
              </a:rPr>
              <a:t>啤酒花</a:t>
            </a:r>
          </a:p>
        </p:txBody>
      </p:sp>
      <p:sp>
        <p:nvSpPr>
          <p:cNvPr id="12354" name="矩形 30">
            <a:extLst>
              <a:ext uri="{FF2B5EF4-FFF2-40B4-BE49-F238E27FC236}">
                <a16:creationId xmlns:a16="http://schemas.microsoft.com/office/drawing/2014/main" id="{B6068559-A7C6-C3E9-D548-0F22B44B51A1}"/>
              </a:ext>
            </a:extLst>
          </p:cNvPr>
          <p:cNvSpPr>
            <a:spLocks noChangeArrowheads="1"/>
          </p:cNvSpPr>
          <p:nvPr/>
        </p:nvSpPr>
        <p:spPr bwMode="auto">
          <a:xfrm>
            <a:off x="3482975" y="6502400"/>
            <a:ext cx="493713"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200">
                <a:latin typeface="+mj-ea"/>
                <a:ea typeface="+mj-ea"/>
              </a:rPr>
              <a:t>麦芽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38" name="object 2">
            <a:extLst>
              <a:ext uri="{FF2B5EF4-FFF2-40B4-BE49-F238E27FC236}">
                <a16:creationId xmlns:a16="http://schemas.microsoft.com/office/drawing/2014/main" id="{6DD7C38B-D9A6-B9A4-9DCC-81FFD63CCB38}"/>
              </a:ext>
            </a:extLst>
          </p:cNvPr>
          <p:cNvGrpSpPr>
            <a:grpSpLocks/>
          </p:cNvGrpSpPr>
          <p:nvPr/>
        </p:nvGrpSpPr>
        <p:grpSpPr bwMode="auto">
          <a:xfrm>
            <a:off x="195263" y="1190625"/>
            <a:ext cx="3514725" cy="5545138"/>
            <a:chOff x="6051225" y="1088630"/>
            <a:chExt cx="3453129" cy="6304280"/>
          </a:xfrm>
        </p:grpSpPr>
        <p:sp>
          <p:nvSpPr>
            <p:cNvPr id="3" name="object 3">
              <a:extLst>
                <a:ext uri="{FF2B5EF4-FFF2-40B4-BE49-F238E27FC236}">
                  <a16:creationId xmlns:a16="http://schemas.microsoft.com/office/drawing/2014/main" id="{204F776D-B502-30A9-A706-534950BAF964}"/>
                </a:ext>
              </a:extLst>
            </p:cNvPr>
            <p:cNvSpPr/>
            <p:nvPr/>
          </p:nvSpPr>
          <p:spPr>
            <a:xfrm>
              <a:off x="6051225" y="1088630"/>
              <a:ext cx="3453129" cy="6304280"/>
            </a:xfrm>
            <a:custGeom>
              <a:avLst/>
              <a:gdLst/>
              <a:ahLst/>
              <a:cxnLst/>
              <a:rect l="l" t="t" r="r" b="b"/>
              <a:pathLst>
                <a:path w="3453129" h="6304280">
                  <a:moveTo>
                    <a:pt x="0" y="0"/>
                  </a:moveTo>
                  <a:lnTo>
                    <a:pt x="3452539" y="0"/>
                  </a:lnTo>
                  <a:lnTo>
                    <a:pt x="3452539" y="6304222"/>
                  </a:lnTo>
                  <a:lnTo>
                    <a:pt x="0" y="6304222"/>
                  </a:lnTo>
                  <a:lnTo>
                    <a:pt x="0" y="0"/>
                  </a:lnTo>
                  <a:close/>
                </a:path>
              </a:pathLst>
            </a:custGeom>
            <a:solidFill>
              <a:srgbClr val="FFFFFF"/>
            </a:solidFill>
          </p:spPr>
          <p:txBody>
            <a:bodyPr lIns="0" tIns="0" rIns="0" bIns="0"/>
            <a:lstStyle/>
            <a:p>
              <a:pPr>
                <a:defRPr/>
              </a:pPr>
              <a:endParaRPr sz="2647">
                <a:latin typeface="微软雅黑" panose="020B0503020204020204" pitchFamily="34" charset="-122"/>
                <a:ea typeface="微软雅黑" panose="020B0503020204020204" pitchFamily="34" charset="-122"/>
              </a:endParaRPr>
            </a:p>
          </p:txBody>
        </p:sp>
        <p:pic>
          <p:nvPicPr>
            <p:cNvPr id="14377" name="object 4">
              <a:extLst>
                <a:ext uri="{FF2B5EF4-FFF2-40B4-BE49-F238E27FC236}">
                  <a16:creationId xmlns:a16="http://schemas.microsoft.com/office/drawing/2014/main" id="{1BCE4458-963F-7E68-442A-8B63ADDC0B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8699" y="1206500"/>
              <a:ext cx="3365500" cy="615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object 5">
              <a:extLst>
                <a:ext uri="{FF2B5EF4-FFF2-40B4-BE49-F238E27FC236}">
                  <a16:creationId xmlns:a16="http://schemas.microsoft.com/office/drawing/2014/main" id="{CAD413B3-B4A2-F735-8F8B-CA5B8A609624}"/>
                </a:ext>
              </a:extLst>
            </p:cNvPr>
            <p:cNvSpPr/>
            <p:nvPr/>
          </p:nvSpPr>
          <p:spPr>
            <a:xfrm>
              <a:off x="7063456" y="2886243"/>
              <a:ext cx="2411264" cy="0"/>
            </a:xfrm>
            <a:custGeom>
              <a:avLst/>
              <a:gdLst/>
              <a:ahLst/>
              <a:cxnLst/>
              <a:rect l="l" t="t" r="r" b="b"/>
              <a:pathLst>
                <a:path w="2410459">
                  <a:moveTo>
                    <a:pt x="2409953" y="0"/>
                  </a:moveTo>
                  <a:lnTo>
                    <a:pt x="0" y="0"/>
                  </a:lnTo>
                  <a:lnTo>
                    <a:pt x="2409953" y="0"/>
                  </a:lnTo>
                  <a:close/>
                </a:path>
              </a:pathLst>
            </a:custGeom>
            <a:solidFill>
              <a:srgbClr val="095BA6"/>
            </a:solidFill>
          </p:spPr>
          <p:txBody>
            <a:bodyPr lIns="0" tIns="0" rIns="0" bIns="0"/>
            <a:lstStyle/>
            <a:p>
              <a:pPr>
                <a:defRPr/>
              </a:pPr>
              <a:endParaRPr sz="2647">
                <a:latin typeface="微软雅黑" panose="020B0503020204020204" pitchFamily="34" charset="-122"/>
                <a:ea typeface="微软雅黑" panose="020B0503020204020204" pitchFamily="34" charset="-122"/>
              </a:endParaRPr>
            </a:p>
          </p:txBody>
        </p:sp>
      </p:grpSp>
      <p:sp>
        <p:nvSpPr>
          <p:cNvPr id="14339" name="object 6">
            <a:extLst>
              <a:ext uri="{FF2B5EF4-FFF2-40B4-BE49-F238E27FC236}">
                <a16:creationId xmlns:a16="http://schemas.microsoft.com/office/drawing/2014/main" id="{03E4DD22-BC0B-F56A-19E3-EADDA9B5CB7F}"/>
              </a:ext>
            </a:extLst>
          </p:cNvPr>
          <p:cNvSpPr txBox="1">
            <a:spLocks noChangeArrowheads="1"/>
          </p:cNvSpPr>
          <p:nvPr/>
        </p:nvSpPr>
        <p:spPr bwMode="auto">
          <a:xfrm>
            <a:off x="3686175" y="1662113"/>
            <a:ext cx="5364163"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33338">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ts val="1713"/>
              </a:lnSpc>
              <a:spcBef>
                <a:spcPts val="88"/>
              </a:spcBef>
            </a:pPr>
            <a:r>
              <a:rPr lang="ja-JP" altLang="en-US" sz="2600">
                <a:solidFill>
                  <a:schemeClr val="tx1"/>
                </a:solidFill>
                <a:latin typeface="微软雅黑" panose="020B0503020204020204" pitchFamily="34" charset="-122"/>
                <a:ea typeface="微软雅黑" panose="020B0503020204020204" pitchFamily="34" charset="-122"/>
              </a:rPr>
              <a:t>设</a:t>
            </a:r>
            <a:r>
              <a:rPr lang="en-US" altLang="ja-JP" sz="2600">
                <a:solidFill>
                  <a:schemeClr val="tx1"/>
                </a:solidFill>
                <a:latin typeface="微软雅黑" panose="020B0503020204020204" pitchFamily="34" charset="-122"/>
                <a:ea typeface="微软雅黑" panose="020B0503020204020204" pitchFamily="34" charset="-122"/>
              </a:rPr>
              <a:t>A</a:t>
            </a:r>
            <a:r>
              <a:rPr lang="ja-JP" altLang="en-US" sz="2600">
                <a:solidFill>
                  <a:schemeClr val="tx1"/>
                </a:solidFill>
                <a:latin typeface="微软雅黑" panose="020B0503020204020204" pitchFamily="34" charset="-122"/>
                <a:ea typeface="微软雅黑" panose="020B0503020204020204" pitchFamily="34" charset="-122"/>
              </a:rPr>
              <a:t>为麦芽酒的桶数</a:t>
            </a:r>
            <a:r>
              <a:rPr lang="zh-CN" altLang="en-US" sz="2600">
                <a:solidFill>
                  <a:schemeClr val="tx1"/>
                </a:solidFill>
                <a:latin typeface="微软雅黑" panose="020B0503020204020204" pitchFamily="34" charset="-122"/>
                <a:ea typeface="微软雅黑" panose="020B0503020204020204" pitchFamily="34" charset="-122"/>
              </a:rPr>
              <a:t>；</a:t>
            </a:r>
            <a:r>
              <a:rPr lang="en-US" altLang="ja-JP" sz="2600">
                <a:solidFill>
                  <a:schemeClr val="tx1"/>
                </a:solidFill>
                <a:latin typeface="微软雅黑" panose="020B0503020204020204" pitchFamily="34" charset="-122"/>
                <a:ea typeface="微软雅黑" panose="020B0503020204020204" pitchFamily="34" charset="-122"/>
              </a:rPr>
              <a:t>B</a:t>
            </a:r>
            <a:r>
              <a:rPr lang="ja-JP" altLang="en-US" sz="2600">
                <a:solidFill>
                  <a:schemeClr val="tx1"/>
                </a:solidFill>
                <a:latin typeface="微软雅黑" panose="020B0503020204020204" pitchFamily="34" charset="-122"/>
                <a:ea typeface="微软雅黑" panose="020B0503020204020204" pitchFamily="34" charset="-122"/>
              </a:rPr>
              <a:t>为啤酒桶数</a:t>
            </a:r>
            <a:endParaRPr lang="en-US" altLang="ja-JP" sz="2600">
              <a:solidFill>
                <a:schemeClr val="tx1"/>
              </a:solidFill>
              <a:latin typeface="微软雅黑" panose="020B0503020204020204" pitchFamily="34" charset="-122"/>
              <a:ea typeface="微软雅黑" panose="020B0503020204020204" pitchFamily="34" charset="-122"/>
            </a:endParaRPr>
          </a:p>
          <a:p>
            <a:pPr>
              <a:lnSpc>
                <a:spcPts val="1713"/>
              </a:lnSpc>
              <a:spcBef>
                <a:spcPts val="88"/>
              </a:spcBef>
            </a:pPr>
            <a:endParaRPr lang="en-US" altLang="ja-JP" sz="2600">
              <a:solidFill>
                <a:schemeClr val="tx1"/>
              </a:solidFill>
              <a:latin typeface="微软雅黑" panose="020B0503020204020204" pitchFamily="34" charset="-122"/>
              <a:ea typeface="微软雅黑" panose="020B0503020204020204" pitchFamily="34" charset="-122"/>
            </a:endParaRPr>
          </a:p>
          <a:p>
            <a:pPr>
              <a:lnSpc>
                <a:spcPts val="1713"/>
              </a:lnSpc>
              <a:spcBef>
                <a:spcPts val="88"/>
              </a:spcBef>
            </a:pPr>
            <a:endParaRPr lang="en-US" altLang="ja-JP" sz="2600">
              <a:solidFill>
                <a:schemeClr val="tx1"/>
              </a:solidFill>
              <a:latin typeface="微软雅黑" panose="020B0503020204020204" pitchFamily="34" charset="-122"/>
              <a:ea typeface="微软雅黑" panose="020B0503020204020204" pitchFamily="34" charset="-122"/>
            </a:endParaRPr>
          </a:p>
          <a:p>
            <a:pPr>
              <a:lnSpc>
                <a:spcPts val="1713"/>
              </a:lnSpc>
              <a:spcBef>
                <a:spcPts val="88"/>
              </a:spcBef>
            </a:pPr>
            <a:r>
              <a:rPr lang="ja-JP" altLang="en-US" sz="2600">
                <a:solidFill>
                  <a:schemeClr val="tx1"/>
                </a:solidFill>
                <a:latin typeface="微软雅黑" panose="020B0503020204020204" pitchFamily="34" charset="-122"/>
                <a:ea typeface="微软雅黑" panose="020B0503020204020204" pitchFamily="34" charset="-122"/>
              </a:rPr>
              <a:t>线性规划公式</a:t>
            </a:r>
            <a:r>
              <a:rPr lang="zh-CN" altLang="en-US" sz="2600">
                <a:solidFill>
                  <a:schemeClr val="tx1"/>
                </a:solidFill>
                <a:latin typeface="微软雅黑" panose="020B0503020204020204" pitchFamily="34" charset="-122"/>
                <a:ea typeface="微软雅黑" panose="020B0503020204020204" pitchFamily="34" charset="-122"/>
              </a:rPr>
              <a:t>：</a:t>
            </a:r>
            <a:endParaRPr lang="en-US" altLang="ja-JP" sz="2600">
              <a:solidFill>
                <a:schemeClr val="tx1"/>
              </a:solidFill>
              <a:latin typeface="微软雅黑" panose="020B0503020204020204" pitchFamily="34" charset="-122"/>
              <a:ea typeface="微软雅黑" panose="020B0503020204020204" pitchFamily="34" charset="-122"/>
            </a:endParaRPr>
          </a:p>
          <a:p>
            <a:pPr>
              <a:lnSpc>
                <a:spcPts val="1713"/>
              </a:lnSpc>
              <a:spcBef>
                <a:spcPts val="88"/>
              </a:spcBef>
            </a:pPr>
            <a:endParaRPr lang="zh-CN" altLang="zh-CN" sz="2600">
              <a:solidFill>
                <a:schemeClr val="tx1"/>
              </a:solidFill>
              <a:latin typeface="微软雅黑" panose="020B0503020204020204" pitchFamily="34" charset="-122"/>
              <a:ea typeface="微软雅黑" panose="020B0503020204020204" pitchFamily="34" charset="-122"/>
            </a:endParaRPr>
          </a:p>
        </p:txBody>
      </p:sp>
      <p:sp>
        <p:nvSpPr>
          <p:cNvPr id="7" name="object 7">
            <a:extLst>
              <a:ext uri="{FF2B5EF4-FFF2-40B4-BE49-F238E27FC236}">
                <a16:creationId xmlns:a16="http://schemas.microsoft.com/office/drawing/2014/main" id="{B5CF54EE-15A6-919F-AD1E-505EAA009E78}"/>
              </a:ext>
            </a:extLst>
          </p:cNvPr>
          <p:cNvSpPr txBox="1">
            <a:spLocks noGrp="1"/>
          </p:cNvSpPr>
          <p:nvPr>
            <p:ph type="title"/>
          </p:nvPr>
        </p:nvSpPr>
        <p:spPr>
          <a:xfrm>
            <a:off x="830263" y="427038"/>
            <a:ext cx="8134350" cy="657225"/>
          </a:xfrm>
        </p:spPr>
        <p:txBody>
          <a:bodyPr lIns="0" tIns="11206" rIns="0" bIns="0" rtlCol="0">
            <a:spAutoFit/>
          </a:bodyPr>
          <a:lstStyle/>
          <a:p>
            <a:pPr marL="11206">
              <a:spcBef>
                <a:spcPts val="88"/>
              </a:spcBef>
              <a:tabLst>
                <a:tab pos="2116904" algn="l"/>
              </a:tabLst>
              <a:defRPr/>
            </a:pPr>
            <a:r>
              <a:rPr lang="zh-CN" altLang="en-US" spc="-18" dirty="0">
                <a:latin typeface="微软雅黑" panose="020B0503020204020204" pitchFamily="34" charset="-122"/>
              </a:rPr>
              <a:t>示例</a:t>
            </a:r>
            <a:r>
              <a:rPr lang="zh-CN" altLang="en-US" spc="-9" dirty="0">
                <a:latin typeface="微软雅黑" panose="020B0503020204020204" pitchFamily="34" charset="-122"/>
              </a:rPr>
              <a:t>：</a:t>
            </a:r>
            <a:r>
              <a:rPr lang="zh-CN" altLang="en-US" dirty="0">
                <a:latin typeface="微软雅黑" panose="020B0503020204020204" pitchFamily="34" charset="-122"/>
              </a:rPr>
              <a:t>啤酒厂问题</a:t>
            </a:r>
            <a:endParaRPr spc="-9" dirty="0">
              <a:latin typeface="微软雅黑" panose="020B0503020204020204" pitchFamily="34" charset="-122"/>
              <a:ea typeface="微软雅黑" panose="020B0503020204020204" pitchFamily="34" charset="-122"/>
            </a:endParaRPr>
          </a:p>
        </p:txBody>
      </p:sp>
      <p:graphicFrame>
        <p:nvGraphicFramePr>
          <p:cNvPr id="8" name="object 8">
            <a:extLst>
              <a:ext uri="{FF2B5EF4-FFF2-40B4-BE49-F238E27FC236}">
                <a16:creationId xmlns:a16="http://schemas.microsoft.com/office/drawing/2014/main" id="{719163DC-5A83-5CDB-5D6D-D7D2AF7A257F}"/>
              </a:ext>
            </a:extLst>
          </p:cNvPr>
          <p:cNvGraphicFramePr>
            <a:graphicFrameLocks noGrp="1"/>
          </p:cNvGraphicFramePr>
          <p:nvPr/>
        </p:nvGraphicFramePr>
        <p:xfrm>
          <a:off x="3709988" y="2924175"/>
          <a:ext cx="5545137" cy="2068513"/>
        </p:xfrm>
        <a:graphic>
          <a:graphicData uri="http://schemas.openxmlformats.org/drawingml/2006/table">
            <a:tbl>
              <a:tblPr/>
              <a:tblGrid>
                <a:gridCol w="2219269">
                  <a:extLst>
                    <a:ext uri="{9D8B030D-6E8A-4147-A177-3AD203B41FA5}">
                      <a16:colId xmlns:a16="http://schemas.microsoft.com/office/drawing/2014/main" val="20000"/>
                    </a:ext>
                  </a:extLst>
                </a:gridCol>
                <a:gridCol w="459752">
                  <a:extLst>
                    <a:ext uri="{9D8B030D-6E8A-4147-A177-3AD203B41FA5}">
                      <a16:colId xmlns:a16="http://schemas.microsoft.com/office/drawing/2014/main" val="20001"/>
                    </a:ext>
                  </a:extLst>
                </a:gridCol>
                <a:gridCol w="748375">
                  <a:extLst>
                    <a:ext uri="{9D8B030D-6E8A-4147-A177-3AD203B41FA5}">
                      <a16:colId xmlns:a16="http://schemas.microsoft.com/office/drawing/2014/main" val="20002"/>
                    </a:ext>
                  </a:extLst>
                </a:gridCol>
                <a:gridCol w="503559">
                  <a:extLst>
                    <a:ext uri="{9D8B030D-6E8A-4147-A177-3AD203B41FA5}">
                      <a16:colId xmlns:a16="http://schemas.microsoft.com/office/drawing/2014/main" val="20003"/>
                    </a:ext>
                  </a:extLst>
                </a:gridCol>
                <a:gridCol w="663471">
                  <a:extLst>
                    <a:ext uri="{9D8B030D-6E8A-4147-A177-3AD203B41FA5}">
                      <a16:colId xmlns:a16="http://schemas.microsoft.com/office/drawing/2014/main" val="20004"/>
                    </a:ext>
                  </a:extLst>
                </a:gridCol>
                <a:gridCol w="950710">
                  <a:extLst>
                    <a:ext uri="{9D8B030D-6E8A-4147-A177-3AD203B41FA5}">
                      <a16:colId xmlns:a16="http://schemas.microsoft.com/office/drawing/2014/main" val="20005"/>
                    </a:ext>
                  </a:extLst>
                </a:gridCol>
              </a:tblGrid>
              <a:tr h="27983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38"/>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3906"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ts val="14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0" marB="0" horzOverflow="overflow">
                    <a:lnL>
                      <a:noFill/>
                    </a:lnL>
                    <a:lnR>
                      <a:noFill/>
                    </a:lnR>
                    <a:lnT>
                      <a:noFill/>
                    </a:lnT>
                    <a:lnB>
                      <a:noFill/>
                    </a:lnB>
                    <a:lnTlToBr>
                      <a:noFill/>
                    </a:lnTlToBr>
                    <a:lnBlToTr>
                      <a:noFill/>
                    </a:lnBlToTr>
                    <a:noFill/>
                  </a:tcPr>
                </a:tc>
                <a:tc gridSpan="3">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0237">
                <a:tc>
                  <a:txBody>
                    <a:bodyPr/>
                    <a:lstStyle>
                      <a:lvl1pPr>
                        <a:spcBef>
                          <a:spcPct val="20000"/>
                        </a:spcBef>
                        <a:buClr>
                          <a:schemeClr val="accent1"/>
                        </a:buClr>
                        <a:buSzPct val="65000"/>
                        <a:buFont typeface="Wingdings" panose="05000000000000000000" pitchFamily="2" charset="2"/>
                        <a:tabLst>
                          <a:tab pos="1254125" algn="l"/>
                        </a:tabLst>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tabLst>
                          <a:tab pos="1254125" algn="l"/>
                        </a:tabLst>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tabLst>
                          <a:tab pos="1254125"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tabLst>
                          <a:tab pos="1254125" algn="l"/>
                        </a:tabLs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00"/>
                        </a:spcBef>
                        <a:spcAft>
                          <a:spcPct val="0"/>
                        </a:spcAft>
                        <a:buClrTx/>
                        <a:buSzTx/>
                        <a:buFontTx/>
                        <a:buNone/>
                        <a:tabLst>
                          <a:tab pos="1254125" algn="l"/>
                        </a:tabLst>
                      </a:pPr>
                      <a:r>
                        <a:rPr kumimoji="0" lang="zh-CN" altLang="zh-CN" sz="1800" b="0" i="0" u="none" strike="noStrike" cap="none" normalizeH="0" baseline="0" dirty="0">
                          <a:ln>
                            <a:noFill/>
                          </a:ln>
                          <a:solidFill>
                            <a:srgbClr val="8D3124"/>
                          </a:solidFill>
                          <a:effectLst/>
                          <a:latin typeface="Lucida Sans" panose="020B0602030504020204" pitchFamily="34" charset="0"/>
                          <a:ea typeface="宋体" panose="02010600030101010101" pitchFamily="2" charset="-122"/>
                          <a:cs typeface="Lucida Sans" panose="020B0602030504020204" pitchFamily="34" charset="0"/>
                        </a:rPr>
                        <a:t>maximize	13A</a:t>
                      </a:r>
                      <a:endPar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endParaRPr>
                    </a:p>
                  </a:txBody>
                  <a:tcPr marL="0" marR="0" marT="66959" marB="0" horzOverflow="overflow">
                    <a:lnL>
                      <a:noFill/>
                    </a:lnL>
                    <a:lnR>
                      <a:noFill/>
                    </a:lnR>
                    <a:lnT>
                      <a:noFill/>
                    </a:lnT>
                    <a:lnB>
                      <a:noFill/>
                    </a:lnB>
                    <a:lnTlToBr>
                      <a:noFill/>
                    </a:lnTlToBr>
                    <a:lnBlToTr>
                      <a:noFill/>
                    </a:lnBlToTr>
                    <a:solidFill>
                      <a:srgbClr val="FFFFFF"/>
                    </a:solidFill>
                  </a:tcPr>
                </a:tc>
                <a:tc>
                  <a:txBody>
                    <a:bodyPr/>
                    <a:lstStyle>
                      <a:lvl1pPr marL="168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68275" marR="0" lvl="0" indent="0" algn="l" defTabSz="914400" rtl="0" eaLnBrk="1" fontAlgn="base" latinLnBrk="0" hangingPunct="1">
                        <a:lnSpc>
                          <a:spcPct val="100000"/>
                        </a:lnSpc>
                        <a:spcBef>
                          <a:spcPts val="600"/>
                        </a:spcBef>
                        <a:spcAft>
                          <a:spcPct val="0"/>
                        </a:spcAft>
                        <a:buClrTx/>
                        <a:buSzTx/>
                        <a:buFontTx/>
                        <a:buNone/>
                        <a:tabLst/>
                      </a:pPr>
                      <a:r>
                        <a:rPr kumimoji="0" lang="zh-CN" altLang="zh-CN" sz="1800" b="0" i="0" u="none" strike="noStrike" cap="none" normalizeH="0" baseline="0" dirty="0">
                          <a:ln>
                            <a:noFill/>
                          </a:ln>
                          <a:solidFill>
                            <a:srgbClr val="8D3124"/>
                          </a:solidFill>
                          <a:effectLst/>
                          <a:latin typeface="Lucida Sans" panose="020B0602030504020204" pitchFamily="34" charset="0"/>
                          <a:ea typeface="宋体" panose="02010600030101010101" pitchFamily="2" charset="-122"/>
                          <a:cs typeface="Lucida Sans" panose="020B0602030504020204" pitchFamily="34" charset="0"/>
                        </a:rPr>
                        <a:t>+</a:t>
                      </a:r>
                      <a:endPar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endParaRPr>
                    </a:p>
                  </a:txBody>
                  <a:tcPr marL="0" marR="0" marT="66959"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00"/>
                        </a:spcBef>
                        <a:spcAft>
                          <a:spcPct val="0"/>
                        </a:spcAft>
                        <a:buClrTx/>
                        <a:buSzTx/>
                        <a:buFontTx/>
                        <a:buNone/>
                        <a:tabLst/>
                      </a:pPr>
                      <a:r>
                        <a:rPr kumimoji="0" lang="zh-CN" altLang="zh-CN" sz="1800" b="0" i="0" u="none" strike="noStrike" cap="none" normalizeH="0" baseline="0" dirty="0">
                          <a:ln>
                            <a:noFill/>
                          </a:ln>
                          <a:solidFill>
                            <a:srgbClr val="8D3124"/>
                          </a:solidFill>
                          <a:effectLst/>
                          <a:latin typeface="Lucida Sans" panose="020B0602030504020204" pitchFamily="34" charset="0"/>
                          <a:ea typeface="宋体" panose="02010600030101010101" pitchFamily="2" charset="-122"/>
                          <a:cs typeface="Lucida Sans" panose="020B0602030504020204" pitchFamily="34" charset="0"/>
                        </a:rPr>
                        <a:t>23B</a:t>
                      </a:r>
                      <a:endPar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endParaRPr>
                    </a:p>
                  </a:txBody>
                  <a:tcPr marL="0" marR="0" marT="66959"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solidFill>
                      <a:srgbClr val="FFFFFF"/>
                    </a:solidFill>
                  </a:tcPr>
                </a:tc>
                <a:tc>
                  <a:txBody>
                    <a:bodyPr/>
                    <a:lstStyle>
                      <a:lvl1pPr marL="17621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76213" marR="0" lvl="0" indent="0" algn="l" defTabSz="914400" rtl="0" eaLnBrk="1" fontAlgn="base" latinLnBrk="0" hangingPunct="1">
                        <a:lnSpc>
                          <a:spcPct val="100000"/>
                        </a:lnSpc>
                        <a:spcBef>
                          <a:spcPts val="60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66959"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64113">
                <a:tc>
                  <a:txBody>
                    <a:bodyPr/>
                    <a:lstStyle>
                      <a:lvl1pPr>
                        <a:spcBef>
                          <a:spcPct val="20000"/>
                        </a:spcBef>
                        <a:buClr>
                          <a:schemeClr val="accent1"/>
                        </a:buClr>
                        <a:buSzPct val="65000"/>
                        <a:buFont typeface="Wingdings" panose="05000000000000000000" pitchFamily="2" charset="2"/>
                        <a:tabLst>
                          <a:tab pos="1257300" algn="l"/>
                        </a:tabLst>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tabLst>
                          <a:tab pos="1257300" algn="l"/>
                        </a:tabLst>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tabLst>
                          <a:tab pos="125730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tabLst>
                          <a:tab pos="1257300" algn="l"/>
                        </a:tabLs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ts val="1288"/>
                        </a:lnSpc>
                        <a:spcBef>
                          <a:spcPts val="1700"/>
                        </a:spcBef>
                        <a:spcAft>
                          <a:spcPct val="0"/>
                        </a:spcAft>
                        <a:buClrTx/>
                        <a:buSzTx/>
                        <a:buFontTx/>
                        <a:buNone/>
                        <a:tabLst>
                          <a:tab pos="1257300" algn="l"/>
                        </a:tabLst>
                      </a:pPr>
                      <a:r>
                        <a:rPr kumimoji="0" lang="en-US" altLang="zh-CN" sz="1800" b="0" i="0" u="none" strike="noStrike" cap="none" normalizeH="0" baseline="0" dirty="0" err="1">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s.t.</a:t>
                      </a: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	5A</a:t>
                      </a:r>
                    </a:p>
                  </a:txBody>
                  <a:tcPr marL="0" marR="0" marT="190278" marB="0" anchor="b" horzOverflow="overflow">
                    <a:lnL>
                      <a:noFill/>
                    </a:lnL>
                    <a:lnR>
                      <a:noFill/>
                    </a:lnR>
                    <a:lnT>
                      <a:noFill/>
                    </a:lnT>
                    <a:lnB>
                      <a:noFill/>
                    </a:lnB>
                    <a:lnTlToBr>
                      <a:noFill/>
                    </a:lnTlToBr>
                    <a:lnBlToTr>
                      <a:noFill/>
                    </a:lnBlToTr>
                    <a:solidFill>
                      <a:srgbClr val="FFFFFF"/>
                    </a:solidFill>
                  </a:tcPr>
                </a:tc>
                <a:tc>
                  <a:txBody>
                    <a:bodyPr/>
                    <a:lstStyle>
                      <a:lvl1pPr marL="168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68275" marR="0" lvl="0" indent="0" algn="l" defTabSz="914400" rtl="0" eaLnBrk="1" fontAlgn="base" latinLnBrk="0" hangingPunct="1">
                        <a:lnSpc>
                          <a:spcPct val="100000"/>
                        </a:lnSpc>
                        <a:spcBef>
                          <a:spcPts val="650"/>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2539"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50"/>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15B</a:t>
                      </a:r>
                    </a:p>
                  </a:txBody>
                  <a:tcPr marL="0" marR="0" marT="72539" marB="0" horzOverflow="overflow">
                    <a:lnL>
                      <a:noFill/>
                    </a:lnL>
                    <a:lnR>
                      <a:noFill/>
                    </a:lnR>
                    <a:lnT>
                      <a:noFill/>
                    </a:lnT>
                    <a:lnB>
                      <a:noFill/>
                    </a:lnB>
                    <a:lnTlToBr>
                      <a:noFill/>
                    </a:lnTlToBr>
                    <a:lnBlToTr>
                      <a:noFill/>
                    </a:lnBlToTr>
                    <a:solidFill>
                      <a:srgbClr val="FFFFFF"/>
                    </a:solidFill>
                  </a:tcPr>
                </a:tc>
                <a:tc>
                  <a:txBody>
                    <a:bodyPr/>
                    <a:lstStyle>
                      <a:lvl1pPr marL="158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5875" marR="0" lvl="0" indent="0" algn="ctr" defTabSz="914400" rtl="0" eaLnBrk="1" fontAlgn="base" latinLnBrk="0" hangingPunct="1">
                        <a:lnSpc>
                          <a:spcPct val="100000"/>
                        </a:lnSpc>
                        <a:spcBef>
                          <a:spcPts val="725"/>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80910" marB="0" horzOverflow="overflow">
                    <a:lnL>
                      <a:noFill/>
                    </a:lnL>
                    <a:lnR>
                      <a:noFill/>
                    </a:lnR>
                    <a:lnT>
                      <a:noFill/>
                    </a:lnT>
                    <a:lnB>
                      <a:noFill/>
                    </a:lnB>
                    <a:lnTlToBr>
                      <a:noFill/>
                    </a:lnTlToBr>
                    <a:lnBlToTr>
                      <a:noFill/>
                    </a:lnBlToTr>
                    <a:solidFill>
                      <a:srgbClr val="FFFFFF"/>
                    </a:solidFill>
                  </a:tcPr>
                </a:tc>
                <a:tc>
                  <a:txBody>
                    <a:bodyPr/>
                    <a:lstStyle>
                      <a:lvl1pPr marL="47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4763" marR="0" lvl="0" indent="0" algn="ctr" defTabSz="914400" rtl="0" eaLnBrk="1" fontAlgn="base" latinLnBrk="0" hangingPunct="1">
                        <a:lnSpc>
                          <a:spcPct val="100000"/>
                        </a:lnSpc>
                        <a:spcBef>
                          <a:spcPts val="650"/>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480</a:t>
                      </a:r>
                    </a:p>
                  </a:txBody>
                  <a:tcPr marL="0" marR="0" marT="72539" marB="0" horzOverflow="overflow">
                    <a:lnL>
                      <a:noFill/>
                    </a:lnL>
                    <a:lnR>
                      <a:noFill/>
                    </a:lnR>
                    <a:lnT>
                      <a:noFill/>
                    </a:lnT>
                    <a:lnB>
                      <a:noFill/>
                    </a:lnB>
                    <a:lnTlToBr>
                      <a:noFill/>
                    </a:lnTlToBr>
                    <a:lnBlToTr>
                      <a:noFill/>
                    </a:lnBlToTr>
                    <a:solidFill>
                      <a:srgbClr val="FFFFFF"/>
                    </a:solidFill>
                  </a:tcPr>
                </a:tc>
                <a:tc>
                  <a:txBody>
                    <a:bodyPr/>
                    <a:lstStyle>
                      <a:lvl1pPr marL="17621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76213" marR="0" lvl="0" indent="0" algn="l" defTabSz="914400" rtl="0" eaLnBrk="1" fontAlgn="base" latinLnBrk="0" hangingPunct="1">
                        <a:lnSpc>
                          <a:spcPct val="100000"/>
                        </a:lnSpc>
                        <a:spcBef>
                          <a:spcPts val="725"/>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8091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61442">
                <a:tc>
                  <a:txBody>
                    <a:bodyPr/>
                    <a:lstStyle>
                      <a:lvl1pPr>
                        <a:spcBef>
                          <a:spcPct val="20000"/>
                        </a:spcBef>
                        <a:buClr>
                          <a:schemeClr val="accent1"/>
                        </a:buClr>
                        <a:buSzPct val="65000"/>
                        <a:buFont typeface="Wingdings" panose="05000000000000000000" pitchFamily="2" charset="2"/>
                        <a:tabLst>
                          <a:tab pos="1200150" algn="l"/>
                        </a:tabLst>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tabLst>
                          <a:tab pos="1200150" algn="l"/>
                        </a:tabLst>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tabLst>
                          <a:tab pos="1200150" algn="l"/>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tabLst>
                          <a:tab pos="1200150" algn="l"/>
                        </a:tabLs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38"/>
                        </a:spcBef>
                        <a:spcAft>
                          <a:spcPct val="0"/>
                        </a:spcAft>
                        <a:buClrTx/>
                        <a:buSzTx/>
                        <a:buFontTx/>
                        <a:buNone/>
                        <a:tabLst>
                          <a:tab pos="1200150" algn="l"/>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	4A</a:t>
                      </a:r>
                    </a:p>
                  </a:txBody>
                  <a:tcPr marL="0" marR="0" marT="71424" marB="0" anchor="b" horzOverflow="overflow">
                    <a:lnL>
                      <a:noFill/>
                    </a:lnL>
                    <a:lnR>
                      <a:noFill/>
                    </a:lnR>
                    <a:lnT>
                      <a:noFill/>
                    </a:lnT>
                    <a:lnB>
                      <a:noFill/>
                    </a:lnB>
                    <a:lnTlToBr>
                      <a:noFill/>
                    </a:lnTlToBr>
                    <a:lnBlToTr>
                      <a:noFill/>
                    </a:lnBlToTr>
                    <a:solidFill>
                      <a:srgbClr val="FFFFFF"/>
                    </a:solidFill>
                  </a:tcPr>
                </a:tc>
                <a:tc>
                  <a:txBody>
                    <a:bodyPr/>
                    <a:lstStyle>
                      <a:lvl1pPr marL="168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68275" marR="0" lvl="0" indent="0" algn="l"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4B</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58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5875" marR="0" lvl="0" indent="0" algn="ctr" defTabSz="914400" rtl="0" eaLnBrk="1" fontAlgn="base" latinLnBrk="0" hangingPunct="1">
                        <a:lnSpc>
                          <a:spcPct val="100000"/>
                        </a:lnSpc>
                        <a:spcBef>
                          <a:spcPts val="713"/>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9794" marB="0" horzOverflow="overflow">
                    <a:lnL>
                      <a:noFill/>
                    </a:lnL>
                    <a:lnR>
                      <a:noFill/>
                    </a:lnR>
                    <a:lnT>
                      <a:noFill/>
                    </a:lnT>
                    <a:lnB>
                      <a:noFill/>
                    </a:lnB>
                    <a:lnTlToBr>
                      <a:noFill/>
                    </a:lnTlToBr>
                    <a:lnBlToTr>
                      <a:noFill/>
                    </a:lnBlToTr>
                    <a:solidFill>
                      <a:srgbClr val="FFFFFF"/>
                    </a:solidFill>
                  </a:tcPr>
                </a:tc>
                <a:tc>
                  <a:txBody>
                    <a:bodyPr/>
                    <a:lstStyle>
                      <a:lvl1pPr marL="47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4763" marR="0" lvl="0" indent="0" algn="ct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160</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7621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76213" marR="0" lvl="0" indent="0" algn="l" defTabSz="914400" rtl="0" eaLnBrk="1" fontAlgn="base" latinLnBrk="0" hangingPunct="1">
                        <a:lnSpc>
                          <a:spcPct val="100000"/>
                        </a:lnSpc>
                        <a:spcBef>
                          <a:spcPts val="788"/>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88163"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69813">
                <a:tc>
                  <a:txBody>
                    <a:bodyPr/>
                    <a:lstStyle>
                      <a:lvl1pPr marL="166688">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66688" marR="0" lvl="0" indent="0" algn="r" defTabSz="914400" rtl="0" eaLnBrk="1" fontAlgn="base" latinLnBrk="0" hangingPunct="1">
                        <a:lnSpc>
                          <a:spcPts val="1375"/>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35A</a:t>
                      </a:r>
                    </a:p>
                  </a:txBody>
                  <a:tcPr marL="0" marR="0" marT="0" marB="0" anchor="b" horzOverflow="overflow">
                    <a:lnL>
                      <a:noFill/>
                    </a:lnL>
                    <a:lnR>
                      <a:noFill/>
                    </a:lnR>
                    <a:lnT>
                      <a:noFill/>
                    </a:lnT>
                    <a:lnB>
                      <a:noFill/>
                    </a:lnB>
                    <a:lnTlToBr>
                      <a:noFill/>
                    </a:lnTlToBr>
                    <a:lnBlToTr>
                      <a:noFill/>
                    </a:lnBlToTr>
                    <a:solidFill>
                      <a:srgbClr val="FFFFFF"/>
                    </a:solidFill>
                  </a:tcPr>
                </a:tc>
                <a:tc>
                  <a:txBody>
                    <a:bodyPr/>
                    <a:lstStyle>
                      <a:lvl1pPr marL="1682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68275" marR="0" lvl="0" indent="0" algn="l"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20B</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58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5875" marR="0" lvl="0" indent="0" algn="ctr" defTabSz="914400" rtl="0" eaLnBrk="1" fontAlgn="base" latinLnBrk="0" hangingPunct="1">
                        <a:lnSpc>
                          <a:spcPct val="100000"/>
                        </a:lnSpc>
                        <a:spcBef>
                          <a:spcPts val="713"/>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9794" marB="0" horzOverflow="overflow">
                    <a:lnL>
                      <a:noFill/>
                    </a:lnL>
                    <a:lnR>
                      <a:noFill/>
                    </a:lnR>
                    <a:lnT>
                      <a:noFill/>
                    </a:lnT>
                    <a:lnB>
                      <a:noFill/>
                    </a:lnB>
                    <a:lnTlToBr>
                      <a:noFill/>
                    </a:lnTlToBr>
                    <a:lnBlToTr>
                      <a:noFill/>
                    </a:lnBlToTr>
                    <a:solidFill>
                      <a:srgbClr val="FFFFFF"/>
                    </a:solidFill>
                  </a:tcPr>
                </a:tc>
                <a:tc>
                  <a:txBody>
                    <a:bodyPr/>
                    <a:lstStyle>
                      <a:lvl1pPr marL="47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4763" marR="0" lvl="0" indent="0" algn="ct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1190</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7621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76213" marR="0" lvl="0" indent="0" algn="l" defTabSz="914400" rtl="0" eaLnBrk="1" fontAlgn="base" latinLnBrk="0" hangingPunct="1">
                        <a:lnSpc>
                          <a:spcPct val="100000"/>
                        </a:lnSpc>
                        <a:spcBef>
                          <a:spcPts val="863"/>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ahoma" panose="020B0604030504040204" pitchFamily="34" charset="0"/>
                        <a:ea typeface="宋体" panose="02010600030101010101" pitchFamily="2" charset="-122"/>
                        <a:cs typeface="Tahoma" panose="020B0604030504040204" pitchFamily="34" charset="0"/>
                      </a:endParaRPr>
                    </a:p>
                  </a:txBody>
                  <a:tcPr marL="0" marR="0" marT="96534"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53073">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96850">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96850" marR="0" lvl="0" indent="0" algn="l"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B</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marL="15875">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15875" marR="0" lvl="0" indent="0" algn="ctr" defTabSz="914400" rtl="0" eaLnBrk="1" fontAlgn="base" latinLnBrk="0" hangingPunct="1">
                        <a:lnSpc>
                          <a:spcPct val="100000"/>
                        </a:lnSpc>
                        <a:spcBef>
                          <a:spcPts val="713"/>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a:t>
                      </a:r>
                    </a:p>
                  </a:txBody>
                  <a:tcPr marL="0" marR="0" marT="79794" marB="0" horzOverflow="overflow">
                    <a:lnL>
                      <a:noFill/>
                    </a:lnL>
                    <a:lnR>
                      <a:noFill/>
                    </a:lnR>
                    <a:lnT>
                      <a:noFill/>
                    </a:lnT>
                    <a:lnB>
                      <a:noFill/>
                    </a:lnB>
                    <a:lnTlToBr>
                      <a:noFill/>
                    </a:lnTlToBr>
                    <a:lnBlToTr>
                      <a:noFill/>
                    </a:lnBlToTr>
                    <a:solidFill>
                      <a:srgbClr val="FFFFFF"/>
                    </a:solidFill>
                  </a:tcPr>
                </a:tc>
                <a:tc>
                  <a:txBody>
                    <a:bodyPr/>
                    <a:lstStyle>
                      <a:lvl1pPr marL="4763">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4763" marR="0" lvl="0" indent="0" algn="ctr" defTabSz="914400" rtl="0" eaLnBrk="1" fontAlgn="base" latinLnBrk="0" hangingPunct="1">
                        <a:lnSpc>
                          <a:spcPct val="100000"/>
                        </a:lnSpc>
                        <a:spcBef>
                          <a:spcPts val="638"/>
                        </a:spcBef>
                        <a:spcAft>
                          <a:spcPct val="0"/>
                        </a:spcAft>
                        <a:buClrTx/>
                        <a:buSzTx/>
                        <a:buFontTx/>
                        <a:buNone/>
                        <a:tabLst/>
                      </a:pPr>
                      <a:r>
                        <a:rPr kumimoji="0" lang="zh-CN" altLang="zh-CN" sz="1800" b="0" i="0" u="none" strike="noStrike" cap="none" normalizeH="0" baseline="0" dirty="0">
                          <a:ln>
                            <a:noFill/>
                          </a:ln>
                          <a:solidFill>
                            <a:schemeClr val="tx1"/>
                          </a:solidFill>
                          <a:effectLst/>
                          <a:latin typeface="Lucida Sans" panose="020B0602030504020204" pitchFamily="34" charset="0"/>
                          <a:ea typeface="宋体" panose="02010600030101010101" pitchFamily="2" charset="-122"/>
                          <a:cs typeface="Lucida Sans" panose="020B0602030504020204" pitchFamily="34" charset="0"/>
                        </a:rPr>
                        <a:t>0</a:t>
                      </a:r>
                    </a:p>
                  </a:txBody>
                  <a:tcPr marL="0" marR="0" marT="71424" marB="0" horzOverflow="overflow">
                    <a:lnL>
                      <a:noFill/>
                    </a:lnL>
                    <a:lnR>
                      <a:noFill/>
                    </a:lnR>
                    <a:lnT>
                      <a:noFill/>
                    </a:lnT>
                    <a:lnB>
                      <a:noFill/>
                    </a:lnB>
                    <a:lnTlToBr>
                      <a:noFill/>
                    </a:lnTlToBr>
                    <a:lnBlToTr>
                      <a:noFill/>
                    </a:lnBlToTr>
                    <a:solidFill>
                      <a:srgbClr val="FFFFFF"/>
                    </a:solid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0609E32D-B739-2AF5-4B5D-4AC3D609636D}"/>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B4D2A57-21C0-4DEE-A316-0AF48132F0DB}"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7</a:t>
            </a:fld>
            <a:endParaRPr lang="en-US" altLang="zh-CN" sz="1200">
              <a:latin typeface="微软雅黑" panose="020B0503020204020204" pitchFamily="34" charset="-122"/>
              <a:ea typeface="微软雅黑" panose="020B0503020204020204" pitchFamily="34" charset="-122"/>
            </a:endParaRPr>
          </a:p>
        </p:txBody>
      </p:sp>
      <p:sp>
        <p:nvSpPr>
          <p:cNvPr id="14339" name="Rectangle 2">
            <a:extLst>
              <a:ext uri="{FF2B5EF4-FFF2-40B4-BE49-F238E27FC236}">
                <a16:creationId xmlns:a16="http://schemas.microsoft.com/office/drawing/2014/main" id="{342BDA50-A0C9-E0B5-7F86-6CAEFC0E5CC7}"/>
              </a:ext>
            </a:extLst>
          </p:cNvPr>
          <p:cNvSpPr>
            <a:spLocks noGrp="1" noChangeArrowheads="1"/>
          </p:cNvSpPr>
          <p:nvPr>
            <p:ph type="title"/>
          </p:nvPr>
        </p:nvSpPr>
        <p:spPr>
          <a:xfrm>
            <a:off x="457200" y="274638"/>
            <a:ext cx="8229600" cy="917575"/>
          </a:xfrm>
        </p:spPr>
        <p:txBody>
          <a:bodyPr/>
          <a:lstStyle/>
          <a:p>
            <a:pPr>
              <a:defRPr/>
            </a:pPr>
            <a:r>
              <a:rPr lang="en-US" altLang="zh-CN" sz="3600" b="1">
                <a:latin typeface="+mj-ea"/>
              </a:rPr>
              <a:t>8.1  </a:t>
            </a:r>
            <a:r>
              <a:rPr lang="zh-CN" altLang="en-US" sz="3600" b="1">
                <a:latin typeface="+mj-ea"/>
              </a:rPr>
              <a:t>线性规划问题和单纯形算法</a:t>
            </a:r>
          </a:p>
        </p:txBody>
      </p:sp>
      <p:sp>
        <p:nvSpPr>
          <p:cNvPr id="14340" name="Rectangle 3">
            <a:extLst>
              <a:ext uri="{FF2B5EF4-FFF2-40B4-BE49-F238E27FC236}">
                <a16:creationId xmlns:a16="http://schemas.microsoft.com/office/drawing/2014/main" id="{0001A4A5-1ADF-A4D5-C459-BB78D6DB5B80}"/>
              </a:ext>
            </a:extLst>
          </p:cNvPr>
          <p:cNvSpPr>
            <a:spLocks noGrp="1" noChangeArrowheads="1"/>
          </p:cNvSpPr>
          <p:nvPr>
            <p:ph type="body" idx="1"/>
          </p:nvPr>
        </p:nvSpPr>
        <p:spPr>
          <a:xfrm>
            <a:off x="523875" y="1044575"/>
            <a:ext cx="8229600" cy="1214438"/>
          </a:xfrm>
        </p:spPr>
        <p:txBody>
          <a:bodyPr/>
          <a:lstStyle/>
          <a:p>
            <a:pPr>
              <a:lnSpc>
                <a:spcPct val="130000"/>
              </a:lnSpc>
              <a:defRPr/>
            </a:pPr>
            <a:r>
              <a:rPr lang="zh-CN" altLang="en-US" sz="2800" b="1" dirty="0">
                <a:solidFill>
                  <a:schemeClr val="hlink"/>
                </a:solidFill>
              </a:rPr>
              <a:t>线性规划问题及其形式化表示</a:t>
            </a:r>
            <a:endParaRPr lang="zh-CN" altLang="en-US" sz="2800" dirty="0">
              <a:solidFill>
                <a:schemeClr val="hlink"/>
              </a:solidFill>
            </a:endParaRPr>
          </a:p>
          <a:p>
            <a:pPr>
              <a:lnSpc>
                <a:spcPct val="130000"/>
              </a:lnSpc>
              <a:defRPr/>
            </a:pPr>
            <a:endParaRPr lang="en-US" altLang="zh-CN" sz="2800" dirty="0"/>
          </a:p>
          <a:p>
            <a:pPr>
              <a:lnSpc>
                <a:spcPct val="130000"/>
              </a:lnSpc>
              <a:defRPr/>
            </a:pPr>
            <a:endParaRPr lang="zh-CN" altLang="en-US" sz="2000" dirty="0"/>
          </a:p>
          <a:p>
            <a:pPr>
              <a:lnSpc>
                <a:spcPct val="130000"/>
              </a:lnSpc>
              <a:buFontTx/>
              <a:buNone/>
              <a:defRPr/>
            </a:pPr>
            <a:r>
              <a:rPr lang="en-US" altLang="zh-CN" sz="2800" dirty="0"/>
              <a:t> </a:t>
            </a:r>
            <a:r>
              <a:rPr lang="en-US" altLang="zh-CN" sz="2800" dirty="0" err="1"/>
              <a:t>s.t.</a:t>
            </a:r>
            <a:endParaRPr lang="en-US" altLang="zh-CN" sz="2800" dirty="0"/>
          </a:p>
        </p:txBody>
      </p:sp>
      <p:sp>
        <p:nvSpPr>
          <p:cNvPr id="14341" name="Rectangle 5">
            <a:extLst>
              <a:ext uri="{FF2B5EF4-FFF2-40B4-BE49-F238E27FC236}">
                <a16:creationId xmlns:a16="http://schemas.microsoft.com/office/drawing/2014/main" id="{B8E9B644-D1EA-D88E-F8C9-E22B41017FEA}"/>
              </a:ext>
            </a:extLst>
          </p:cNvPr>
          <p:cNvSpPr>
            <a:spLocks noChangeArrowheads="1"/>
          </p:cNvSpPr>
          <p:nvPr/>
        </p:nvSpPr>
        <p:spPr bwMode="auto">
          <a:xfrm>
            <a:off x="0" y="2490788"/>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15366" name="Object 2">
            <a:extLst>
              <a:ext uri="{FF2B5EF4-FFF2-40B4-BE49-F238E27FC236}">
                <a16:creationId xmlns:a16="http://schemas.microsoft.com/office/drawing/2014/main" id="{6FD4F373-7D53-B360-0DDB-B99D45B70B41}"/>
              </a:ext>
            </a:extLst>
          </p:cNvPr>
          <p:cNvGraphicFramePr>
            <a:graphicFrameLocks noChangeAspect="1"/>
          </p:cNvGraphicFramePr>
          <p:nvPr/>
        </p:nvGraphicFramePr>
        <p:xfrm>
          <a:off x="2571750" y="2133600"/>
          <a:ext cx="6143625" cy="857250"/>
        </p:xfrm>
        <a:graphic>
          <a:graphicData uri="http://schemas.openxmlformats.org/presentationml/2006/ole">
            <mc:AlternateContent xmlns:mc="http://schemas.openxmlformats.org/markup-compatibility/2006">
              <mc:Choice xmlns:v="urn:schemas-microsoft-com:vml" Requires="v">
                <p:oleObj name="公式" r:id="rId3" imgW="2946400" imgH="444500" progId="Equation.3">
                  <p:embed/>
                </p:oleObj>
              </mc:Choice>
              <mc:Fallback>
                <p:oleObj name="公式" r:id="rId3" imgW="29464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2133600"/>
                        <a:ext cx="61436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Rectangle 7">
            <a:extLst>
              <a:ext uri="{FF2B5EF4-FFF2-40B4-BE49-F238E27FC236}">
                <a16:creationId xmlns:a16="http://schemas.microsoft.com/office/drawing/2014/main" id="{EA2A88F8-2E56-1A31-4F8B-0B87A52AAFFB}"/>
              </a:ext>
            </a:extLst>
          </p:cNvPr>
          <p:cNvSpPr>
            <a:spLocks noChangeArrowheads="1"/>
          </p:cNvSpPr>
          <p:nvPr/>
        </p:nvSpPr>
        <p:spPr bwMode="auto">
          <a:xfrm>
            <a:off x="0" y="2014538"/>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15368" name="Object 3">
            <a:extLst>
              <a:ext uri="{FF2B5EF4-FFF2-40B4-BE49-F238E27FC236}">
                <a16:creationId xmlns:a16="http://schemas.microsoft.com/office/drawing/2014/main" id="{2C76A892-7A74-1805-9195-764F96502F38}"/>
              </a:ext>
            </a:extLst>
          </p:cNvPr>
          <p:cNvGraphicFramePr>
            <a:graphicFrameLocks noChangeAspect="1"/>
          </p:cNvGraphicFramePr>
          <p:nvPr/>
        </p:nvGraphicFramePr>
        <p:xfrm>
          <a:off x="1979613" y="2990850"/>
          <a:ext cx="6208712" cy="2708275"/>
        </p:xfrm>
        <a:graphic>
          <a:graphicData uri="http://schemas.openxmlformats.org/presentationml/2006/ole">
            <mc:AlternateContent xmlns:mc="http://schemas.openxmlformats.org/markup-compatibility/2006">
              <mc:Choice xmlns:v="urn:schemas-microsoft-com:vml" Requires="v">
                <p:oleObj name="公式" r:id="rId5" imgW="3213100" imgH="1397000" progId="Equation.3">
                  <p:embed/>
                </p:oleObj>
              </mc:Choice>
              <mc:Fallback>
                <p:oleObj name="公式" r:id="rId5" imgW="3213100" imgH="139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2990850"/>
                        <a:ext cx="620871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矩形 1">
            <a:extLst>
              <a:ext uri="{FF2B5EF4-FFF2-40B4-BE49-F238E27FC236}">
                <a16:creationId xmlns:a16="http://schemas.microsoft.com/office/drawing/2014/main" id="{E749818D-F4C4-F158-93EE-0CAEF224BB8C}"/>
              </a:ext>
            </a:extLst>
          </p:cNvPr>
          <p:cNvSpPr>
            <a:spLocks noChangeArrowheads="1"/>
          </p:cNvSpPr>
          <p:nvPr/>
        </p:nvSpPr>
        <p:spPr bwMode="auto">
          <a:xfrm>
            <a:off x="185738" y="5300663"/>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800" dirty="0">
                <a:latin typeface="+mj-ea"/>
                <a:ea typeface="+mj-ea"/>
              </a:rPr>
              <a:t>变量非负约束</a:t>
            </a:r>
          </a:p>
        </p:txBody>
      </p:sp>
      <p:sp>
        <p:nvSpPr>
          <p:cNvPr id="2" name="矩形 1">
            <a:extLst>
              <a:ext uri="{FF2B5EF4-FFF2-40B4-BE49-F238E27FC236}">
                <a16:creationId xmlns:a16="http://schemas.microsoft.com/office/drawing/2014/main" id="{17291E64-2558-A08B-C87C-90E6AD303A94}"/>
              </a:ext>
            </a:extLst>
          </p:cNvPr>
          <p:cNvSpPr/>
          <p:nvPr/>
        </p:nvSpPr>
        <p:spPr>
          <a:xfrm>
            <a:off x="684213" y="6180138"/>
            <a:ext cx="6775450" cy="584200"/>
          </a:xfrm>
          <a:prstGeom prst="rect">
            <a:avLst/>
          </a:prstGeom>
        </p:spPr>
        <p:txBody>
          <a:bodyPr wrap="none">
            <a:spAutoFit/>
          </a:bodyPr>
          <a:lstStyle/>
          <a:p>
            <a:pPr>
              <a:defRPr/>
            </a:pPr>
            <a:r>
              <a:rPr lang="zh-CN" altLang="en-US" sz="3200" b="1" dirty="0">
                <a:solidFill>
                  <a:schemeClr val="hlink"/>
                </a:solidFill>
                <a:latin typeface="+mj-ea"/>
              </a:rPr>
              <a:t>基本概念：可行解、最优解、最优值</a:t>
            </a:r>
            <a:endParaRPr lang="zh-CN" altLang="en-US" dirty="0"/>
          </a:p>
        </p:txBody>
      </p:sp>
      <p:sp>
        <p:nvSpPr>
          <p:cNvPr id="3" name="矩形 2">
            <a:extLst>
              <a:ext uri="{FF2B5EF4-FFF2-40B4-BE49-F238E27FC236}">
                <a16:creationId xmlns:a16="http://schemas.microsoft.com/office/drawing/2014/main" id="{47417D5A-1056-6F41-906F-68C95FB5E37C}"/>
              </a:ext>
            </a:extLst>
          </p:cNvPr>
          <p:cNvSpPr/>
          <p:nvPr/>
        </p:nvSpPr>
        <p:spPr>
          <a:xfrm>
            <a:off x="827088" y="1679575"/>
            <a:ext cx="4464050" cy="461963"/>
          </a:xfrm>
          <a:prstGeom prst="rect">
            <a:avLst/>
          </a:prstGeom>
        </p:spPr>
        <p:txBody>
          <a:bodyPr wrap="none">
            <a:spAutoFit/>
          </a:bodyPr>
          <a:lstStyle/>
          <a:p>
            <a:pPr>
              <a:defRPr/>
            </a:pPr>
            <a:r>
              <a:rPr lang="zh-CN" altLang="en-US" sz="2400" dirty="0">
                <a:solidFill>
                  <a:schemeClr val="tx1"/>
                </a:solidFill>
                <a:latin typeface="+mj-ea"/>
                <a:cs typeface="Times New Roman" panose="02020603050405020304" pitchFamily="18" charset="0"/>
              </a:rPr>
              <a:t>总共</a:t>
            </a:r>
            <a:r>
              <a:rPr lang="en-US" altLang="zh-CN" sz="2400" dirty="0">
                <a:solidFill>
                  <a:srgbClr val="FF0000"/>
                </a:solidFill>
                <a:latin typeface="+mj-ea"/>
                <a:cs typeface="Times New Roman" panose="02020603050405020304" pitchFamily="18" charset="0"/>
              </a:rPr>
              <a:t>n</a:t>
            </a:r>
            <a:r>
              <a:rPr lang="zh-CN" altLang="en-US" sz="2400" dirty="0">
                <a:solidFill>
                  <a:schemeClr val="tx1"/>
                </a:solidFill>
                <a:latin typeface="+mj-ea"/>
                <a:cs typeface="Times New Roman" panose="02020603050405020304" pitchFamily="18" charset="0"/>
              </a:rPr>
              <a:t>个变量，</a:t>
            </a:r>
            <a:r>
              <a:rPr lang="en-US" altLang="zh-CN" sz="2400" dirty="0" err="1">
                <a:solidFill>
                  <a:srgbClr val="FF0000"/>
                </a:solidFill>
                <a:latin typeface="+mj-ea"/>
                <a:cs typeface="Times New Roman" panose="02020603050405020304" pitchFamily="18" charset="0"/>
              </a:rPr>
              <a:t>m+n</a:t>
            </a:r>
            <a:r>
              <a:rPr lang="zh-CN" altLang="en-US" sz="2400" dirty="0">
                <a:solidFill>
                  <a:schemeClr val="tx1"/>
                </a:solidFill>
                <a:latin typeface="+mj-ea"/>
                <a:cs typeface="Times New Roman" panose="02020603050405020304" pitchFamily="18" charset="0"/>
              </a:rPr>
              <a:t>个约束条件</a:t>
            </a:r>
            <a:endParaRPr lang="zh-CN" altLang="en-US" sz="2400" baseline="-25000" dirty="0">
              <a:solidFill>
                <a:schemeClr val="tx1"/>
              </a:solidFill>
              <a:latin typeface="+mj-ea"/>
              <a:cs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a:extLst>
              <a:ext uri="{FF2B5EF4-FFF2-40B4-BE49-F238E27FC236}">
                <a16:creationId xmlns:a16="http://schemas.microsoft.com/office/drawing/2014/main" id="{4775DE5E-973D-3730-E58A-7DA398A34FCD}"/>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6FCCE8F-E959-4CA2-9084-77D90489F5B8}"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8</a:t>
            </a:fld>
            <a:endParaRPr lang="en-US" altLang="zh-CN" sz="1200">
              <a:latin typeface="微软雅黑" panose="020B0503020204020204" pitchFamily="34" charset="-122"/>
              <a:ea typeface="微软雅黑" panose="020B0503020204020204" pitchFamily="34" charset="-122"/>
            </a:endParaRPr>
          </a:p>
        </p:txBody>
      </p:sp>
      <p:sp>
        <p:nvSpPr>
          <p:cNvPr id="16387" name="Rectangle 3">
            <a:extLst>
              <a:ext uri="{FF2B5EF4-FFF2-40B4-BE49-F238E27FC236}">
                <a16:creationId xmlns:a16="http://schemas.microsoft.com/office/drawing/2014/main" id="{C20FB5A3-1B5D-F32A-07D2-5338B4781E8B}"/>
              </a:ext>
            </a:extLst>
          </p:cNvPr>
          <p:cNvSpPr>
            <a:spLocks noGrp="1" noChangeArrowheads="1"/>
          </p:cNvSpPr>
          <p:nvPr>
            <p:ph type="body" idx="1"/>
          </p:nvPr>
        </p:nvSpPr>
        <p:spPr>
          <a:xfrm>
            <a:off x="468313" y="639763"/>
            <a:ext cx="8358187" cy="5857875"/>
          </a:xfrm>
        </p:spPr>
        <p:txBody>
          <a:bodyPr/>
          <a:lstStyle/>
          <a:p>
            <a:pPr>
              <a:lnSpc>
                <a:spcPct val="120000"/>
              </a:lnSpc>
              <a:defRPr/>
            </a:pPr>
            <a:r>
              <a:rPr lang="zh-CN" altLang="en-US" sz="2400" dirty="0"/>
              <a:t>变量满足约束条件</a:t>
            </a:r>
            <a:r>
              <a:rPr lang="en-US" altLang="zh-CN" sz="2400" dirty="0"/>
              <a:t>(8.2)-(8.5)</a:t>
            </a:r>
            <a:r>
              <a:rPr lang="zh-CN" altLang="en-US" sz="2400" dirty="0"/>
              <a:t>式的一组值称为线性规划问题的一个</a:t>
            </a:r>
            <a:r>
              <a:rPr lang="zh-CN" altLang="en-US" sz="2400" b="1" dirty="0">
                <a:solidFill>
                  <a:schemeClr val="hlink"/>
                </a:solidFill>
              </a:rPr>
              <a:t>可行解</a:t>
            </a:r>
            <a:r>
              <a:rPr lang="zh-CN" altLang="en-US" sz="2400" dirty="0"/>
              <a:t>。</a:t>
            </a:r>
          </a:p>
          <a:p>
            <a:pPr>
              <a:lnSpc>
                <a:spcPct val="120000"/>
              </a:lnSpc>
              <a:defRPr/>
            </a:pPr>
            <a:r>
              <a:rPr lang="zh-CN" altLang="en-US" sz="2400" dirty="0"/>
              <a:t>所有可行解构成的集合称为线性规划问题的</a:t>
            </a:r>
            <a:r>
              <a:rPr lang="zh-CN" altLang="en-US" sz="2400" b="1" dirty="0">
                <a:solidFill>
                  <a:schemeClr val="hlink"/>
                </a:solidFill>
              </a:rPr>
              <a:t>可行区域</a:t>
            </a:r>
            <a:r>
              <a:rPr lang="zh-CN" altLang="en-US" sz="2400" dirty="0"/>
              <a:t>。</a:t>
            </a:r>
          </a:p>
          <a:p>
            <a:pPr>
              <a:lnSpc>
                <a:spcPct val="120000"/>
              </a:lnSpc>
              <a:defRPr/>
            </a:pPr>
            <a:r>
              <a:rPr lang="zh-CN" altLang="en-US" sz="2400" dirty="0"/>
              <a:t>使目标函数取得极值的可行解称为</a:t>
            </a:r>
            <a:r>
              <a:rPr lang="zh-CN" altLang="en-US" sz="2400" b="1" dirty="0">
                <a:solidFill>
                  <a:schemeClr val="hlink"/>
                </a:solidFill>
              </a:rPr>
              <a:t>最优解</a:t>
            </a:r>
            <a:r>
              <a:rPr lang="zh-CN" altLang="en-US" sz="2400" dirty="0"/>
              <a:t>。</a:t>
            </a:r>
          </a:p>
          <a:p>
            <a:pPr>
              <a:lnSpc>
                <a:spcPct val="120000"/>
              </a:lnSpc>
              <a:defRPr/>
            </a:pPr>
            <a:r>
              <a:rPr lang="zh-CN" altLang="en-US" sz="2400" dirty="0"/>
              <a:t>在最优解处目标函数的值称为</a:t>
            </a:r>
            <a:r>
              <a:rPr lang="zh-CN" altLang="en-US" sz="2400" b="1" dirty="0">
                <a:solidFill>
                  <a:schemeClr val="hlink"/>
                </a:solidFill>
              </a:rPr>
              <a:t>最优值</a:t>
            </a:r>
            <a:r>
              <a:rPr lang="zh-CN" altLang="en-US" sz="2400" dirty="0"/>
              <a:t>。</a:t>
            </a:r>
          </a:p>
          <a:p>
            <a:pPr>
              <a:lnSpc>
                <a:spcPct val="120000"/>
              </a:lnSpc>
              <a:defRPr/>
            </a:pPr>
            <a:r>
              <a:rPr lang="zh-CN" altLang="en-US" sz="2400" dirty="0"/>
              <a:t>有些情况下可能不存在最优解。通常有两种情况：</a:t>
            </a:r>
          </a:p>
          <a:p>
            <a:pPr>
              <a:lnSpc>
                <a:spcPct val="120000"/>
              </a:lnSpc>
              <a:buFont typeface="Wingdings" panose="05000000000000000000" pitchFamily="2" charset="2"/>
              <a:buNone/>
              <a:defRPr/>
            </a:pPr>
            <a:r>
              <a:rPr lang="en-US" altLang="zh-CN" sz="2400" dirty="0"/>
              <a:t>(1)</a:t>
            </a:r>
            <a:r>
              <a:rPr lang="zh-CN" altLang="en-US" sz="2400" dirty="0"/>
              <a:t>根本没有可行解，即给定的约束条件之间是相互排斥的，可行区域为空集；</a:t>
            </a:r>
          </a:p>
          <a:p>
            <a:pPr>
              <a:lnSpc>
                <a:spcPct val="120000"/>
              </a:lnSpc>
              <a:buFont typeface="Wingdings" panose="05000000000000000000" pitchFamily="2" charset="2"/>
              <a:buNone/>
              <a:defRPr/>
            </a:pPr>
            <a:r>
              <a:rPr lang="en-US" altLang="zh-CN" sz="2400" dirty="0"/>
              <a:t>(2)</a:t>
            </a:r>
            <a:r>
              <a:rPr lang="zh-CN" altLang="en-US" sz="2400" dirty="0"/>
              <a:t>目标函数没有极值，也就是说在</a:t>
            </a:r>
            <a:r>
              <a:rPr lang="en-US" altLang="zh-CN" sz="2400" i="1" dirty="0"/>
              <a:t>n </a:t>
            </a:r>
            <a:r>
              <a:rPr lang="zh-CN" altLang="en-US" sz="2400" dirty="0"/>
              <a:t>维空间中的某个方向上，目标函数值可以无限增大，而仍满足约束条件，此时目标函数值无界。</a:t>
            </a: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a:extLst>
              <a:ext uri="{FF2B5EF4-FFF2-40B4-BE49-F238E27FC236}">
                <a16:creationId xmlns:a16="http://schemas.microsoft.com/office/drawing/2014/main" id="{77AC54BB-0042-93A7-ACC9-CBB77A5DCE8A}"/>
              </a:ext>
            </a:extLst>
          </p:cNvPr>
          <p:cNvGrpSpPr>
            <a:grpSpLocks/>
          </p:cNvGrpSpPr>
          <p:nvPr/>
        </p:nvGrpSpPr>
        <p:grpSpPr bwMode="auto">
          <a:xfrm>
            <a:off x="3779763" y="2610644"/>
            <a:ext cx="1927225" cy="1512887"/>
            <a:chOff x="536" y="2205"/>
            <a:chExt cx="1214" cy="953"/>
          </a:xfrm>
          <a:solidFill>
            <a:schemeClr val="accent1"/>
          </a:solidFill>
        </p:grpSpPr>
        <p:sp>
          <p:nvSpPr>
            <p:cNvPr id="21539" name="AutoShape 21">
              <a:extLst>
                <a:ext uri="{FF2B5EF4-FFF2-40B4-BE49-F238E27FC236}">
                  <a16:creationId xmlns:a16="http://schemas.microsoft.com/office/drawing/2014/main" id="{B65A48B0-AF9B-9564-BA66-A90A5240D26D}"/>
                </a:ext>
              </a:extLst>
            </p:cNvPr>
            <p:cNvSpPr>
              <a:spLocks noChangeArrowheads="1"/>
            </p:cNvSpPr>
            <p:nvPr/>
          </p:nvSpPr>
          <p:spPr bwMode="auto">
            <a:xfrm>
              <a:off x="703" y="2205"/>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1540" name="AutoShape 22">
              <a:extLst>
                <a:ext uri="{FF2B5EF4-FFF2-40B4-BE49-F238E27FC236}">
                  <a16:creationId xmlns:a16="http://schemas.microsoft.com/office/drawing/2014/main" id="{5CB6976F-BE45-2CB7-96BE-8BDC208FB272}"/>
                </a:ext>
              </a:extLst>
            </p:cNvPr>
            <p:cNvSpPr>
              <a:spLocks noChangeArrowheads="1"/>
            </p:cNvSpPr>
            <p:nvPr/>
          </p:nvSpPr>
          <p:spPr bwMode="auto">
            <a:xfrm rot="2684067">
              <a:off x="536" y="2466"/>
              <a:ext cx="1214" cy="170"/>
            </a:xfrm>
            <a:prstGeom prst="triangle">
              <a:avLst>
                <a:gd name="adj" fmla="val 50000"/>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1541" name="Rectangle 23">
              <a:extLst>
                <a:ext uri="{FF2B5EF4-FFF2-40B4-BE49-F238E27FC236}">
                  <a16:creationId xmlns:a16="http://schemas.microsoft.com/office/drawing/2014/main" id="{E01C82E8-584F-AF0C-D27D-32332C47EDD5}"/>
                </a:ext>
              </a:extLst>
            </p:cNvPr>
            <p:cNvSpPr>
              <a:spLocks noChangeArrowheads="1"/>
            </p:cNvSpPr>
            <p:nvPr/>
          </p:nvSpPr>
          <p:spPr bwMode="auto">
            <a:xfrm rot="-1979862">
              <a:off x="1243" y="2691"/>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13336" name="Line 24">
            <a:extLst>
              <a:ext uri="{FF2B5EF4-FFF2-40B4-BE49-F238E27FC236}">
                <a16:creationId xmlns:a16="http://schemas.microsoft.com/office/drawing/2014/main" id="{2C0D51C9-E94A-C559-E1EE-443AF5B26727}"/>
              </a:ext>
            </a:extLst>
          </p:cNvPr>
          <p:cNvSpPr>
            <a:spLocks noChangeShapeType="1"/>
          </p:cNvSpPr>
          <p:nvPr/>
        </p:nvSpPr>
        <p:spPr bwMode="auto">
          <a:xfrm>
            <a:off x="3779838" y="2468563"/>
            <a:ext cx="3168650" cy="172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Oval 25">
            <a:extLst>
              <a:ext uri="{FF2B5EF4-FFF2-40B4-BE49-F238E27FC236}">
                <a16:creationId xmlns:a16="http://schemas.microsoft.com/office/drawing/2014/main" id="{CFC53F22-D99F-DAAB-BB97-0C426F801D56}"/>
              </a:ext>
            </a:extLst>
          </p:cNvPr>
          <p:cNvSpPr>
            <a:spLocks noChangeArrowheads="1"/>
          </p:cNvSpPr>
          <p:nvPr/>
        </p:nvSpPr>
        <p:spPr bwMode="auto">
          <a:xfrm>
            <a:off x="4398963" y="3475038"/>
            <a:ext cx="360362" cy="358775"/>
          </a:xfrm>
          <a:prstGeom prst="ellipse">
            <a:avLst/>
          </a:prstGeom>
          <a:solidFill>
            <a:srgbClr val="FF9900"/>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Ⅰ</a:t>
            </a:r>
          </a:p>
        </p:txBody>
      </p:sp>
      <p:sp>
        <p:nvSpPr>
          <p:cNvPr id="13338" name="Rectangle 26">
            <a:extLst>
              <a:ext uri="{FF2B5EF4-FFF2-40B4-BE49-F238E27FC236}">
                <a16:creationId xmlns:a16="http://schemas.microsoft.com/office/drawing/2014/main" id="{C14FC76B-4CCC-CB89-86A7-458F7A499E4F}"/>
              </a:ext>
            </a:extLst>
          </p:cNvPr>
          <p:cNvSpPr>
            <a:spLocks noChangeArrowheads="1"/>
          </p:cNvSpPr>
          <p:nvPr/>
        </p:nvSpPr>
        <p:spPr bwMode="auto">
          <a:xfrm>
            <a:off x="4238625" y="1998663"/>
            <a:ext cx="1878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≤40</a:t>
            </a:r>
            <a:endParaRPr lang="en-US" altLang="zh-CN" sz="20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39" name="Rectangle 27">
            <a:extLst>
              <a:ext uri="{FF2B5EF4-FFF2-40B4-BE49-F238E27FC236}">
                <a16:creationId xmlns:a16="http://schemas.microsoft.com/office/drawing/2014/main" id="{4F584B62-1F44-931F-4E33-6BE844E39A71}"/>
              </a:ext>
            </a:extLst>
          </p:cNvPr>
          <p:cNvSpPr>
            <a:spLocks noChangeArrowheads="1"/>
          </p:cNvSpPr>
          <p:nvPr/>
        </p:nvSpPr>
        <p:spPr bwMode="auto">
          <a:xfrm>
            <a:off x="5868988" y="3259138"/>
            <a:ext cx="1735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a:t>
            </a:r>
            <a:endParaRPr lang="en-US" altLang="zh-CN" sz="24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439" name="Line 28">
            <a:extLst>
              <a:ext uri="{FF2B5EF4-FFF2-40B4-BE49-F238E27FC236}">
                <a16:creationId xmlns:a16="http://schemas.microsoft.com/office/drawing/2014/main" id="{57FFEB22-6853-77D5-F5A8-E8D1D3B6A840}"/>
              </a:ext>
            </a:extLst>
          </p:cNvPr>
          <p:cNvSpPr>
            <a:spLocks noChangeShapeType="1"/>
          </p:cNvSpPr>
          <p:nvPr/>
        </p:nvSpPr>
        <p:spPr bwMode="auto">
          <a:xfrm>
            <a:off x="4068763" y="2611438"/>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 name="Line 29">
            <a:extLst>
              <a:ext uri="{FF2B5EF4-FFF2-40B4-BE49-F238E27FC236}">
                <a16:creationId xmlns:a16="http://schemas.microsoft.com/office/drawing/2014/main" id="{9ADAF738-4B02-C57E-96AB-7F8297FA77C0}"/>
              </a:ext>
            </a:extLst>
          </p:cNvPr>
          <p:cNvSpPr>
            <a:spLocks noChangeShapeType="1"/>
          </p:cNvSpPr>
          <p:nvPr/>
        </p:nvSpPr>
        <p:spPr bwMode="auto">
          <a:xfrm>
            <a:off x="3779838" y="1531938"/>
            <a:ext cx="1944687" cy="2952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441" name="Group 60">
            <a:extLst>
              <a:ext uri="{FF2B5EF4-FFF2-40B4-BE49-F238E27FC236}">
                <a16:creationId xmlns:a16="http://schemas.microsoft.com/office/drawing/2014/main" id="{BD195569-1A37-8A8D-A6C1-FBE94AC25BC2}"/>
              </a:ext>
            </a:extLst>
          </p:cNvPr>
          <p:cNvGrpSpPr>
            <a:grpSpLocks/>
          </p:cNvGrpSpPr>
          <p:nvPr/>
        </p:nvGrpSpPr>
        <p:grpSpPr bwMode="auto">
          <a:xfrm>
            <a:off x="3779838" y="1182688"/>
            <a:ext cx="3741737" cy="3349625"/>
            <a:chOff x="2073" y="1305"/>
            <a:chExt cx="2357" cy="2111"/>
          </a:xfrm>
        </p:grpSpPr>
        <p:sp>
          <p:nvSpPr>
            <p:cNvPr id="18447" name="Line 31">
              <a:extLst>
                <a:ext uri="{FF2B5EF4-FFF2-40B4-BE49-F238E27FC236}">
                  <a16:creationId xmlns:a16="http://schemas.microsoft.com/office/drawing/2014/main" id="{7DB7FEC5-051B-C84F-D51A-87352660EF96}"/>
                </a:ext>
              </a:extLst>
            </p:cNvPr>
            <p:cNvSpPr>
              <a:spLocks noChangeShapeType="1"/>
            </p:cNvSpPr>
            <p:nvPr/>
          </p:nvSpPr>
          <p:spPr bwMode="auto">
            <a:xfrm>
              <a:off x="2073"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8448" name="Group 59">
              <a:extLst>
                <a:ext uri="{FF2B5EF4-FFF2-40B4-BE49-F238E27FC236}">
                  <a16:creationId xmlns:a16="http://schemas.microsoft.com/office/drawing/2014/main" id="{10809DCA-B374-F3A3-5495-3EF4D64D3727}"/>
                </a:ext>
              </a:extLst>
            </p:cNvPr>
            <p:cNvGrpSpPr>
              <a:grpSpLocks/>
            </p:cNvGrpSpPr>
            <p:nvPr/>
          </p:nvGrpSpPr>
          <p:grpSpPr bwMode="auto">
            <a:xfrm>
              <a:off x="2240" y="1305"/>
              <a:ext cx="2190" cy="2111"/>
              <a:chOff x="2240" y="1305"/>
              <a:chExt cx="2190" cy="2111"/>
            </a:xfrm>
          </p:grpSpPr>
          <p:sp>
            <p:nvSpPr>
              <p:cNvPr id="18449" name="Line 33">
                <a:extLst>
                  <a:ext uri="{FF2B5EF4-FFF2-40B4-BE49-F238E27FC236}">
                    <a16:creationId xmlns:a16="http://schemas.microsoft.com/office/drawing/2014/main" id="{C3E9A6D8-F269-C25B-2274-0099048A6C87}"/>
                  </a:ext>
                </a:extLst>
              </p:cNvPr>
              <p:cNvSpPr>
                <a:spLocks noChangeShapeType="1"/>
              </p:cNvSpPr>
              <p:nvPr/>
            </p:nvSpPr>
            <p:spPr bwMode="auto">
              <a:xfrm flipV="1">
                <a:off x="2255" y="1389"/>
                <a:ext cx="0" cy="19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0" name="Rectangle 34">
                <a:extLst>
                  <a:ext uri="{FF2B5EF4-FFF2-40B4-BE49-F238E27FC236}">
                    <a16:creationId xmlns:a16="http://schemas.microsoft.com/office/drawing/2014/main" id="{2362C4D7-DC34-CF32-1078-E6EB01D7BC6F}"/>
                  </a:ext>
                </a:extLst>
              </p:cNvPr>
              <p:cNvSpPr>
                <a:spLocks noChangeArrowheads="1"/>
              </p:cNvSpPr>
              <p:nvPr/>
            </p:nvSpPr>
            <p:spPr bwMode="auto">
              <a:xfrm>
                <a:off x="4105" y="3203"/>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X1</a:t>
                </a:r>
              </a:p>
            </p:txBody>
          </p:sp>
          <p:sp>
            <p:nvSpPr>
              <p:cNvPr id="18451" name="Rectangle 35">
                <a:extLst>
                  <a:ext uri="{FF2B5EF4-FFF2-40B4-BE49-F238E27FC236}">
                    <a16:creationId xmlns:a16="http://schemas.microsoft.com/office/drawing/2014/main" id="{4AFE8038-EF56-F3D1-9AE3-603C96296E9E}"/>
                  </a:ext>
                </a:extLst>
              </p:cNvPr>
              <p:cNvSpPr>
                <a:spLocks noChangeArrowheads="1"/>
              </p:cNvSpPr>
              <p:nvPr/>
            </p:nvSpPr>
            <p:spPr bwMode="auto">
              <a:xfrm>
                <a:off x="2240" y="1305"/>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X2</a:t>
                </a:r>
              </a:p>
            </p:txBody>
          </p:sp>
        </p:grpSp>
      </p:grpSp>
      <p:sp>
        <p:nvSpPr>
          <p:cNvPr id="13352" name="Rectangle 40">
            <a:extLst>
              <a:ext uri="{FF2B5EF4-FFF2-40B4-BE49-F238E27FC236}">
                <a16:creationId xmlns:a16="http://schemas.microsoft.com/office/drawing/2014/main" id="{577D6FF6-D8BE-9672-A067-BDDE6D0D21D6}"/>
              </a:ext>
            </a:extLst>
          </p:cNvPr>
          <p:cNvSpPr>
            <a:spLocks noChangeArrowheads="1"/>
          </p:cNvSpPr>
          <p:nvPr/>
        </p:nvSpPr>
        <p:spPr bwMode="auto">
          <a:xfrm>
            <a:off x="522288" y="4964113"/>
            <a:ext cx="6786562" cy="238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140000"/>
              </a:lnSpc>
              <a:buFont typeface="Wingdings" panose="05000000000000000000" pitchFamily="2" charset="2"/>
              <a:buNone/>
              <a:defRP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可行解</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40000"/>
              </a:lnSpc>
              <a:buFont typeface="Wingdings" panose="05000000000000000000" pitchFamily="2" charset="2"/>
              <a:buNone/>
              <a:defRPr/>
            </a:pP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40000"/>
              </a:lnSpc>
              <a:buFont typeface="Wingdings" panose="05000000000000000000" pitchFamily="2" charset="2"/>
              <a:buNone/>
              <a:defRP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可行区域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   </a:t>
            </a:r>
            <a:r>
              <a:rPr lang="zh-CN" altLang="en-US" sz="2400" dirty="0">
                <a:latin typeface="+mj-ea"/>
                <a:ea typeface="+mj-ea"/>
              </a:rPr>
              <a:t>是一个</a:t>
            </a:r>
            <a:r>
              <a:rPr lang="zh-CN" altLang="en-US" sz="2400" dirty="0">
                <a:solidFill>
                  <a:srgbClr val="FF0000"/>
                </a:solidFill>
                <a:latin typeface="+mj-ea"/>
                <a:ea typeface="+mj-ea"/>
              </a:rPr>
              <a:t>凸多面体</a:t>
            </a:r>
            <a:endParaRPr lang="en-US" altLang="zh-CN" sz="2400" dirty="0">
              <a:solidFill>
                <a:srgbClr val="FF0000"/>
              </a:solidFill>
              <a:latin typeface="+mj-ea"/>
              <a:ea typeface="+mj-ea"/>
              <a:cs typeface="Times New Roman" panose="02020603050405020304" pitchFamily="18" charset="0"/>
            </a:endParaRPr>
          </a:p>
          <a:p>
            <a:pPr eaLnBrk="1" hangingPunct="1">
              <a:lnSpc>
                <a:spcPct val="140000"/>
              </a:lnSpc>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18443" name="Rectangle 54">
            <a:extLst>
              <a:ext uri="{FF2B5EF4-FFF2-40B4-BE49-F238E27FC236}">
                <a16:creationId xmlns:a16="http://schemas.microsoft.com/office/drawing/2014/main" id="{24552F0E-7C83-294E-B1B0-F449E9292A33}"/>
              </a:ext>
            </a:extLst>
          </p:cNvPr>
          <p:cNvSpPr>
            <a:spLocks noChangeArrowheads="1"/>
          </p:cNvSpPr>
          <p:nvPr/>
        </p:nvSpPr>
        <p:spPr bwMode="auto">
          <a:xfrm>
            <a:off x="500063" y="285750"/>
            <a:ext cx="62626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None/>
            </a:pPr>
            <a:r>
              <a:rPr lang="zh-CN" altLang="en-US" sz="4000">
                <a:solidFill>
                  <a:srgbClr val="006600"/>
                </a:solidFill>
                <a:latin typeface="微软雅黑" panose="020B0503020204020204" pitchFamily="34" charset="-122"/>
                <a:ea typeface="微软雅黑" panose="020B0503020204020204" pitchFamily="34" charset="-122"/>
              </a:rPr>
              <a:t>线性规划解和若干概念</a:t>
            </a:r>
          </a:p>
        </p:txBody>
      </p:sp>
      <p:sp>
        <p:nvSpPr>
          <p:cNvPr id="13368" name="Text Box 56">
            <a:extLst>
              <a:ext uri="{FF2B5EF4-FFF2-40B4-BE49-F238E27FC236}">
                <a16:creationId xmlns:a16="http://schemas.microsoft.com/office/drawing/2014/main" id="{392C2E9C-BF92-9C6B-CA08-D03107791412}"/>
              </a:ext>
            </a:extLst>
          </p:cNvPr>
          <p:cNvSpPr txBox="1">
            <a:spLocks noChangeArrowheads="1"/>
          </p:cNvSpPr>
          <p:nvPr/>
        </p:nvSpPr>
        <p:spPr bwMode="auto">
          <a:xfrm>
            <a:off x="171450" y="1490663"/>
            <a:ext cx="3214688" cy="182880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max  z = 5</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p>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s.t.    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≤40</a:t>
            </a:r>
          </a:p>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 </a:t>
            </a:r>
          </a:p>
          <a:p>
            <a:pPr eaLnBrk="1" hangingPunct="1">
              <a:lnSpc>
                <a:spcPct val="80000"/>
              </a:lnSpc>
              <a:spcBef>
                <a:spcPct val="50000"/>
              </a:spcBef>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≥0</a:t>
            </a:r>
          </a:p>
        </p:txBody>
      </p:sp>
      <p:sp>
        <p:nvSpPr>
          <p:cNvPr id="18445" name="矩形 2">
            <a:extLst>
              <a:ext uri="{FF2B5EF4-FFF2-40B4-BE49-F238E27FC236}">
                <a16:creationId xmlns:a16="http://schemas.microsoft.com/office/drawing/2014/main" id="{F6EE680E-7632-D2B0-47A0-AD464D70FB85}"/>
              </a:ext>
            </a:extLst>
          </p:cNvPr>
          <p:cNvSpPr>
            <a:spLocks noChangeArrowheads="1"/>
          </p:cNvSpPr>
          <p:nvPr/>
        </p:nvSpPr>
        <p:spPr bwMode="auto">
          <a:xfrm>
            <a:off x="5364163" y="1195388"/>
            <a:ext cx="36623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b="1">
                <a:solidFill>
                  <a:srgbClr val="191B1F"/>
                </a:solidFill>
                <a:latin typeface="微软雅黑" panose="020B0503020204020204" pitchFamily="34" charset="-122"/>
                <a:ea typeface="微软雅黑" panose="020B0503020204020204" pitchFamily="34" charset="-122"/>
              </a:rPr>
              <a:t>线性规划的几何含义</a:t>
            </a:r>
          </a:p>
        </p:txBody>
      </p:sp>
      <p:sp>
        <p:nvSpPr>
          <p:cNvPr id="4" name="矩形 3">
            <a:extLst>
              <a:ext uri="{FF2B5EF4-FFF2-40B4-BE49-F238E27FC236}">
                <a16:creationId xmlns:a16="http://schemas.microsoft.com/office/drawing/2014/main" id="{9051A09C-606F-596B-9347-0F30B49D5216}"/>
              </a:ext>
            </a:extLst>
          </p:cNvPr>
          <p:cNvSpPr/>
          <p:nvPr/>
        </p:nvSpPr>
        <p:spPr>
          <a:xfrm>
            <a:off x="1881188" y="4933950"/>
            <a:ext cx="6678612" cy="960438"/>
          </a:xfrm>
          <a:prstGeom prst="rect">
            <a:avLst/>
          </a:prstGeom>
        </p:spPr>
        <p:txBody>
          <a:bodyPr>
            <a:spAutoFit/>
          </a:bodyPr>
          <a:lstStyle/>
          <a:p>
            <a:pPr>
              <a:lnSpc>
                <a:spcPct val="150000"/>
              </a:lnSpc>
              <a:defRPr/>
            </a:pPr>
            <a:r>
              <a:rPr lang="zh-CN" altLang="en-US" sz="2000" dirty="0">
                <a:solidFill>
                  <a:schemeClr val="tx1"/>
                </a:solidFill>
                <a:latin typeface="+mj-ea"/>
                <a:ea typeface="+mj-ea"/>
              </a:rPr>
              <a:t>满足所有约束条件的解。在二维中，位于所有约束半平面交集内的点（如图中阴影区域内的任意点）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68"/>
                                        </p:tgtEl>
                                        <p:attrNameLst>
                                          <p:attrName>style.visibility</p:attrName>
                                        </p:attrNameLst>
                                      </p:cBhvr>
                                      <p:to>
                                        <p:strVal val="visible"/>
                                      </p:to>
                                    </p:set>
                                    <p:animEffect transition="in" filter="box(in)">
                                      <p:cBhvr>
                                        <p:cTn id="7" dur="500"/>
                                        <p:tgtEl>
                                          <p:spTgt spid="133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38"/>
                                        </p:tgtEl>
                                        <p:attrNameLst>
                                          <p:attrName>style.visibility</p:attrName>
                                        </p:attrNameLst>
                                      </p:cBhvr>
                                      <p:to>
                                        <p:strVal val="visible"/>
                                      </p:to>
                                    </p:set>
                                    <p:animEffect transition="in" filter="wipe(left)">
                                      <p:cBhvr>
                                        <p:cTn id="12" dur="1000"/>
                                        <p:tgtEl>
                                          <p:spTgt spid="13338"/>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13341"/>
                                        </p:tgtEl>
                                        <p:attrNameLst>
                                          <p:attrName>style.visibility</p:attrName>
                                        </p:attrNameLst>
                                      </p:cBhvr>
                                      <p:to>
                                        <p:strVal val="visible"/>
                                      </p:to>
                                    </p:set>
                                    <p:animEffect transition="in" filter="wipe(left)">
                                      <p:cBhvr>
                                        <p:cTn id="16" dur="2000"/>
                                        <p:tgtEl>
                                          <p:spTgt spid="133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339"/>
                                        </p:tgtEl>
                                        <p:attrNameLst>
                                          <p:attrName>style.visibility</p:attrName>
                                        </p:attrNameLst>
                                      </p:cBhvr>
                                      <p:to>
                                        <p:strVal val="visible"/>
                                      </p:to>
                                    </p:set>
                                    <p:animEffect transition="in" filter="wipe(left)">
                                      <p:cBhvr>
                                        <p:cTn id="21" dur="1000"/>
                                        <p:tgtEl>
                                          <p:spTgt spid="13339"/>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13336"/>
                                        </p:tgtEl>
                                        <p:attrNameLst>
                                          <p:attrName>style.visibility</p:attrName>
                                        </p:attrNameLst>
                                      </p:cBhvr>
                                      <p:to>
                                        <p:strVal val="visible"/>
                                      </p:to>
                                    </p:set>
                                    <p:animEffect transition="in" filter="wipe(left)">
                                      <p:cBhvr>
                                        <p:cTn id="25" dur="2000"/>
                                        <p:tgtEl>
                                          <p:spTgt spid="133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iterate type="lt">
                                    <p:tmPct val="10000"/>
                                  </p:iterate>
                                  <p:childTnLst>
                                    <p:set>
                                      <p:cBhvr>
                                        <p:cTn id="29" dur="1" fill="hold">
                                          <p:stCondLst>
                                            <p:cond delay="0"/>
                                          </p:stCondLst>
                                        </p:cTn>
                                        <p:tgtEl>
                                          <p:spTgt spid="13352">
                                            <p:txEl>
                                              <p:pRg st="0" end="0"/>
                                            </p:txEl>
                                          </p:spTgt>
                                        </p:tgtEl>
                                        <p:attrNameLst>
                                          <p:attrName>style.visibility</p:attrName>
                                        </p:attrNameLst>
                                      </p:cBhvr>
                                      <p:to>
                                        <p:strVal val="visible"/>
                                      </p:to>
                                    </p:set>
                                    <p:animEffect transition="in" filter="wipe(left)">
                                      <p:cBhvr>
                                        <p:cTn id="30" dur="500"/>
                                        <p:tgtEl>
                                          <p:spTgt spid="13352">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iterate type="lt">
                                    <p:tmPct val="10000"/>
                                  </p:iterate>
                                  <p:childTnLst>
                                    <p:set>
                                      <p:cBhvr>
                                        <p:cTn id="34" dur="1" fill="hold">
                                          <p:stCondLst>
                                            <p:cond delay="0"/>
                                          </p:stCondLst>
                                        </p:cTn>
                                        <p:tgtEl>
                                          <p:spTgt spid="13352">
                                            <p:txEl>
                                              <p:pRg st="2" end="2"/>
                                            </p:txEl>
                                          </p:spTgt>
                                        </p:tgtEl>
                                        <p:attrNameLst>
                                          <p:attrName>style.visibility</p:attrName>
                                        </p:attrNameLst>
                                      </p:cBhvr>
                                      <p:to>
                                        <p:strVal val="visible"/>
                                      </p:to>
                                    </p:set>
                                    <p:animEffect transition="in" filter="wipe(left)">
                                      <p:cBhvr>
                                        <p:cTn id="35" dur="500"/>
                                        <p:tgtEl>
                                          <p:spTgt spid="13352">
                                            <p:txEl>
                                              <p:pRg st="2" end="2"/>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childTnLst>
                                </p:cTn>
                              </p:par>
                            </p:childTnLst>
                          </p:cTn>
                        </p:par>
                        <p:par>
                          <p:cTn id="40" fill="hold" nodeType="afterGroup">
                            <p:stCondLst>
                              <p:cond delay="0"/>
                            </p:stCondLst>
                            <p:childTnLst>
                              <p:par>
                                <p:cTn id="41" presetID="22" presetClass="entr" presetSubtype="8" fill="hold" nodeType="after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13352">
                                            <p:txEl>
                                              <p:pRg st="3" end="3"/>
                                            </p:txEl>
                                          </p:spTgt>
                                        </p:tgtEl>
                                        <p:attrNameLst>
                                          <p:attrName>style.visibility</p:attrName>
                                        </p:attrNameLst>
                                      </p:cBhvr>
                                      <p:to>
                                        <p:strVal val="visible"/>
                                      </p:to>
                                    </p:set>
                                    <p:animEffect transition="in" filter="fade">
                                      <p:cBhvr>
                                        <p:cTn id="48" dur="2000"/>
                                        <p:tgtEl>
                                          <p:spTgt spid="13352">
                                            <p:txEl>
                                              <p:pRg st="3" end="3"/>
                                            </p:txEl>
                                          </p:spTgt>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3337"/>
                                        </p:tgtEl>
                                        <p:attrNameLst>
                                          <p:attrName>style.visibility</p:attrName>
                                        </p:attrNameLst>
                                      </p:cBhvr>
                                      <p:to>
                                        <p:strVal val="visible"/>
                                      </p:to>
                                    </p:set>
                                    <p:animEffect transition="in" filter="wipe(left)">
                                      <p:cBhvr>
                                        <p:cTn id="51" dur="3000"/>
                                        <p:tgtEl>
                                          <p:spTgt spid="13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7" grpId="0" animBg="1"/>
      <p:bldP spid="13338" grpId="0"/>
      <p:bldP spid="13339" grpId="0"/>
      <p:bldP spid="13352" grpId="0" uiExpand="1" build="p"/>
      <p:bldP spid="13368" grpId="0" animBg="1" autoUpdateAnimBg="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0">
            <a:extLst>
              <a:ext uri="{FF2B5EF4-FFF2-40B4-BE49-F238E27FC236}">
                <a16:creationId xmlns:a16="http://schemas.microsoft.com/office/drawing/2014/main" id="{D6623749-5D18-2904-E4D7-B6421A0DC6F6}"/>
              </a:ext>
            </a:extLst>
          </p:cNvPr>
          <p:cNvGrpSpPr>
            <a:grpSpLocks/>
          </p:cNvGrpSpPr>
          <p:nvPr/>
        </p:nvGrpSpPr>
        <p:grpSpPr bwMode="auto">
          <a:xfrm>
            <a:off x="3779763" y="2610644"/>
            <a:ext cx="1927225" cy="1512887"/>
            <a:chOff x="536" y="2205"/>
            <a:chExt cx="1214" cy="953"/>
          </a:xfrm>
          <a:solidFill>
            <a:schemeClr val="accent1"/>
          </a:solidFill>
        </p:grpSpPr>
        <p:sp>
          <p:nvSpPr>
            <p:cNvPr id="21539" name="AutoShape 21">
              <a:extLst>
                <a:ext uri="{FF2B5EF4-FFF2-40B4-BE49-F238E27FC236}">
                  <a16:creationId xmlns:a16="http://schemas.microsoft.com/office/drawing/2014/main" id="{89EEEEFA-4E8A-F2EE-5B95-4B8AAD63D50B}"/>
                </a:ext>
              </a:extLst>
            </p:cNvPr>
            <p:cNvSpPr>
              <a:spLocks noChangeArrowheads="1"/>
            </p:cNvSpPr>
            <p:nvPr/>
          </p:nvSpPr>
          <p:spPr bwMode="auto">
            <a:xfrm>
              <a:off x="703" y="2205"/>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1540" name="AutoShape 22">
              <a:extLst>
                <a:ext uri="{FF2B5EF4-FFF2-40B4-BE49-F238E27FC236}">
                  <a16:creationId xmlns:a16="http://schemas.microsoft.com/office/drawing/2014/main" id="{96E314CE-AECE-F856-2A40-5CD56920C03B}"/>
                </a:ext>
              </a:extLst>
            </p:cNvPr>
            <p:cNvSpPr>
              <a:spLocks noChangeArrowheads="1"/>
            </p:cNvSpPr>
            <p:nvPr/>
          </p:nvSpPr>
          <p:spPr bwMode="auto">
            <a:xfrm rot="2684067">
              <a:off x="536" y="2466"/>
              <a:ext cx="1214" cy="170"/>
            </a:xfrm>
            <a:prstGeom prst="triangle">
              <a:avLst>
                <a:gd name="adj" fmla="val 50000"/>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21541" name="Rectangle 23">
              <a:extLst>
                <a:ext uri="{FF2B5EF4-FFF2-40B4-BE49-F238E27FC236}">
                  <a16:creationId xmlns:a16="http://schemas.microsoft.com/office/drawing/2014/main" id="{5CFC7FD1-4F23-5A6A-3A0E-DF216929DCD5}"/>
                </a:ext>
              </a:extLst>
            </p:cNvPr>
            <p:cNvSpPr>
              <a:spLocks noChangeArrowheads="1"/>
            </p:cNvSpPr>
            <p:nvPr/>
          </p:nvSpPr>
          <p:spPr bwMode="auto">
            <a:xfrm rot="-1979862">
              <a:off x="1243" y="2691"/>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20483" name="Line 24">
            <a:extLst>
              <a:ext uri="{FF2B5EF4-FFF2-40B4-BE49-F238E27FC236}">
                <a16:creationId xmlns:a16="http://schemas.microsoft.com/office/drawing/2014/main" id="{473DCFCB-87BA-6E4E-22E8-087465110989}"/>
              </a:ext>
            </a:extLst>
          </p:cNvPr>
          <p:cNvSpPr>
            <a:spLocks noChangeShapeType="1"/>
          </p:cNvSpPr>
          <p:nvPr/>
        </p:nvSpPr>
        <p:spPr bwMode="auto">
          <a:xfrm>
            <a:off x="3779838" y="2468563"/>
            <a:ext cx="3168650" cy="172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4" name="Oval 25">
            <a:extLst>
              <a:ext uri="{FF2B5EF4-FFF2-40B4-BE49-F238E27FC236}">
                <a16:creationId xmlns:a16="http://schemas.microsoft.com/office/drawing/2014/main" id="{6866DA67-C0BD-15AB-019E-DF80E1E7F2F4}"/>
              </a:ext>
            </a:extLst>
          </p:cNvPr>
          <p:cNvSpPr>
            <a:spLocks noChangeArrowheads="1"/>
          </p:cNvSpPr>
          <p:nvPr/>
        </p:nvSpPr>
        <p:spPr bwMode="auto">
          <a:xfrm>
            <a:off x="4398963" y="3475038"/>
            <a:ext cx="360362" cy="358775"/>
          </a:xfrm>
          <a:prstGeom prst="ellipse">
            <a:avLst/>
          </a:prstGeom>
          <a:solidFill>
            <a:srgbClr val="FF9900"/>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Ⅰ</a:t>
            </a:r>
          </a:p>
        </p:txBody>
      </p:sp>
      <p:sp>
        <p:nvSpPr>
          <p:cNvPr id="20485" name="Rectangle 26">
            <a:extLst>
              <a:ext uri="{FF2B5EF4-FFF2-40B4-BE49-F238E27FC236}">
                <a16:creationId xmlns:a16="http://schemas.microsoft.com/office/drawing/2014/main" id="{72EF1410-F1A1-4C95-0000-D7735BD50DFF}"/>
              </a:ext>
            </a:extLst>
          </p:cNvPr>
          <p:cNvSpPr>
            <a:spLocks noChangeArrowheads="1"/>
          </p:cNvSpPr>
          <p:nvPr/>
        </p:nvSpPr>
        <p:spPr bwMode="auto">
          <a:xfrm>
            <a:off x="4238625" y="1998663"/>
            <a:ext cx="1878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≤40</a:t>
            </a:r>
            <a:endParaRPr lang="en-US" altLang="zh-CN" sz="20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486" name="Rectangle 27">
            <a:extLst>
              <a:ext uri="{FF2B5EF4-FFF2-40B4-BE49-F238E27FC236}">
                <a16:creationId xmlns:a16="http://schemas.microsoft.com/office/drawing/2014/main" id="{16B5D013-59D2-8389-F10D-335046D3F136}"/>
              </a:ext>
            </a:extLst>
          </p:cNvPr>
          <p:cNvSpPr>
            <a:spLocks noChangeArrowheads="1"/>
          </p:cNvSpPr>
          <p:nvPr/>
        </p:nvSpPr>
        <p:spPr bwMode="auto">
          <a:xfrm>
            <a:off x="5868988" y="3259138"/>
            <a:ext cx="1735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a:t>
            </a:r>
            <a:endParaRPr lang="en-US" altLang="zh-CN" sz="24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487" name="Line 28">
            <a:extLst>
              <a:ext uri="{FF2B5EF4-FFF2-40B4-BE49-F238E27FC236}">
                <a16:creationId xmlns:a16="http://schemas.microsoft.com/office/drawing/2014/main" id="{45AC42ED-DBD9-E445-2988-D8BBA183596C}"/>
              </a:ext>
            </a:extLst>
          </p:cNvPr>
          <p:cNvSpPr>
            <a:spLocks noChangeShapeType="1"/>
          </p:cNvSpPr>
          <p:nvPr/>
        </p:nvSpPr>
        <p:spPr bwMode="auto">
          <a:xfrm>
            <a:off x="4068763" y="2611438"/>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488" name="Line 29">
            <a:extLst>
              <a:ext uri="{FF2B5EF4-FFF2-40B4-BE49-F238E27FC236}">
                <a16:creationId xmlns:a16="http://schemas.microsoft.com/office/drawing/2014/main" id="{76EC587B-38C2-2112-E5B1-6DDC1B05A578}"/>
              </a:ext>
            </a:extLst>
          </p:cNvPr>
          <p:cNvSpPr>
            <a:spLocks noChangeShapeType="1"/>
          </p:cNvSpPr>
          <p:nvPr/>
        </p:nvSpPr>
        <p:spPr bwMode="auto">
          <a:xfrm>
            <a:off x="3779838" y="1531938"/>
            <a:ext cx="1944687" cy="2952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0489" name="Group 60">
            <a:extLst>
              <a:ext uri="{FF2B5EF4-FFF2-40B4-BE49-F238E27FC236}">
                <a16:creationId xmlns:a16="http://schemas.microsoft.com/office/drawing/2014/main" id="{EDD42CD8-50A3-2F5F-1AA8-8E4AA332DFFD}"/>
              </a:ext>
            </a:extLst>
          </p:cNvPr>
          <p:cNvGrpSpPr>
            <a:grpSpLocks/>
          </p:cNvGrpSpPr>
          <p:nvPr/>
        </p:nvGrpSpPr>
        <p:grpSpPr bwMode="auto">
          <a:xfrm>
            <a:off x="3779838" y="1182688"/>
            <a:ext cx="3741737" cy="3349625"/>
            <a:chOff x="2073" y="1305"/>
            <a:chExt cx="2357" cy="2111"/>
          </a:xfrm>
        </p:grpSpPr>
        <p:sp>
          <p:nvSpPr>
            <p:cNvPr id="20506" name="Line 31">
              <a:extLst>
                <a:ext uri="{FF2B5EF4-FFF2-40B4-BE49-F238E27FC236}">
                  <a16:creationId xmlns:a16="http://schemas.microsoft.com/office/drawing/2014/main" id="{2BA78DF0-81E0-186B-87B8-1EA97A754AE9}"/>
                </a:ext>
              </a:extLst>
            </p:cNvPr>
            <p:cNvSpPr>
              <a:spLocks noChangeShapeType="1"/>
            </p:cNvSpPr>
            <p:nvPr/>
          </p:nvSpPr>
          <p:spPr bwMode="auto">
            <a:xfrm>
              <a:off x="2073"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0507" name="Group 59">
              <a:extLst>
                <a:ext uri="{FF2B5EF4-FFF2-40B4-BE49-F238E27FC236}">
                  <a16:creationId xmlns:a16="http://schemas.microsoft.com/office/drawing/2014/main" id="{BB48AA53-6ACC-76F6-0F20-E95BA00B8D5F}"/>
                </a:ext>
              </a:extLst>
            </p:cNvPr>
            <p:cNvGrpSpPr>
              <a:grpSpLocks/>
            </p:cNvGrpSpPr>
            <p:nvPr/>
          </p:nvGrpSpPr>
          <p:grpSpPr bwMode="auto">
            <a:xfrm>
              <a:off x="2240" y="1305"/>
              <a:ext cx="2190" cy="2111"/>
              <a:chOff x="2240" y="1305"/>
              <a:chExt cx="2190" cy="2111"/>
            </a:xfrm>
          </p:grpSpPr>
          <p:sp>
            <p:nvSpPr>
              <p:cNvPr id="20508" name="Line 33">
                <a:extLst>
                  <a:ext uri="{FF2B5EF4-FFF2-40B4-BE49-F238E27FC236}">
                    <a16:creationId xmlns:a16="http://schemas.microsoft.com/office/drawing/2014/main" id="{54A87C72-8BB0-49A2-3E97-2BE4289052D4}"/>
                  </a:ext>
                </a:extLst>
              </p:cNvPr>
              <p:cNvSpPr>
                <a:spLocks noChangeShapeType="1"/>
              </p:cNvSpPr>
              <p:nvPr/>
            </p:nvSpPr>
            <p:spPr bwMode="auto">
              <a:xfrm flipV="1">
                <a:off x="2255" y="1389"/>
                <a:ext cx="0" cy="19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9" name="Rectangle 34">
                <a:extLst>
                  <a:ext uri="{FF2B5EF4-FFF2-40B4-BE49-F238E27FC236}">
                    <a16:creationId xmlns:a16="http://schemas.microsoft.com/office/drawing/2014/main" id="{410FC3FA-D351-57F7-759C-8827439346F9}"/>
                  </a:ext>
                </a:extLst>
              </p:cNvPr>
              <p:cNvSpPr>
                <a:spLocks noChangeArrowheads="1"/>
              </p:cNvSpPr>
              <p:nvPr/>
            </p:nvSpPr>
            <p:spPr bwMode="auto">
              <a:xfrm>
                <a:off x="4105" y="3203"/>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X1</a:t>
                </a:r>
              </a:p>
            </p:txBody>
          </p:sp>
          <p:sp>
            <p:nvSpPr>
              <p:cNvPr id="20510" name="Rectangle 35">
                <a:extLst>
                  <a:ext uri="{FF2B5EF4-FFF2-40B4-BE49-F238E27FC236}">
                    <a16:creationId xmlns:a16="http://schemas.microsoft.com/office/drawing/2014/main" id="{7F4B4782-7E41-1558-8E84-1A9FD5BD641E}"/>
                  </a:ext>
                </a:extLst>
              </p:cNvPr>
              <p:cNvSpPr>
                <a:spLocks noChangeArrowheads="1"/>
              </p:cNvSpPr>
              <p:nvPr/>
            </p:nvSpPr>
            <p:spPr bwMode="auto">
              <a:xfrm>
                <a:off x="2240" y="1305"/>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X2</a:t>
                </a:r>
              </a:p>
            </p:txBody>
          </p:sp>
        </p:grpSp>
      </p:grpSp>
      <p:sp>
        <p:nvSpPr>
          <p:cNvPr id="13348" name="Text Box 36">
            <a:extLst>
              <a:ext uri="{FF2B5EF4-FFF2-40B4-BE49-F238E27FC236}">
                <a16:creationId xmlns:a16="http://schemas.microsoft.com/office/drawing/2014/main" id="{743EC056-1E04-FC5D-B90D-02C7171B6C2E}"/>
              </a:ext>
            </a:extLst>
          </p:cNvPr>
          <p:cNvSpPr txBox="1">
            <a:spLocks noChangeArrowheads="1"/>
          </p:cNvSpPr>
          <p:nvPr/>
        </p:nvSpPr>
        <p:spPr bwMode="auto">
          <a:xfrm>
            <a:off x="3779838" y="4052888"/>
            <a:ext cx="431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13349" name="Text Box 37">
            <a:extLst>
              <a:ext uri="{FF2B5EF4-FFF2-40B4-BE49-F238E27FC236}">
                <a16:creationId xmlns:a16="http://schemas.microsoft.com/office/drawing/2014/main" id="{B8605671-2CFF-A759-555F-B6F8477B601F}"/>
              </a:ext>
            </a:extLst>
          </p:cNvPr>
          <p:cNvSpPr txBox="1">
            <a:spLocks noChangeArrowheads="1"/>
          </p:cNvSpPr>
          <p:nvPr/>
        </p:nvSpPr>
        <p:spPr bwMode="auto">
          <a:xfrm>
            <a:off x="5292725" y="4195763"/>
            <a:ext cx="287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13350" name="Text Box 38">
            <a:extLst>
              <a:ext uri="{FF2B5EF4-FFF2-40B4-BE49-F238E27FC236}">
                <a16:creationId xmlns:a16="http://schemas.microsoft.com/office/drawing/2014/main" id="{C03FED39-71ED-C17A-8D62-1F564B2781F6}"/>
              </a:ext>
            </a:extLst>
          </p:cNvPr>
          <p:cNvSpPr txBox="1">
            <a:spLocks noChangeArrowheads="1"/>
          </p:cNvSpPr>
          <p:nvPr/>
        </p:nvSpPr>
        <p:spPr bwMode="auto">
          <a:xfrm>
            <a:off x="4716463" y="2684463"/>
            <a:ext cx="5048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13351" name="Text Box 39">
            <a:extLst>
              <a:ext uri="{FF2B5EF4-FFF2-40B4-BE49-F238E27FC236}">
                <a16:creationId xmlns:a16="http://schemas.microsoft.com/office/drawing/2014/main" id="{516D15B2-864B-B0D9-A305-30925CA1331D}"/>
              </a:ext>
            </a:extLst>
          </p:cNvPr>
          <p:cNvSpPr txBox="1">
            <a:spLocks noChangeArrowheads="1"/>
          </p:cNvSpPr>
          <p:nvPr/>
        </p:nvSpPr>
        <p:spPr bwMode="auto">
          <a:xfrm>
            <a:off x="3779838" y="2538413"/>
            <a:ext cx="576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13352" name="Rectangle 40">
            <a:extLst>
              <a:ext uri="{FF2B5EF4-FFF2-40B4-BE49-F238E27FC236}">
                <a16:creationId xmlns:a16="http://schemas.microsoft.com/office/drawing/2014/main" id="{CDA189F9-CE88-E277-4DA7-975B6FF1ABF4}"/>
              </a:ext>
            </a:extLst>
          </p:cNvPr>
          <p:cNvSpPr>
            <a:spLocks noChangeArrowheads="1"/>
          </p:cNvSpPr>
          <p:nvPr/>
        </p:nvSpPr>
        <p:spPr bwMode="auto">
          <a:xfrm>
            <a:off x="522288" y="4446588"/>
            <a:ext cx="8621712"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140000"/>
              </a:lnSpc>
              <a:buFont typeface="Wingdings" panose="05000000000000000000" pitchFamily="2" charset="2"/>
              <a:buNone/>
              <a:defRP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可行解</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40000"/>
              </a:lnSpc>
              <a:buFont typeface="Wingdings" panose="05000000000000000000" pitchFamily="2" charset="2"/>
              <a:buNone/>
              <a:defRPr/>
            </a:pP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40000"/>
              </a:lnSpc>
              <a:buFont typeface="Wingdings" panose="05000000000000000000" pitchFamily="2" charset="2"/>
              <a:buNone/>
              <a:defRPr/>
            </a:pP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基本可行解</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V</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 约束条件中某</a:t>
            </a:r>
            <a:r>
              <a:rPr lang="en-US" altLang="zh-CN" sz="2000" i="1"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个约束</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以等号满足的可行解</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可行域极点</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lnSpc>
                <a:spcPct val="140000"/>
              </a:lnSpc>
              <a:buFont typeface="Wingdings" panose="05000000000000000000" pitchFamily="2" charset="2"/>
              <a:buNone/>
              <a:defRP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可行域边界</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latin typeface="+mj-ea"/>
                <a:ea typeface="+mj-ea"/>
              </a:rPr>
              <a:t>可行域边界的一部分，由两个基本可行解（顶点）确定。</a:t>
            </a:r>
            <a:endParaRPr lang="en-US" altLang="zh-CN" sz="2000" dirty="0">
              <a:latin typeface="+mj-ea"/>
              <a:ea typeface="+mj-ea"/>
            </a:endParaRPr>
          </a:p>
        </p:txBody>
      </p:sp>
      <p:sp>
        <p:nvSpPr>
          <p:cNvPr id="13353" name="Oval 41">
            <a:extLst>
              <a:ext uri="{FF2B5EF4-FFF2-40B4-BE49-F238E27FC236}">
                <a16:creationId xmlns:a16="http://schemas.microsoft.com/office/drawing/2014/main" id="{AE60EB77-A82B-B18B-C23C-671C6B4B082C}"/>
              </a:ext>
            </a:extLst>
          </p:cNvPr>
          <p:cNvSpPr>
            <a:spLocks noChangeArrowheads="1"/>
          </p:cNvSpPr>
          <p:nvPr/>
        </p:nvSpPr>
        <p:spPr bwMode="auto">
          <a:xfrm>
            <a:off x="5292725" y="3906838"/>
            <a:ext cx="360363" cy="361950"/>
          </a:xfrm>
          <a:prstGeom prst="ellipse">
            <a:avLst/>
          </a:prstGeom>
          <a:solidFill>
            <a:srgbClr val="99CCFF"/>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13358" name="Line 46">
            <a:extLst>
              <a:ext uri="{FF2B5EF4-FFF2-40B4-BE49-F238E27FC236}">
                <a16:creationId xmlns:a16="http://schemas.microsoft.com/office/drawing/2014/main" id="{CD06CABC-0689-A64F-C0F6-13A877685EB3}"/>
              </a:ext>
            </a:extLst>
          </p:cNvPr>
          <p:cNvSpPr>
            <a:spLocks noChangeShapeType="1"/>
          </p:cNvSpPr>
          <p:nvPr/>
        </p:nvSpPr>
        <p:spPr bwMode="auto">
          <a:xfrm>
            <a:off x="4032250" y="2611438"/>
            <a:ext cx="0" cy="1511300"/>
          </a:xfrm>
          <a:prstGeom prst="line">
            <a:avLst/>
          </a:prstGeom>
          <a:noFill/>
          <a:ln w="28575">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9" name="Line 47">
            <a:extLst>
              <a:ext uri="{FF2B5EF4-FFF2-40B4-BE49-F238E27FC236}">
                <a16:creationId xmlns:a16="http://schemas.microsoft.com/office/drawing/2014/main" id="{BDA67A63-C1AD-048D-462F-B58A82F0B2CB}"/>
              </a:ext>
            </a:extLst>
          </p:cNvPr>
          <p:cNvSpPr>
            <a:spLocks noChangeShapeType="1"/>
          </p:cNvSpPr>
          <p:nvPr/>
        </p:nvSpPr>
        <p:spPr bwMode="auto">
          <a:xfrm>
            <a:off x="4752975" y="3008313"/>
            <a:ext cx="755650" cy="1152525"/>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0" name="Line 48">
            <a:extLst>
              <a:ext uri="{FF2B5EF4-FFF2-40B4-BE49-F238E27FC236}">
                <a16:creationId xmlns:a16="http://schemas.microsoft.com/office/drawing/2014/main" id="{794FCC6C-3CEF-99CC-0709-9B63993ED197}"/>
              </a:ext>
            </a:extLst>
          </p:cNvPr>
          <p:cNvSpPr>
            <a:spLocks noChangeShapeType="1"/>
          </p:cNvSpPr>
          <p:nvPr/>
        </p:nvSpPr>
        <p:spPr bwMode="auto">
          <a:xfrm>
            <a:off x="4032250" y="4122738"/>
            <a:ext cx="1439863" cy="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1" name="Line 49">
            <a:extLst>
              <a:ext uri="{FF2B5EF4-FFF2-40B4-BE49-F238E27FC236}">
                <a16:creationId xmlns:a16="http://schemas.microsoft.com/office/drawing/2014/main" id="{FC4E75C6-046E-18F2-36F2-C03FE35A9DC9}"/>
              </a:ext>
            </a:extLst>
          </p:cNvPr>
          <p:cNvSpPr>
            <a:spLocks noChangeShapeType="1"/>
          </p:cNvSpPr>
          <p:nvPr/>
        </p:nvSpPr>
        <p:spPr bwMode="auto">
          <a:xfrm>
            <a:off x="4032250" y="2611438"/>
            <a:ext cx="792163" cy="43180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2" name="Oval 50">
            <a:extLst>
              <a:ext uri="{FF2B5EF4-FFF2-40B4-BE49-F238E27FC236}">
                <a16:creationId xmlns:a16="http://schemas.microsoft.com/office/drawing/2014/main" id="{304A99DD-B9C2-48DF-19DC-D10F32F435EF}"/>
              </a:ext>
            </a:extLst>
          </p:cNvPr>
          <p:cNvSpPr>
            <a:spLocks noChangeArrowheads="1"/>
          </p:cNvSpPr>
          <p:nvPr/>
        </p:nvSpPr>
        <p:spPr bwMode="auto">
          <a:xfrm>
            <a:off x="5292725" y="3906838"/>
            <a:ext cx="360363" cy="361950"/>
          </a:xfrm>
          <a:prstGeom prst="ellipse">
            <a:avLst/>
          </a:prstGeom>
          <a:solidFill>
            <a:srgbClr val="99FFCC"/>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13363" name="Oval 51">
            <a:extLst>
              <a:ext uri="{FF2B5EF4-FFF2-40B4-BE49-F238E27FC236}">
                <a16:creationId xmlns:a16="http://schemas.microsoft.com/office/drawing/2014/main" id="{6082E653-198B-A1C2-6A0D-4EA20DF471AA}"/>
              </a:ext>
            </a:extLst>
          </p:cNvPr>
          <p:cNvSpPr>
            <a:spLocks noChangeArrowheads="1"/>
          </p:cNvSpPr>
          <p:nvPr/>
        </p:nvSpPr>
        <p:spPr bwMode="auto">
          <a:xfrm>
            <a:off x="4211638" y="2684463"/>
            <a:ext cx="360362" cy="358775"/>
          </a:xfrm>
          <a:prstGeom prst="ellipse">
            <a:avLst/>
          </a:prstGeom>
          <a:solidFill>
            <a:srgbClr val="00CC66"/>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20502" name="Rectangle 54">
            <a:extLst>
              <a:ext uri="{FF2B5EF4-FFF2-40B4-BE49-F238E27FC236}">
                <a16:creationId xmlns:a16="http://schemas.microsoft.com/office/drawing/2014/main" id="{9CABFF3D-9AE8-4373-178F-3E6F030EEB87}"/>
              </a:ext>
            </a:extLst>
          </p:cNvPr>
          <p:cNvSpPr>
            <a:spLocks noChangeArrowheads="1"/>
          </p:cNvSpPr>
          <p:nvPr/>
        </p:nvSpPr>
        <p:spPr bwMode="auto">
          <a:xfrm>
            <a:off x="500063" y="285750"/>
            <a:ext cx="626268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None/>
            </a:pPr>
            <a:r>
              <a:rPr lang="zh-CN" altLang="en-US" sz="4000">
                <a:solidFill>
                  <a:srgbClr val="006600"/>
                </a:solidFill>
                <a:latin typeface="微软雅黑" panose="020B0503020204020204" pitchFamily="34" charset="-122"/>
                <a:ea typeface="微软雅黑" panose="020B0503020204020204" pitchFamily="34" charset="-122"/>
              </a:rPr>
              <a:t>线性规划解和若干概念</a:t>
            </a:r>
          </a:p>
        </p:txBody>
      </p:sp>
      <p:sp>
        <p:nvSpPr>
          <p:cNvPr id="20503" name="Text Box 56">
            <a:extLst>
              <a:ext uri="{FF2B5EF4-FFF2-40B4-BE49-F238E27FC236}">
                <a16:creationId xmlns:a16="http://schemas.microsoft.com/office/drawing/2014/main" id="{BF7687EB-7680-E5C2-CCF9-818D13F09691}"/>
              </a:ext>
            </a:extLst>
          </p:cNvPr>
          <p:cNvSpPr txBox="1">
            <a:spLocks noChangeArrowheads="1"/>
          </p:cNvSpPr>
          <p:nvPr/>
        </p:nvSpPr>
        <p:spPr bwMode="auto">
          <a:xfrm>
            <a:off x="171450" y="1490663"/>
            <a:ext cx="3214688" cy="182880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max  z = 5</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p>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s.t.    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≤40</a:t>
            </a:r>
          </a:p>
          <a:p>
            <a:pPr eaLnBrk="1" hangingPunct="1">
              <a:lnSpc>
                <a:spcPct val="80000"/>
              </a:lnSpc>
              <a:spcBef>
                <a:spcPct val="50000"/>
              </a:spcBef>
              <a:buFont typeface="Wingdings" panose="05000000000000000000" pitchFamily="2" charset="2"/>
              <a:buNone/>
            </a:pP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 </a:t>
            </a:r>
          </a:p>
          <a:p>
            <a:pPr eaLnBrk="1" hangingPunct="1">
              <a:lnSpc>
                <a:spcPct val="80000"/>
              </a:lnSpc>
              <a:spcBef>
                <a:spcPct val="50000"/>
              </a:spcBef>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≥0</a:t>
            </a:r>
          </a:p>
        </p:txBody>
      </p:sp>
      <p:sp>
        <p:nvSpPr>
          <p:cNvPr id="20504" name="矩形 2">
            <a:extLst>
              <a:ext uri="{FF2B5EF4-FFF2-40B4-BE49-F238E27FC236}">
                <a16:creationId xmlns:a16="http://schemas.microsoft.com/office/drawing/2014/main" id="{D29A5FE8-BE81-2B10-13E2-88F635BAF7D1}"/>
              </a:ext>
            </a:extLst>
          </p:cNvPr>
          <p:cNvSpPr>
            <a:spLocks noChangeArrowheads="1"/>
          </p:cNvSpPr>
          <p:nvPr/>
        </p:nvSpPr>
        <p:spPr bwMode="auto">
          <a:xfrm>
            <a:off x="5364163" y="1195388"/>
            <a:ext cx="3662362"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b="1">
                <a:solidFill>
                  <a:srgbClr val="191B1F"/>
                </a:solidFill>
                <a:latin typeface="微软雅黑" panose="020B0503020204020204" pitchFamily="34" charset="-122"/>
                <a:ea typeface="微软雅黑" panose="020B0503020204020204" pitchFamily="34" charset="-122"/>
              </a:rPr>
              <a:t>线性规划的几何含义</a:t>
            </a:r>
          </a:p>
        </p:txBody>
      </p:sp>
      <p:sp>
        <p:nvSpPr>
          <p:cNvPr id="4" name="矩形 3">
            <a:extLst>
              <a:ext uri="{FF2B5EF4-FFF2-40B4-BE49-F238E27FC236}">
                <a16:creationId xmlns:a16="http://schemas.microsoft.com/office/drawing/2014/main" id="{F5C7006B-CACC-E904-EECF-09BC2A00ED57}"/>
              </a:ext>
            </a:extLst>
          </p:cNvPr>
          <p:cNvSpPr/>
          <p:nvPr/>
        </p:nvSpPr>
        <p:spPr>
          <a:xfrm>
            <a:off x="1882775" y="4470400"/>
            <a:ext cx="6678613" cy="960438"/>
          </a:xfrm>
          <a:prstGeom prst="rect">
            <a:avLst/>
          </a:prstGeom>
        </p:spPr>
        <p:txBody>
          <a:bodyPr>
            <a:spAutoFit/>
          </a:bodyPr>
          <a:lstStyle/>
          <a:p>
            <a:pPr>
              <a:lnSpc>
                <a:spcPct val="150000"/>
              </a:lnSpc>
              <a:defRPr/>
            </a:pPr>
            <a:r>
              <a:rPr lang="zh-CN" altLang="en-US" sz="2000" dirty="0">
                <a:solidFill>
                  <a:schemeClr val="tx1"/>
                </a:solidFill>
                <a:latin typeface="+mj-ea"/>
                <a:ea typeface="+mj-ea"/>
              </a:rPr>
              <a:t>满足所有约束条件的解。在二维中，位于所有约束半平面交集内的点（如图中阴影区域内的任意点）</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13358"/>
                                        </p:tgtEl>
                                        <p:attrNameLst>
                                          <p:attrName>style.visibility</p:attrName>
                                        </p:attrNameLst>
                                      </p:cBhvr>
                                      <p:to>
                                        <p:strVal val="visible"/>
                                      </p:to>
                                    </p:set>
                                    <p:anim calcmode="lin" valueType="num">
                                      <p:cBhvr>
                                        <p:cTn id="7" dur="500" fill="hold"/>
                                        <p:tgtEl>
                                          <p:spTgt spid="13358"/>
                                        </p:tgtEl>
                                        <p:attrNameLst>
                                          <p:attrName>ppt_w</p:attrName>
                                        </p:attrNameLst>
                                      </p:cBhvr>
                                      <p:tavLst>
                                        <p:tav tm="0">
                                          <p:val>
                                            <p:fltVal val="0"/>
                                          </p:val>
                                        </p:tav>
                                        <p:tav tm="100000">
                                          <p:val>
                                            <p:strVal val="#ppt_w"/>
                                          </p:val>
                                        </p:tav>
                                      </p:tavLst>
                                    </p:anim>
                                    <p:anim calcmode="lin" valueType="num">
                                      <p:cBhvr>
                                        <p:cTn id="8" dur="500" fill="hold"/>
                                        <p:tgtEl>
                                          <p:spTgt spid="13358"/>
                                        </p:tgtEl>
                                        <p:attrNameLst>
                                          <p:attrName>ppt_h</p:attrName>
                                        </p:attrNameLst>
                                      </p:cBhvr>
                                      <p:tavLst>
                                        <p:tav tm="0">
                                          <p:val>
                                            <p:fltVal val="0"/>
                                          </p:val>
                                        </p:tav>
                                        <p:tav tm="100000">
                                          <p:val>
                                            <p:strVal val="#ppt_h"/>
                                          </p:val>
                                        </p:tav>
                                      </p:tavLst>
                                    </p:anim>
                                    <p:animEffect transition="in" filter="fade">
                                      <p:cBhvr>
                                        <p:cTn id="9" dur="500"/>
                                        <p:tgtEl>
                                          <p:spTgt spid="13358"/>
                                        </p:tgtEl>
                                      </p:cBhvr>
                                    </p:animEffect>
                                  </p:childTnLst>
                                </p:cTn>
                              </p:par>
                              <p:par>
                                <p:cTn id="10" presetID="53" presetClass="entr" presetSubtype="0" fill="hold" nodeType="withEffect">
                                  <p:stCondLst>
                                    <p:cond delay="0"/>
                                  </p:stCondLst>
                                  <p:childTnLst>
                                    <p:set>
                                      <p:cBhvr>
                                        <p:cTn id="11" dur="1" fill="hold">
                                          <p:stCondLst>
                                            <p:cond delay="0"/>
                                          </p:stCondLst>
                                        </p:cTn>
                                        <p:tgtEl>
                                          <p:spTgt spid="13361"/>
                                        </p:tgtEl>
                                        <p:attrNameLst>
                                          <p:attrName>style.visibility</p:attrName>
                                        </p:attrNameLst>
                                      </p:cBhvr>
                                      <p:to>
                                        <p:strVal val="visible"/>
                                      </p:to>
                                    </p:set>
                                    <p:anim calcmode="lin" valueType="num">
                                      <p:cBhvr>
                                        <p:cTn id="12" dur="500" fill="hold"/>
                                        <p:tgtEl>
                                          <p:spTgt spid="13361"/>
                                        </p:tgtEl>
                                        <p:attrNameLst>
                                          <p:attrName>ppt_w</p:attrName>
                                        </p:attrNameLst>
                                      </p:cBhvr>
                                      <p:tavLst>
                                        <p:tav tm="0">
                                          <p:val>
                                            <p:fltVal val="0"/>
                                          </p:val>
                                        </p:tav>
                                        <p:tav tm="100000">
                                          <p:val>
                                            <p:strVal val="#ppt_w"/>
                                          </p:val>
                                        </p:tav>
                                      </p:tavLst>
                                    </p:anim>
                                    <p:anim calcmode="lin" valueType="num">
                                      <p:cBhvr>
                                        <p:cTn id="13" dur="500" fill="hold"/>
                                        <p:tgtEl>
                                          <p:spTgt spid="13361"/>
                                        </p:tgtEl>
                                        <p:attrNameLst>
                                          <p:attrName>ppt_h</p:attrName>
                                        </p:attrNameLst>
                                      </p:cBhvr>
                                      <p:tavLst>
                                        <p:tav tm="0">
                                          <p:val>
                                            <p:fltVal val="0"/>
                                          </p:val>
                                        </p:tav>
                                        <p:tav tm="100000">
                                          <p:val>
                                            <p:strVal val="#ppt_h"/>
                                          </p:val>
                                        </p:tav>
                                      </p:tavLst>
                                    </p:anim>
                                    <p:animEffect transition="in" filter="fade">
                                      <p:cBhvr>
                                        <p:cTn id="14" dur="500"/>
                                        <p:tgtEl>
                                          <p:spTgt spid="13361"/>
                                        </p:tgtEl>
                                      </p:cBhvr>
                                    </p:animEffect>
                                  </p:childTnLst>
                                </p:cTn>
                              </p:par>
                              <p:par>
                                <p:cTn id="15" presetID="53" presetClass="entr" presetSubtype="0" fill="hold" nodeType="withEffect">
                                  <p:stCondLst>
                                    <p:cond delay="0"/>
                                  </p:stCondLst>
                                  <p:childTnLst>
                                    <p:set>
                                      <p:cBhvr>
                                        <p:cTn id="16" dur="1" fill="hold">
                                          <p:stCondLst>
                                            <p:cond delay="0"/>
                                          </p:stCondLst>
                                        </p:cTn>
                                        <p:tgtEl>
                                          <p:spTgt spid="13359"/>
                                        </p:tgtEl>
                                        <p:attrNameLst>
                                          <p:attrName>style.visibility</p:attrName>
                                        </p:attrNameLst>
                                      </p:cBhvr>
                                      <p:to>
                                        <p:strVal val="visible"/>
                                      </p:to>
                                    </p:set>
                                    <p:anim calcmode="lin" valueType="num">
                                      <p:cBhvr>
                                        <p:cTn id="17" dur="500" fill="hold"/>
                                        <p:tgtEl>
                                          <p:spTgt spid="13359"/>
                                        </p:tgtEl>
                                        <p:attrNameLst>
                                          <p:attrName>ppt_w</p:attrName>
                                        </p:attrNameLst>
                                      </p:cBhvr>
                                      <p:tavLst>
                                        <p:tav tm="0">
                                          <p:val>
                                            <p:fltVal val="0"/>
                                          </p:val>
                                        </p:tav>
                                        <p:tav tm="100000">
                                          <p:val>
                                            <p:strVal val="#ppt_w"/>
                                          </p:val>
                                        </p:tav>
                                      </p:tavLst>
                                    </p:anim>
                                    <p:anim calcmode="lin" valueType="num">
                                      <p:cBhvr>
                                        <p:cTn id="18" dur="500" fill="hold"/>
                                        <p:tgtEl>
                                          <p:spTgt spid="13359"/>
                                        </p:tgtEl>
                                        <p:attrNameLst>
                                          <p:attrName>ppt_h</p:attrName>
                                        </p:attrNameLst>
                                      </p:cBhvr>
                                      <p:tavLst>
                                        <p:tav tm="0">
                                          <p:val>
                                            <p:fltVal val="0"/>
                                          </p:val>
                                        </p:tav>
                                        <p:tav tm="100000">
                                          <p:val>
                                            <p:strVal val="#ppt_h"/>
                                          </p:val>
                                        </p:tav>
                                      </p:tavLst>
                                    </p:anim>
                                    <p:animEffect transition="in" filter="fade">
                                      <p:cBhvr>
                                        <p:cTn id="19" dur="500"/>
                                        <p:tgtEl>
                                          <p:spTgt spid="13359"/>
                                        </p:tgtEl>
                                      </p:cBhvr>
                                    </p:animEffect>
                                  </p:childTnLst>
                                </p:cTn>
                              </p:par>
                              <p:par>
                                <p:cTn id="20" presetID="55" presetClass="entr" presetSubtype="0" fill="hold" nodeType="withEffect">
                                  <p:stCondLst>
                                    <p:cond delay="0"/>
                                  </p:stCondLst>
                                  <p:childTnLst>
                                    <p:set>
                                      <p:cBhvr>
                                        <p:cTn id="21" dur="1" fill="hold">
                                          <p:stCondLst>
                                            <p:cond delay="0"/>
                                          </p:stCondLst>
                                        </p:cTn>
                                        <p:tgtEl>
                                          <p:spTgt spid="13360"/>
                                        </p:tgtEl>
                                        <p:attrNameLst>
                                          <p:attrName>style.visibility</p:attrName>
                                        </p:attrNameLst>
                                      </p:cBhvr>
                                      <p:to>
                                        <p:strVal val="visible"/>
                                      </p:to>
                                    </p:set>
                                    <p:anim calcmode="lin" valueType="num">
                                      <p:cBhvr>
                                        <p:cTn id="22" dur="1000" fill="hold"/>
                                        <p:tgtEl>
                                          <p:spTgt spid="13360"/>
                                        </p:tgtEl>
                                        <p:attrNameLst>
                                          <p:attrName>ppt_w</p:attrName>
                                        </p:attrNameLst>
                                      </p:cBhvr>
                                      <p:tavLst>
                                        <p:tav tm="0">
                                          <p:val>
                                            <p:strVal val="#ppt_w*0.70"/>
                                          </p:val>
                                        </p:tav>
                                        <p:tav tm="100000">
                                          <p:val>
                                            <p:strVal val="#ppt_w"/>
                                          </p:val>
                                        </p:tav>
                                      </p:tavLst>
                                    </p:anim>
                                    <p:anim calcmode="lin" valueType="num">
                                      <p:cBhvr>
                                        <p:cTn id="23" dur="1000" fill="hold"/>
                                        <p:tgtEl>
                                          <p:spTgt spid="13360"/>
                                        </p:tgtEl>
                                        <p:attrNameLst>
                                          <p:attrName>ppt_h</p:attrName>
                                        </p:attrNameLst>
                                      </p:cBhvr>
                                      <p:tavLst>
                                        <p:tav tm="0">
                                          <p:val>
                                            <p:strVal val="#ppt_h"/>
                                          </p:val>
                                        </p:tav>
                                        <p:tav tm="100000">
                                          <p:val>
                                            <p:strVal val="#ppt_h"/>
                                          </p:val>
                                        </p:tav>
                                      </p:tavLst>
                                    </p:anim>
                                    <p:animEffect transition="in" filter="fade">
                                      <p:cBhvr>
                                        <p:cTn id="24" dur="1000"/>
                                        <p:tgtEl>
                                          <p:spTgt spid="1336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3353"/>
                                        </p:tgtEl>
                                        <p:attrNameLst>
                                          <p:attrName>style.visibility</p:attrName>
                                        </p:attrNameLst>
                                      </p:cBhvr>
                                      <p:to>
                                        <p:strVal val="visible"/>
                                      </p:to>
                                    </p:set>
                                    <p:animEffect transition="in" filter="wipe(left)">
                                      <p:cBhvr>
                                        <p:cTn id="27" dur="2000"/>
                                        <p:tgtEl>
                                          <p:spTgt spid="13353"/>
                                        </p:tgtEl>
                                      </p:cBhvr>
                                    </p:animEffect>
                                  </p:childTnLst>
                                  <p:subTnLst>
                                    <p:animClr clrSpc="rgb" dir="cw">
                                      <p:cBhvr override="childStyle">
                                        <p:cTn dur="1" fill="hold" display="0" masterRel="nextClick" afterEffect="1"/>
                                        <p:tgtEl>
                                          <p:spTgt spid="13353"/>
                                        </p:tgtEl>
                                        <p:attrNameLst>
                                          <p:attrName>ppt_c</p:attrName>
                                        </p:attrNameLst>
                                      </p:cBhvr>
                                      <p:to>
                                        <a:srgbClr val="00CC66"/>
                                      </p:to>
                                    </p:animClr>
                                  </p:subTnLst>
                                </p:cTn>
                              </p:par>
                              <p:par>
                                <p:cTn id="28" presetID="22" presetClass="entr" presetSubtype="8" fill="hold" grpId="0" nodeType="withEffect">
                                  <p:stCondLst>
                                    <p:cond delay="0"/>
                                  </p:stCondLst>
                                  <p:childTnLst>
                                    <p:set>
                                      <p:cBhvr>
                                        <p:cTn id="29" dur="1" fill="hold">
                                          <p:stCondLst>
                                            <p:cond delay="0"/>
                                          </p:stCondLst>
                                        </p:cTn>
                                        <p:tgtEl>
                                          <p:spTgt spid="13362"/>
                                        </p:tgtEl>
                                        <p:attrNameLst>
                                          <p:attrName>style.visibility</p:attrName>
                                        </p:attrNameLst>
                                      </p:cBhvr>
                                      <p:to>
                                        <p:strVal val="visible"/>
                                      </p:to>
                                    </p:set>
                                    <p:animEffect transition="in" filter="wipe(left)">
                                      <p:cBhvr>
                                        <p:cTn id="30" dur="2000"/>
                                        <p:tgtEl>
                                          <p:spTgt spid="1336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348"/>
                                        </p:tgtEl>
                                        <p:attrNameLst>
                                          <p:attrName>style.visibility</p:attrName>
                                        </p:attrNameLst>
                                      </p:cBhvr>
                                      <p:to>
                                        <p:strVal val="visible"/>
                                      </p:to>
                                    </p:set>
                                    <p:animEffect transition="in" filter="wipe(left)">
                                      <p:cBhvr>
                                        <p:cTn id="35" dur="1000"/>
                                        <p:tgtEl>
                                          <p:spTgt spid="13348"/>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3349"/>
                                        </p:tgtEl>
                                        <p:attrNameLst>
                                          <p:attrName>style.visibility</p:attrName>
                                        </p:attrNameLst>
                                      </p:cBhvr>
                                      <p:to>
                                        <p:strVal val="visible"/>
                                      </p:to>
                                    </p:set>
                                    <p:animEffect transition="in" filter="wipe(left)">
                                      <p:cBhvr>
                                        <p:cTn id="38" dur="1000"/>
                                        <p:tgtEl>
                                          <p:spTgt spid="13349"/>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350"/>
                                        </p:tgtEl>
                                        <p:attrNameLst>
                                          <p:attrName>style.visibility</p:attrName>
                                        </p:attrNameLst>
                                      </p:cBhvr>
                                      <p:to>
                                        <p:strVal val="visible"/>
                                      </p:to>
                                    </p:set>
                                    <p:animEffect transition="in" filter="wipe(left)">
                                      <p:cBhvr>
                                        <p:cTn id="41" dur="1000"/>
                                        <p:tgtEl>
                                          <p:spTgt spid="13350"/>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3351"/>
                                        </p:tgtEl>
                                        <p:attrNameLst>
                                          <p:attrName>style.visibility</p:attrName>
                                        </p:attrNameLst>
                                      </p:cBhvr>
                                      <p:to>
                                        <p:strVal val="visible"/>
                                      </p:to>
                                    </p:set>
                                    <p:animEffect transition="in" filter="wipe(left)">
                                      <p:cBhvr>
                                        <p:cTn id="44" dur="1000"/>
                                        <p:tgtEl>
                                          <p:spTgt spid="1335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3363"/>
                                        </p:tgtEl>
                                        <p:attrNameLst>
                                          <p:attrName>style.visibility</p:attrName>
                                        </p:attrNameLst>
                                      </p:cBhvr>
                                      <p:to>
                                        <p:strVal val="visible"/>
                                      </p:to>
                                    </p:set>
                                    <p:animEffect transition="in" filter="wipe(left)">
                                      <p:cBhvr>
                                        <p:cTn id="49" dur="2000"/>
                                        <p:tgtEl>
                                          <p:spTgt spid="13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48" grpId="0"/>
      <p:bldP spid="13349" grpId="0"/>
      <p:bldP spid="13350" grpId="0"/>
      <p:bldP spid="13351" grpId="0"/>
      <p:bldP spid="13353" grpId="0" animBg="1"/>
      <p:bldP spid="13362" grpId="0" animBg="1"/>
      <p:bldP spid="1336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33">
            <a:extLst>
              <a:ext uri="{FF2B5EF4-FFF2-40B4-BE49-F238E27FC236}">
                <a16:creationId xmlns:a16="http://schemas.microsoft.com/office/drawing/2014/main" id="{7BF4F157-1520-E610-E9B9-A470D4DDF3B5}"/>
              </a:ext>
            </a:extLst>
          </p:cNvPr>
          <p:cNvSpPr txBox="1">
            <a:spLocks noChangeArrowheads="1"/>
          </p:cNvSpPr>
          <p:nvPr/>
        </p:nvSpPr>
        <p:spPr bwMode="auto">
          <a:xfrm>
            <a:off x="468313" y="1412875"/>
            <a:ext cx="4079875" cy="554038"/>
          </a:xfrm>
          <a:prstGeom prst="rect">
            <a:avLst/>
          </a:prstGeom>
          <a:noFill/>
          <a:ln w="57150" cap="sq" cmpd="thinThick">
            <a:noFill/>
            <a:miter lim="800000"/>
            <a:headEnd type="none" w="sm" len="sm"/>
            <a:tailEnd type="none" w="sm" len="sm"/>
          </a:ln>
        </p:spPr>
        <p:txBody>
          <a:bodyPr>
            <a:spAutoFit/>
          </a:bodyPr>
          <a:lstStyle/>
          <a:p>
            <a:pPr>
              <a:defRPr/>
            </a:pPr>
            <a:r>
              <a:rPr lang="zh-CN" altLang="en-US" dirty="0">
                <a:solidFill>
                  <a:schemeClr val="tx1"/>
                </a:solidFill>
                <a:latin typeface="+mj-ea"/>
                <a:ea typeface="+mj-ea"/>
              </a:rPr>
              <a:t>线性规划</a:t>
            </a:r>
            <a:r>
              <a:rPr lang="zh-CN" altLang="en-US" b="1" dirty="0">
                <a:solidFill>
                  <a:srgbClr val="191B1F"/>
                </a:solidFill>
                <a:latin typeface="微软雅黑" panose="020B0503020204020204" pitchFamily="34" charset="-122"/>
                <a:ea typeface="微软雅黑" panose="020B0503020204020204" pitchFamily="34" charset="-122"/>
              </a:rPr>
              <a:t>的几何含义</a:t>
            </a:r>
          </a:p>
        </p:txBody>
      </p:sp>
      <p:sp>
        <p:nvSpPr>
          <p:cNvPr id="22533" name="Rectangle 34">
            <a:extLst>
              <a:ext uri="{FF2B5EF4-FFF2-40B4-BE49-F238E27FC236}">
                <a16:creationId xmlns:a16="http://schemas.microsoft.com/office/drawing/2014/main" id="{1A7EA888-8A0D-17C8-3292-F0C080C0F451}"/>
              </a:ext>
            </a:extLst>
          </p:cNvPr>
          <p:cNvSpPr>
            <a:spLocks noChangeArrowheads="1"/>
          </p:cNvSpPr>
          <p:nvPr/>
        </p:nvSpPr>
        <p:spPr bwMode="auto">
          <a:xfrm>
            <a:off x="539750" y="119063"/>
            <a:ext cx="6262688" cy="1143000"/>
          </a:xfrm>
          <a:prstGeom prst="rect">
            <a:avLst/>
          </a:prstGeom>
          <a:noFill/>
          <a:ln w="9525">
            <a:noFill/>
            <a:miter lim="800000"/>
            <a:headEnd/>
            <a:tailEnd/>
          </a:ln>
        </p:spPr>
        <p:txBody>
          <a:bodyPr anchor="ctr"/>
          <a:lstStyle/>
          <a:p>
            <a:pPr eaLnBrk="1" hangingPunct="1">
              <a:spcBef>
                <a:spcPct val="20000"/>
              </a:spcBef>
              <a:buClr>
                <a:schemeClr val="accent1"/>
              </a:buClr>
              <a:buSzPct val="65000"/>
              <a:buFont typeface="Wingdings" panose="05000000000000000000" pitchFamily="2" charset="2"/>
              <a:buNone/>
              <a:defRPr/>
            </a:pPr>
            <a:r>
              <a:rPr lang="zh-CN" altLang="en-US" sz="4000" dirty="0">
                <a:solidFill>
                  <a:srgbClr val="006600"/>
                </a:solidFill>
                <a:latin typeface="+mj-ea"/>
                <a:ea typeface="+mj-ea"/>
              </a:rPr>
              <a:t>线性规划模型</a:t>
            </a:r>
          </a:p>
        </p:txBody>
      </p:sp>
      <p:sp>
        <p:nvSpPr>
          <p:cNvPr id="182307" name="Text Box 35">
            <a:extLst>
              <a:ext uri="{FF2B5EF4-FFF2-40B4-BE49-F238E27FC236}">
                <a16:creationId xmlns:a16="http://schemas.microsoft.com/office/drawing/2014/main" id="{E08A17A2-8700-19B3-17E4-A83B57CE670A}"/>
              </a:ext>
            </a:extLst>
          </p:cNvPr>
          <p:cNvSpPr txBox="1">
            <a:spLocks noChangeArrowheads="1"/>
          </p:cNvSpPr>
          <p:nvPr/>
        </p:nvSpPr>
        <p:spPr bwMode="auto">
          <a:xfrm>
            <a:off x="5772150" y="427038"/>
            <a:ext cx="2663825" cy="182086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max  z = 5</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+3</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s.t.    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≤40</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         </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≤50 </a:t>
            </a:r>
          </a:p>
          <a:p>
            <a:pPr eaLnBrk="1" hangingPunct="1">
              <a:lnSpc>
                <a:spcPct val="80000"/>
              </a:lnSpc>
              <a:spcBef>
                <a:spcPct val="50000"/>
              </a:spcBef>
              <a:buFont typeface="Wingdings" panose="05000000000000000000" pitchFamily="2" charset="2"/>
              <a:buNone/>
              <a:defRPr/>
            </a:pPr>
            <a:r>
              <a:rPr lang="en-US" altLang="zh-CN" sz="2400" i="1">
                <a:latin typeface="+mj-ea"/>
                <a:ea typeface="+mj-ea"/>
                <a:cs typeface="Times New Roman" panose="02020603050405020304" pitchFamily="18" charset="0"/>
              </a:rPr>
              <a:t>         x</a:t>
            </a:r>
            <a:r>
              <a:rPr lang="en-US" altLang="zh-CN" sz="2400" baseline="-25000">
                <a:latin typeface="+mj-ea"/>
                <a:ea typeface="+mj-ea"/>
                <a:cs typeface="Times New Roman" panose="02020603050405020304" pitchFamily="18" charset="0"/>
              </a:rPr>
              <a:t>1</a:t>
            </a:r>
            <a:r>
              <a:rPr lang="zh-CN" altLang="en-US"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≥0</a:t>
            </a:r>
          </a:p>
        </p:txBody>
      </p:sp>
      <p:grpSp>
        <p:nvGrpSpPr>
          <p:cNvPr id="2" name="Group 36">
            <a:extLst>
              <a:ext uri="{FF2B5EF4-FFF2-40B4-BE49-F238E27FC236}">
                <a16:creationId xmlns:a16="http://schemas.microsoft.com/office/drawing/2014/main" id="{D89DF901-5D62-FC3D-67BF-92527BE3B595}"/>
              </a:ext>
            </a:extLst>
          </p:cNvPr>
          <p:cNvGrpSpPr>
            <a:grpSpLocks/>
          </p:cNvGrpSpPr>
          <p:nvPr/>
        </p:nvGrpSpPr>
        <p:grpSpPr bwMode="auto">
          <a:xfrm>
            <a:off x="1529036" y="3628926"/>
            <a:ext cx="2022475" cy="1512888"/>
            <a:chOff x="454" y="2160"/>
            <a:chExt cx="1274" cy="953"/>
          </a:xfrm>
          <a:solidFill>
            <a:schemeClr val="accent1"/>
          </a:solidFill>
        </p:grpSpPr>
        <p:sp>
          <p:nvSpPr>
            <p:cNvPr id="22560" name="AutoShape 37">
              <a:extLst>
                <a:ext uri="{FF2B5EF4-FFF2-40B4-BE49-F238E27FC236}">
                  <a16:creationId xmlns:a16="http://schemas.microsoft.com/office/drawing/2014/main" id="{AA191CF3-F5BF-0B25-613E-D0C965889EFB}"/>
                </a:ext>
              </a:extLst>
            </p:cNvPr>
            <p:cNvSpPr>
              <a:spLocks noChangeArrowheads="1"/>
            </p:cNvSpPr>
            <p:nvPr/>
          </p:nvSpPr>
          <p:spPr bwMode="auto">
            <a:xfrm>
              <a:off x="567" y="2160"/>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1" name="AutoShape 38">
              <a:extLst>
                <a:ext uri="{FF2B5EF4-FFF2-40B4-BE49-F238E27FC236}">
                  <a16:creationId xmlns:a16="http://schemas.microsoft.com/office/drawing/2014/main" id="{ED171B3E-318F-DBEF-CBC7-4C80917AC765}"/>
                </a:ext>
              </a:extLst>
            </p:cNvPr>
            <p:cNvSpPr>
              <a:spLocks noChangeArrowheads="1"/>
            </p:cNvSpPr>
            <p:nvPr/>
          </p:nvSpPr>
          <p:spPr bwMode="auto">
            <a:xfrm rot="2564613">
              <a:off x="454" y="2406"/>
              <a:ext cx="1274" cy="264"/>
            </a:xfrm>
            <a:prstGeom prst="triangle">
              <a:avLst>
                <a:gd name="adj" fmla="val 50051"/>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2" name="Rectangle 39">
              <a:extLst>
                <a:ext uri="{FF2B5EF4-FFF2-40B4-BE49-F238E27FC236}">
                  <a16:creationId xmlns:a16="http://schemas.microsoft.com/office/drawing/2014/main" id="{31B45FDF-431D-A266-39E4-8290D9CE9C7B}"/>
                </a:ext>
              </a:extLst>
            </p:cNvPr>
            <p:cNvSpPr>
              <a:spLocks noChangeArrowheads="1"/>
            </p:cNvSpPr>
            <p:nvPr/>
          </p:nvSpPr>
          <p:spPr bwMode="auto">
            <a:xfrm rot="19620138">
              <a:off x="1092" y="2646"/>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grpSp>
      <p:sp>
        <p:nvSpPr>
          <p:cNvPr id="18439" name="Line 40">
            <a:extLst>
              <a:ext uri="{FF2B5EF4-FFF2-40B4-BE49-F238E27FC236}">
                <a16:creationId xmlns:a16="http://schemas.microsoft.com/office/drawing/2014/main" id="{BD3E731B-8104-CF36-70E5-EC60500EB042}"/>
              </a:ext>
            </a:extLst>
          </p:cNvPr>
          <p:cNvSpPr>
            <a:spLocks noChangeShapeType="1"/>
          </p:cNvSpPr>
          <p:nvPr/>
        </p:nvSpPr>
        <p:spPr bwMode="auto">
          <a:xfrm>
            <a:off x="1709738" y="3629025"/>
            <a:ext cx="0" cy="151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1511" name="Group 41">
            <a:extLst>
              <a:ext uri="{FF2B5EF4-FFF2-40B4-BE49-F238E27FC236}">
                <a16:creationId xmlns:a16="http://schemas.microsoft.com/office/drawing/2014/main" id="{5C610CE1-6DA9-1DB6-DAB7-57254BFAB5B4}"/>
              </a:ext>
            </a:extLst>
          </p:cNvPr>
          <p:cNvGrpSpPr>
            <a:grpSpLocks/>
          </p:cNvGrpSpPr>
          <p:nvPr/>
        </p:nvGrpSpPr>
        <p:grpSpPr bwMode="auto">
          <a:xfrm>
            <a:off x="1420813" y="1966913"/>
            <a:ext cx="4219575" cy="3535362"/>
            <a:chOff x="390" y="1113"/>
            <a:chExt cx="2658" cy="2227"/>
          </a:xfrm>
        </p:grpSpPr>
        <p:sp>
          <p:nvSpPr>
            <p:cNvPr id="18456" name="Line 42">
              <a:extLst>
                <a:ext uri="{FF2B5EF4-FFF2-40B4-BE49-F238E27FC236}">
                  <a16:creationId xmlns:a16="http://schemas.microsoft.com/office/drawing/2014/main" id="{1C9FECC9-A6AC-6897-D941-98D0EF024197}"/>
                </a:ext>
              </a:extLst>
            </p:cNvPr>
            <p:cNvSpPr>
              <a:spLocks noChangeShapeType="1"/>
            </p:cNvSpPr>
            <p:nvPr/>
          </p:nvSpPr>
          <p:spPr bwMode="auto">
            <a:xfrm rot="-254299">
              <a:off x="567" y="2096"/>
              <a:ext cx="1996" cy="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57" name="Rectangle 43">
              <a:extLst>
                <a:ext uri="{FF2B5EF4-FFF2-40B4-BE49-F238E27FC236}">
                  <a16:creationId xmlns:a16="http://schemas.microsoft.com/office/drawing/2014/main" id="{8C6F149C-08E2-123C-DC9C-18BEB615E182}"/>
                </a:ext>
              </a:extLst>
            </p:cNvPr>
            <p:cNvSpPr>
              <a:spLocks noChangeArrowheads="1"/>
            </p:cNvSpPr>
            <p:nvPr/>
          </p:nvSpPr>
          <p:spPr bwMode="auto">
            <a:xfrm>
              <a:off x="832" y="1625"/>
              <a:ext cx="95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2x</a:t>
              </a:r>
              <a:r>
                <a:rPr lang="en-US" altLang="zh-CN" sz="1600" b="1" baseline="-25000">
                  <a:latin typeface="+mj-ea"/>
                  <a:ea typeface="+mj-ea"/>
                  <a:cs typeface="Times New Roman" panose="02020603050405020304" pitchFamily="18" charset="0"/>
                </a:rPr>
                <a:t>1 </a:t>
              </a:r>
              <a:r>
                <a:rPr lang="en-US" altLang="zh-CN" sz="1600" b="1">
                  <a:latin typeface="+mj-ea"/>
                  <a:ea typeface="+mj-ea"/>
                  <a:cs typeface="Times New Roman" panose="02020603050405020304" pitchFamily="18" charset="0"/>
                </a:rPr>
                <a:t>+ 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40</a:t>
              </a:r>
            </a:p>
          </p:txBody>
        </p:sp>
        <p:sp>
          <p:nvSpPr>
            <p:cNvPr id="18458" name="Rectangle 44">
              <a:extLst>
                <a:ext uri="{FF2B5EF4-FFF2-40B4-BE49-F238E27FC236}">
                  <a16:creationId xmlns:a16="http://schemas.microsoft.com/office/drawing/2014/main" id="{C84AF930-777D-4D28-2BBC-CB6374F40881}"/>
                </a:ext>
              </a:extLst>
            </p:cNvPr>
            <p:cNvSpPr>
              <a:spLocks noChangeArrowheads="1"/>
            </p:cNvSpPr>
            <p:nvPr/>
          </p:nvSpPr>
          <p:spPr bwMode="auto">
            <a:xfrm>
              <a:off x="1807" y="2579"/>
              <a:ext cx="96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r>
                <a:rPr lang="en-US" altLang="zh-CN" sz="1600" b="1">
                  <a:latin typeface="+mj-ea"/>
                  <a:ea typeface="+mj-ea"/>
                  <a:cs typeface="Times New Roman" panose="02020603050405020304" pitchFamily="18" charset="0"/>
                </a:rPr>
                <a:t> + 2x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50</a:t>
              </a:r>
            </a:p>
          </p:txBody>
        </p:sp>
        <p:sp>
          <p:nvSpPr>
            <p:cNvPr id="18459" name="Line 45">
              <a:extLst>
                <a:ext uri="{FF2B5EF4-FFF2-40B4-BE49-F238E27FC236}">
                  <a16:creationId xmlns:a16="http://schemas.microsoft.com/office/drawing/2014/main" id="{531641F9-AC48-CE9E-5D43-0EFC51CC8965}"/>
                </a:ext>
              </a:extLst>
            </p:cNvPr>
            <p:cNvSpPr>
              <a:spLocks noChangeShapeType="1"/>
            </p:cNvSpPr>
            <p:nvPr/>
          </p:nvSpPr>
          <p:spPr bwMode="auto">
            <a:xfrm rot="467737">
              <a:off x="420" y="1237"/>
              <a:ext cx="1225" cy="18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1532" name="Group 46">
              <a:extLst>
                <a:ext uri="{FF2B5EF4-FFF2-40B4-BE49-F238E27FC236}">
                  <a16:creationId xmlns:a16="http://schemas.microsoft.com/office/drawing/2014/main" id="{D0C8CF52-B9B2-437C-5FBB-B5C65E84B373}"/>
                </a:ext>
              </a:extLst>
            </p:cNvPr>
            <p:cNvGrpSpPr>
              <a:grpSpLocks/>
            </p:cNvGrpSpPr>
            <p:nvPr/>
          </p:nvGrpSpPr>
          <p:grpSpPr bwMode="auto">
            <a:xfrm>
              <a:off x="390" y="1113"/>
              <a:ext cx="2658" cy="2227"/>
              <a:chOff x="521" y="1158"/>
              <a:chExt cx="2658" cy="2227"/>
            </a:xfrm>
          </p:grpSpPr>
          <p:sp>
            <p:nvSpPr>
              <p:cNvPr id="18461" name="Line 47">
                <a:extLst>
                  <a:ext uri="{FF2B5EF4-FFF2-40B4-BE49-F238E27FC236}">
                    <a16:creationId xmlns:a16="http://schemas.microsoft.com/office/drawing/2014/main" id="{C2CF140D-DAE4-464B-0C02-D40570811802}"/>
                  </a:ext>
                </a:extLst>
              </p:cNvPr>
              <p:cNvSpPr>
                <a:spLocks noChangeShapeType="1"/>
              </p:cNvSpPr>
              <p:nvPr/>
            </p:nvSpPr>
            <p:spPr bwMode="auto">
              <a:xfrm>
                <a:off x="521"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1534" name="Group 48">
                <a:extLst>
                  <a:ext uri="{FF2B5EF4-FFF2-40B4-BE49-F238E27FC236}">
                    <a16:creationId xmlns:a16="http://schemas.microsoft.com/office/drawing/2014/main" id="{3883FA7D-A0E6-43FA-9D06-90F41BAA484A}"/>
                  </a:ext>
                </a:extLst>
              </p:cNvPr>
              <p:cNvGrpSpPr>
                <a:grpSpLocks/>
              </p:cNvGrpSpPr>
              <p:nvPr/>
            </p:nvGrpSpPr>
            <p:grpSpPr bwMode="auto">
              <a:xfrm>
                <a:off x="703" y="1158"/>
                <a:ext cx="2476" cy="2227"/>
                <a:chOff x="703" y="1158"/>
                <a:chExt cx="2476" cy="2227"/>
              </a:xfrm>
            </p:grpSpPr>
            <p:sp>
              <p:nvSpPr>
                <p:cNvPr id="18463" name="Line 49">
                  <a:extLst>
                    <a:ext uri="{FF2B5EF4-FFF2-40B4-BE49-F238E27FC236}">
                      <a16:creationId xmlns:a16="http://schemas.microsoft.com/office/drawing/2014/main" id="{BC0F37FB-5D94-6B67-1690-FC2DE56A890D}"/>
                    </a:ext>
                  </a:extLst>
                </p:cNvPr>
                <p:cNvSpPr>
                  <a:spLocks noChangeShapeType="1"/>
                </p:cNvSpPr>
                <p:nvPr/>
              </p:nvSpPr>
              <p:spPr bwMode="auto">
                <a:xfrm flipV="1">
                  <a:off x="703" y="1158"/>
                  <a:ext cx="13" cy="222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64" name="Rectangle 50">
                  <a:extLst>
                    <a:ext uri="{FF2B5EF4-FFF2-40B4-BE49-F238E27FC236}">
                      <a16:creationId xmlns:a16="http://schemas.microsoft.com/office/drawing/2014/main" id="{9E9F95AA-23C2-621B-0450-A491C7DC8E02}"/>
                    </a:ext>
                  </a:extLst>
                </p:cNvPr>
                <p:cNvSpPr>
                  <a:spLocks noChangeArrowheads="1"/>
                </p:cNvSpPr>
                <p:nvPr/>
              </p:nvSpPr>
              <p:spPr bwMode="auto">
                <a:xfrm>
                  <a:off x="2880" y="3037"/>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p>
              </p:txBody>
            </p:sp>
            <p:sp>
              <p:nvSpPr>
                <p:cNvPr id="18465" name="Rectangle 51">
                  <a:extLst>
                    <a:ext uri="{FF2B5EF4-FFF2-40B4-BE49-F238E27FC236}">
                      <a16:creationId xmlns:a16="http://schemas.microsoft.com/office/drawing/2014/main" id="{94EBD9CC-DC2D-C0CE-A55B-6051BFC4BD3B}"/>
                    </a:ext>
                  </a:extLst>
                </p:cNvPr>
                <p:cNvSpPr>
                  <a:spLocks noChangeArrowheads="1"/>
                </p:cNvSpPr>
                <p:nvPr/>
              </p:nvSpPr>
              <p:spPr bwMode="auto">
                <a:xfrm>
                  <a:off x="793" y="1298"/>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2</a:t>
                  </a:r>
                </a:p>
              </p:txBody>
            </p:sp>
          </p:grpSp>
        </p:grpSp>
      </p:grpSp>
      <p:sp>
        <p:nvSpPr>
          <p:cNvPr id="18441" name="Text Box 52">
            <a:extLst>
              <a:ext uri="{FF2B5EF4-FFF2-40B4-BE49-F238E27FC236}">
                <a16:creationId xmlns:a16="http://schemas.microsoft.com/office/drawing/2014/main" id="{7DCC1E3C-6234-E941-CCB8-B56B11DF10BC}"/>
              </a:ext>
            </a:extLst>
          </p:cNvPr>
          <p:cNvSpPr txBox="1">
            <a:spLocks noChangeArrowheads="1"/>
          </p:cNvSpPr>
          <p:nvPr/>
        </p:nvSpPr>
        <p:spPr bwMode="auto">
          <a:xfrm>
            <a:off x="1420813" y="50704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latin typeface="+mj-ea"/>
                <a:ea typeface="+mj-ea"/>
                <a:cs typeface="Times New Roman" panose="02020603050405020304" pitchFamily="18" charset="0"/>
              </a:rPr>
              <a:t>a</a:t>
            </a:r>
          </a:p>
        </p:txBody>
      </p:sp>
      <p:sp>
        <p:nvSpPr>
          <p:cNvPr id="18442" name="Text Box 53">
            <a:extLst>
              <a:ext uri="{FF2B5EF4-FFF2-40B4-BE49-F238E27FC236}">
                <a16:creationId xmlns:a16="http://schemas.microsoft.com/office/drawing/2014/main" id="{EA91285B-B04E-24DE-F3F4-FA7C123BEB47}"/>
              </a:ext>
            </a:extLst>
          </p:cNvPr>
          <p:cNvSpPr txBox="1">
            <a:spLocks noChangeArrowheads="1"/>
          </p:cNvSpPr>
          <p:nvPr/>
        </p:nvSpPr>
        <p:spPr bwMode="auto">
          <a:xfrm>
            <a:off x="2936875" y="5175250"/>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2000" b="1">
                <a:latin typeface="+mj-ea"/>
                <a:ea typeface="+mj-ea"/>
                <a:cs typeface="Times New Roman" panose="02020603050405020304" pitchFamily="18" charset="0"/>
              </a:rPr>
              <a:t>20</a:t>
            </a:r>
          </a:p>
        </p:txBody>
      </p:sp>
      <p:sp>
        <p:nvSpPr>
          <p:cNvPr id="182326" name="Text Box 54">
            <a:extLst>
              <a:ext uri="{FF2B5EF4-FFF2-40B4-BE49-F238E27FC236}">
                <a16:creationId xmlns:a16="http://schemas.microsoft.com/office/drawing/2014/main" id="{EDEA246E-3B6E-E2F4-51A4-DC9FC445FF70}"/>
              </a:ext>
            </a:extLst>
          </p:cNvPr>
          <p:cNvSpPr txBox="1">
            <a:spLocks noChangeArrowheads="1"/>
          </p:cNvSpPr>
          <p:nvPr/>
        </p:nvSpPr>
        <p:spPr bwMode="auto">
          <a:xfrm>
            <a:off x="2709863" y="3846513"/>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600" b="1" dirty="0">
                <a:solidFill>
                  <a:srgbClr val="FF0000"/>
                </a:solidFill>
                <a:latin typeface="+mj-ea"/>
                <a:ea typeface="+mj-ea"/>
                <a:cs typeface="Times New Roman" panose="02020603050405020304" pitchFamily="18" charset="0"/>
              </a:rPr>
              <a:t>x</a:t>
            </a:r>
            <a:r>
              <a:rPr lang="en-US" altLang="zh-CN" sz="1600" b="1" baseline="-25000" dirty="0">
                <a:solidFill>
                  <a:srgbClr val="FF0000"/>
                </a:solidFill>
                <a:latin typeface="+mj-ea"/>
                <a:ea typeface="+mj-ea"/>
                <a:cs typeface="Times New Roman" panose="02020603050405020304" pitchFamily="18" charset="0"/>
              </a:rPr>
              <a:t>1</a:t>
            </a:r>
            <a:r>
              <a:rPr lang="en-US" altLang="zh-CN" sz="1600" b="1" dirty="0">
                <a:solidFill>
                  <a:srgbClr val="FF0000"/>
                </a:solidFill>
                <a:latin typeface="+mj-ea"/>
                <a:ea typeface="+mj-ea"/>
                <a:cs typeface="Times New Roman" panose="02020603050405020304" pitchFamily="18" charset="0"/>
              </a:rPr>
              <a:t>=10,x</a:t>
            </a:r>
            <a:r>
              <a:rPr lang="en-US" altLang="zh-CN" sz="1600" b="1" baseline="-25000" dirty="0">
                <a:solidFill>
                  <a:srgbClr val="FF0000"/>
                </a:solidFill>
                <a:latin typeface="+mj-ea"/>
                <a:ea typeface="+mj-ea"/>
                <a:cs typeface="Times New Roman" panose="02020603050405020304" pitchFamily="18" charset="0"/>
              </a:rPr>
              <a:t>2</a:t>
            </a:r>
            <a:r>
              <a:rPr lang="en-US" altLang="zh-CN" sz="1600" b="1" dirty="0">
                <a:solidFill>
                  <a:srgbClr val="FF0000"/>
                </a:solidFill>
                <a:latin typeface="+mj-ea"/>
                <a:ea typeface="+mj-ea"/>
                <a:cs typeface="Times New Roman" panose="02020603050405020304" pitchFamily="18" charset="0"/>
              </a:rPr>
              <a:t>=20</a:t>
            </a:r>
          </a:p>
        </p:txBody>
      </p:sp>
      <p:sp>
        <p:nvSpPr>
          <p:cNvPr id="18444" name="Text Box 55">
            <a:extLst>
              <a:ext uri="{FF2B5EF4-FFF2-40B4-BE49-F238E27FC236}">
                <a16:creationId xmlns:a16="http://schemas.microsoft.com/office/drawing/2014/main" id="{8960B87B-05D9-EFB7-82E6-765FF56CD180}"/>
              </a:ext>
            </a:extLst>
          </p:cNvPr>
          <p:cNvSpPr txBox="1">
            <a:spLocks noChangeArrowheads="1"/>
          </p:cNvSpPr>
          <p:nvPr/>
        </p:nvSpPr>
        <p:spPr bwMode="auto">
          <a:xfrm>
            <a:off x="1277938" y="3557588"/>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latin typeface="+mj-ea"/>
                <a:ea typeface="+mj-ea"/>
                <a:cs typeface="Times New Roman" panose="02020603050405020304" pitchFamily="18" charset="0"/>
              </a:rPr>
              <a:t>25</a:t>
            </a:r>
          </a:p>
        </p:txBody>
      </p:sp>
      <p:sp>
        <p:nvSpPr>
          <p:cNvPr id="182329" name="Oval 57">
            <a:extLst>
              <a:ext uri="{FF2B5EF4-FFF2-40B4-BE49-F238E27FC236}">
                <a16:creationId xmlns:a16="http://schemas.microsoft.com/office/drawing/2014/main" id="{37A2DF8D-1345-F28A-E1DB-572506FFA303}"/>
              </a:ext>
            </a:extLst>
          </p:cNvPr>
          <p:cNvSpPr>
            <a:spLocks noChangeArrowheads="1"/>
          </p:cNvSpPr>
          <p:nvPr/>
        </p:nvSpPr>
        <p:spPr bwMode="auto">
          <a:xfrm>
            <a:off x="2646363" y="4062413"/>
            <a:ext cx="71437" cy="71437"/>
          </a:xfrm>
          <a:prstGeom prst="ellipse">
            <a:avLst/>
          </a:prstGeom>
          <a:solidFill>
            <a:srgbClr val="FFFF00"/>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endParaRPr lang="zh-CN" altLang="en-US">
              <a:solidFill>
                <a:srgbClr val="000066"/>
              </a:solidFill>
              <a:latin typeface="+mj-ea"/>
              <a:ea typeface="+mj-ea"/>
              <a:cs typeface="Times New Roman" panose="02020603050405020304" pitchFamily="18" charset="0"/>
            </a:endParaRPr>
          </a:p>
        </p:txBody>
      </p:sp>
      <p:sp>
        <p:nvSpPr>
          <p:cNvPr id="182330" name="Text Box 58">
            <a:extLst>
              <a:ext uri="{FF2B5EF4-FFF2-40B4-BE49-F238E27FC236}">
                <a16:creationId xmlns:a16="http://schemas.microsoft.com/office/drawing/2014/main" id="{112D4AF0-6C84-A612-0218-640E15EDB485}"/>
              </a:ext>
            </a:extLst>
          </p:cNvPr>
          <p:cNvSpPr txBox="1">
            <a:spLocks noChangeArrowheads="1"/>
          </p:cNvSpPr>
          <p:nvPr/>
        </p:nvSpPr>
        <p:spPr bwMode="auto">
          <a:xfrm>
            <a:off x="1644650" y="5700713"/>
            <a:ext cx="684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z=0</a:t>
            </a:r>
          </a:p>
        </p:txBody>
      </p:sp>
      <p:sp>
        <p:nvSpPr>
          <p:cNvPr id="182331" name="Line 59">
            <a:extLst>
              <a:ext uri="{FF2B5EF4-FFF2-40B4-BE49-F238E27FC236}">
                <a16:creationId xmlns:a16="http://schemas.microsoft.com/office/drawing/2014/main" id="{84E170AD-1EA3-269F-A798-A9C82F4913EC}"/>
              </a:ext>
            </a:extLst>
          </p:cNvPr>
          <p:cNvSpPr>
            <a:spLocks noChangeShapeType="1"/>
          </p:cNvSpPr>
          <p:nvPr/>
        </p:nvSpPr>
        <p:spPr bwMode="auto">
          <a:xfrm>
            <a:off x="1528763" y="3881438"/>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2" name="Line 60">
            <a:extLst>
              <a:ext uri="{FF2B5EF4-FFF2-40B4-BE49-F238E27FC236}">
                <a16:creationId xmlns:a16="http://schemas.microsoft.com/office/drawing/2014/main" id="{D5294E49-D151-E02A-2471-745568E8A337}"/>
              </a:ext>
            </a:extLst>
          </p:cNvPr>
          <p:cNvSpPr>
            <a:spLocks noChangeShapeType="1"/>
          </p:cNvSpPr>
          <p:nvPr/>
        </p:nvSpPr>
        <p:spPr bwMode="auto">
          <a:xfrm>
            <a:off x="1025525" y="4133850"/>
            <a:ext cx="1223963"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3" name="Text Box 61">
            <a:extLst>
              <a:ext uri="{FF2B5EF4-FFF2-40B4-BE49-F238E27FC236}">
                <a16:creationId xmlns:a16="http://schemas.microsoft.com/office/drawing/2014/main" id="{A161A620-8C85-685E-1988-5509ED7E6DE2}"/>
              </a:ext>
            </a:extLst>
          </p:cNvPr>
          <p:cNvSpPr txBox="1">
            <a:spLocks noChangeArrowheads="1"/>
          </p:cNvSpPr>
          <p:nvPr/>
        </p:nvSpPr>
        <p:spPr bwMode="auto">
          <a:xfrm>
            <a:off x="2393950" y="5627688"/>
            <a:ext cx="900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z=50</a:t>
            </a:r>
          </a:p>
        </p:txBody>
      </p:sp>
      <p:sp>
        <p:nvSpPr>
          <p:cNvPr id="182334" name="Line 62">
            <a:extLst>
              <a:ext uri="{FF2B5EF4-FFF2-40B4-BE49-F238E27FC236}">
                <a16:creationId xmlns:a16="http://schemas.microsoft.com/office/drawing/2014/main" id="{5A5EFAA1-6A40-6700-1CDB-D27C3CC1FE10}"/>
              </a:ext>
            </a:extLst>
          </p:cNvPr>
          <p:cNvSpPr>
            <a:spLocks noChangeShapeType="1"/>
          </p:cNvSpPr>
          <p:nvPr/>
        </p:nvSpPr>
        <p:spPr bwMode="auto">
          <a:xfrm>
            <a:off x="2249488" y="3484563"/>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5" name="Text Box 63">
            <a:extLst>
              <a:ext uri="{FF2B5EF4-FFF2-40B4-BE49-F238E27FC236}">
                <a16:creationId xmlns:a16="http://schemas.microsoft.com/office/drawing/2014/main" id="{81641992-9312-4498-3EBE-7A428FD0CC50}"/>
              </a:ext>
            </a:extLst>
          </p:cNvPr>
          <p:cNvSpPr txBox="1">
            <a:spLocks noChangeArrowheads="1"/>
          </p:cNvSpPr>
          <p:nvPr/>
        </p:nvSpPr>
        <p:spPr bwMode="auto">
          <a:xfrm>
            <a:off x="3294063" y="5176838"/>
            <a:ext cx="9001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z=110</a:t>
            </a:r>
          </a:p>
        </p:txBody>
      </p:sp>
      <p:sp>
        <p:nvSpPr>
          <p:cNvPr id="18452" name="矩形 2">
            <a:extLst>
              <a:ext uri="{FF2B5EF4-FFF2-40B4-BE49-F238E27FC236}">
                <a16:creationId xmlns:a16="http://schemas.microsoft.com/office/drawing/2014/main" id="{837DEA83-2D4D-BE10-4B7D-92158466F7C5}"/>
              </a:ext>
            </a:extLst>
          </p:cNvPr>
          <p:cNvSpPr>
            <a:spLocks noChangeArrowheads="1"/>
          </p:cNvSpPr>
          <p:nvPr/>
        </p:nvSpPr>
        <p:spPr bwMode="auto">
          <a:xfrm>
            <a:off x="6750050" y="4657725"/>
            <a:ext cx="23685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600" b="1" dirty="0">
                <a:solidFill>
                  <a:srgbClr val="FF0000"/>
                </a:solidFill>
                <a:latin typeface="+mj-ea"/>
                <a:ea typeface="+mj-ea"/>
              </a:rPr>
              <a:t>最优解</a:t>
            </a:r>
            <a:r>
              <a:rPr lang="en-US" altLang="zh-CN" sz="2600" b="1" dirty="0">
                <a:solidFill>
                  <a:schemeClr val="tx1"/>
                </a:solidFill>
                <a:latin typeface="+mj-ea"/>
                <a:ea typeface="+mj-ea"/>
              </a:rPr>
              <a:t>(10,20)</a:t>
            </a:r>
          </a:p>
          <a:p>
            <a:pPr>
              <a:defRPr/>
            </a:pPr>
            <a:endParaRPr lang="en-US" altLang="zh-CN" sz="2600" b="1" dirty="0">
              <a:solidFill>
                <a:schemeClr val="tx1"/>
              </a:solidFill>
              <a:latin typeface="+mj-ea"/>
              <a:ea typeface="+mj-ea"/>
            </a:endParaRPr>
          </a:p>
          <a:p>
            <a:pPr>
              <a:defRPr/>
            </a:pPr>
            <a:r>
              <a:rPr lang="zh-CN" altLang="en-US" sz="2600" b="1" dirty="0">
                <a:solidFill>
                  <a:schemeClr val="tx1"/>
                </a:solidFill>
                <a:latin typeface="+mj-ea"/>
                <a:ea typeface="+mj-ea"/>
              </a:rPr>
              <a:t>最优值</a:t>
            </a:r>
            <a:r>
              <a:rPr lang="en-US" altLang="zh-CN" sz="2600" b="1" dirty="0">
                <a:solidFill>
                  <a:schemeClr val="tx1"/>
                </a:solidFill>
                <a:latin typeface="+mj-ea"/>
                <a:ea typeface="+mj-ea"/>
              </a:rPr>
              <a:t>110</a:t>
            </a:r>
            <a:endParaRPr lang="zh-CN" altLang="en-US" sz="2600" dirty="0">
              <a:solidFill>
                <a:schemeClr val="tx1"/>
              </a:solidFill>
              <a:latin typeface="+mj-ea"/>
              <a:ea typeface="+mj-ea"/>
            </a:endParaRPr>
          </a:p>
        </p:txBody>
      </p:sp>
      <p:sp>
        <p:nvSpPr>
          <p:cNvPr id="36" name="Line 62">
            <a:extLst>
              <a:ext uri="{FF2B5EF4-FFF2-40B4-BE49-F238E27FC236}">
                <a16:creationId xmlns:a16="http://schemas.microsoft.com/office/drawing/2014/main" id="{BA23A647-315C-B468-A1F1-A569048337EC}"/>
              </a:ext>
            </a:extLst>
          </p:cNvPr>
          <p:cNvSpPr>
            <a:spLocks noChangeShapeType="1"/>
          </p:cNvSpPr>
          <p:nvPr/>
        </p:nvSpPr>
        <p:spPr bwMode="auto">
          <a:xfrm>
            <a:off x="3481388" y="2432050"/>
            <a:ext cx="1909762" cy="2817813"/>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37" name="Text Box 63">
            <a:extLst>
              <a:ext uri="{FF2B5EF4-FFF2-40B4-BE49-F238E27FC236}">
                <a16:creationId xmlns:a16="http://schemas.microsoft.com/office/drawing/2014/main" id="{E90A503F-8323-84A1-BD0A-0809DE98AB6D}"/>
              </a:ext>
            </a:extLst>
          </p:cNvPr>
          <p:cNvSpPr txBox="1">
            <a:spLocks noChangeArrowheads="1"/>
          </p:cNvSpPr>
          <p:nvPr/>
        </p:nvSpPr>
        <p:spPr bwMode="auto">
          <a:xfrm>
            <a:off x="5019675" y="5314950"/>
            <a:ext cx="1268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dirty="0">
                <a:solidFill>
                  <a:srgbClr val="CC3300"/>
                </a:solidFill>
                <a:latin typeface="+mj-ea"/>
                <a:ea typeface="+mj-ea"/>
                <a:cs typeface="Times New Roman" panose="02020603050405020304" pitchFamily="18" charset="0"/>
              </a:rPr>
              <a:t>higher</a:t>
            </a:r>
            <a:r>
              <a:rPr lang="zh-CN" altLang="en-US" sz="1800" b="1" dirty="0">
                <a:solidFill>
                  <a:srgbClr val="CC3300"/>
                </a:solidFill>
                <a:latin typeface="+mj-ea"/>
                <a:ea typeface="+mj-ea"/>
                <a:cs typeface="Times New Roman" panose="02020603050405020304" pitchFamily="18" charset="0"/>
              </a:rPr>
              <a:t>？</a:t>
            </a:r>
            <a:endParaRPr lang="en-US" altLang="zh-CN" sz="1800" b="1" dirty="0">
              <a:solidFill>
                <a:srgbClr val="CC3300"/>
              </a:solidFill>
              <a:latin typeface="+mj-ea"/>
              <a:ea typeface="+mj-ea"/>
              <a:cs typeface="Times New Roman" panose="02020603050405020304" pitchFamily="18" charset="0"/>
            </a:endParaRPr>
          </a:p>
        </p:txBody>
      </p:sp>
      <p:sp>
        <p:nvSpPr>
          <p:cNvPr id="3" name="矩形 2">
            <a:extLst>
              <a:ext uri="{FF2B5EF4-FFF2-40B4-BE49-F238E27FC236}">
                <a16:creationId xmlns:a16="http://schemas.microsoft.com/office/drawing/2014/main" id="{C2D06332-4A9D-5C7F-39AB-C6C5DCA84314}"/>
              </a:ext>
            </a:extLst>
          </p:cNvPr>
          <p:cNvSpPr/>
          <p:nvPr/>
        </p:nvSpPr>
        <p:spPr>
          <a:xfrm>
            <a:off x="5640388" y="3041650"/>
            <a:ext cx="3211512" cy="708025"/>
          </a:xfrm>
          <a:prstGeom prst="rect">
            <a:avLst/>
          </a:prstGeom>
        </p:spPr>
        <p:txBody>
          <a:bodyPr>
            <a:spAutoFit/>
          </a:bodyPr>
          <a:lstStyle/>
          <a:p>
            <a:pPr>
              <a:defRPr/>
            </a:pPr>
            <a:r>
              <a:rPr lang="zh-CN" altLang="en-US" sz="2000" dirty="0">
                <a:solidFill>
                  <a:schemeClr val="tx1"/>
                </a:solidFill>
                <a:latin typeface="+mj-ea"/>
                <a:ea typeface="+mj-ea"/>
              </a:rPr>
              <a:t>最优解：使目标函数取得极值的可行解 </a:t>
            </a:r>
          </a:p>
        </p:txBody>
      </p:sp>
      <p:sp>
        <p:nvSpPr>
          <p:cNvPr id="38" name="矩形 37">
            <a:extLst>
              <a:ext uri="{FF2B5EF4-FFF2-40B4-BE49-F238E27FC236}">
                <a16:creationId xmlns:a16="http://schemas.microsoft.com/office/drawing/2014/main" id="{5E7315D0-4B2B-88F0-1F9D-B119CCDC8EB9}"/>
              </a:ext>
            </a:extLst>
          </p:cNvPr>
          <p:cNvSpPr/>
          <p:nvPr/>
        </p:nvSpPr>
        <p:spPr>
          <a:xfrm>
            <a:off x="3775075" y="6305550"/>
            <a:ext cx="6335713" cy="400050"/>
          </a:xfrm>
          <a:prstGeom prst="rect">
            <a:avLst/>
          </a:prstGeom>
        </p:spPr>
        <p:txBody>
          <a:bodyPr>
            <a:spAutoFit/>
          </a:bodyPr>
          <a:lstStyle/>
          <a:p>
            <a:pPr>
              <a:defRPr/>
            </a:pPr>
            <a:r>
              <a:rPr lang="zh-CN" altLang="en-US" sz="2000" dirty="0">
                <a:solidFill>
                  <a:srgbClr val="FF0000"/>
                </a:solidFill>
                <a:latin typeface="+mj-ea"/>
                <a:ea typeface="+mj-ea"/>
              </a:rPr>
              <a:t>可行域内部的点有可能是最优解？</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82307"/>
                                        </p:tgtEl>
                                        <p:attrNameLst>
                                          <p:attrName>style.visibility</p:attrName>
                                        </p:attrNameLst>
                                      </p:cBhvr>
                                      <p:to>
                                        <p:strVal val="visible"/>
                                      </p:to>
                                    </p:set>
                                    <p:animEffect transition="in" filter="box(in)">
                                      <p:cBhvr>
                                        <p:cTn id="7" dur="500"/>
                                        <p:tgtEl>
                                          <p:spTgt spid="182307"/>
                                        </p:tgtEl>
                                      </p:cBhvr>
                                    </p:animEffect>
                                  </p:childTnLst>
                                </p:cTn>
                              </p:par>
                              <p:par>
                                <p:cTn id="8" presetID="18" presetClass="entr" presetSubtype="3"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strips(upRight)">
                                      <p:cBhvr>
                                        <p:cTn id="10" dur="3000"/>
                                        <p:tgtEl>
                                          <p:spTgt spid="2"/>
                                        </p:tgtEl>
                                      </p:cBhvr>
                                    </p:animEffect>
                                  </p:childTnLst>
                                </p:cTn>
                              </p:par>
                            </p:childTnLst>
                          </p:cTn>
                        </p:par>
                        <p:par>
                          <p:cTn id="11" fill="hold" nodeType="afterGroup">
                            <p:stCondLst>
                              <p:cond delay="3000"/>
                            </p:stCondLst>
                            <p:childTnLst>
                              <p:par>
                                <p:cTn id="12" presetID="2" presetClass="entr" presetSubtype="12" fill="hold" nodeType="afterEffect">
                                  <p:stCondLst>
                                    <p:cond delay="0"/>
                                  </p:stCondLst>
                                  <p:childTnLst>
                                    <p:set>
                                      <p:cBhvr>
                                        <p:cTn id="13" dur="1" fill="hold">
                                          <p:stCondLst>
                                            <p:cond delay="0"/>
                                          </p:stCondLst>
                                        </p:cTn>
                                        <p:tgtEl>
                                          <p:spTgt spid="182332"/>
                                        </p:tgtEl>
                                        <p:attrNameLst>
                                          <p:attrName>style.visibility</p:attrName>
                                        </p:attrNameLst>
                                      </p:cBhvr>
                                      <p:to>
                                        <p:strVal val="visible"/>
                                      </p:to>
                                    </p:set>
                                    <p:anim calcmode="lin" valueType="num">
                                      <p:cBhvr additive="base">
                                        <p:cTn id="14" dur="500" fill="hold"/>
                                        <p:tgtEl>
                                          <p:spTgt spid="182332"/>
                                        </p:tgtEl>
                                        <p:attrNameLst>
                                          <p:attrName>ppt_x</p:attrName>
                                        </p:attrNameLst>
                                      </p:cBhvr>
                                      <p:tavLst>
                                        <p:tav tm="0">
                                          <p:val>
                                            <p:strVal val="0-#ppt_w/2"/>
                                          </p:val>
                                        </p:tav>
                                        <p:tav tm="100000">
                                          <p:val>
                                            <p:strVal val="#ppt_x"/>
                                          </p:val>
                                        </p:tav>
                                      </p:tavLst>
                                    </p:anim>
                                    <p:anim calcmode="lin" valueType="num">
                                      <p:cBhvr additive="base">
                                        <p:cTn id="15" dur="500" fill="hold"/>
                                        <p:tgtEl>
                                          <p:spTgt spid="182332"/>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82330"/>
                                        </p:tgtEl>
                                        <p:attrNameLst>
                                          <p:attrName>style.visibility</p:attrName>
                                        </p:attrNameLst>
                                      </p:cBhvr>
                                      <p:to>
                                        <p:strVal val="visible"/>
                                      </p:to>
                                    </p:set>
                                    <p:anim calcmode="lin" valueType="num">
                                      <p:cBhvr additive="base">
                                        <p:cTn id="18" dur="500" fill="hold"/>
                                        <p:tgtEl>
                                          <p:spTgt spid="182330"/>
                                        </p:tgtEl>
                                        <p:attrNameLst>
                                          <p:attrName>ppt_x</p:attrName>
                                        </p:attrNameLst>
                                      </p:cBhvr>
                                      <p:tavLst>
                                        <p:tav tm="0">
                                          <p:val>
                                            <p:strVal val="#ppt_x"/>
                                          </p:val>
                                        </p:tav>
                                        <p:tav tm="100000">
                                          <p:val>
                                            <p:strVal val="#ppt_x"/>
                                          </p:val>
                                        </p:tav>
                                      </p:tavLst>
                                    </p:anim>
                                    <p:anim calcmode="lin" valueType="num">
                                      <p:cBhvr additive="base">
                                        <p:cTn id="19" dur="500" fill="hold"/>
                                        <p:tgtEl>
                                          <p:spTgt spid="182330"/>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2" fill="hold" nodeType="clickEffect">
                                  <p:stCondLst>
                                    <p:cond delay="0"/>
                                  </p:stCondLst>
                                  <p:childTnLst>
                                    <p:set>
                                      <p:cBhvr>
                                        <p:cTn id="23" dur="1" fill="hold">
                                          <p:stCondLst>
                                            <p:cond delay="0"/>
                                          </p:stCondLst>
                                        </p:cTn>
                                        <p:tgtEl>
                                          <p:spTgt spid="182331"/>
                                        </p:tgtEl>
                                        <p:attrNameLst>
                                          <p:attrName>style.visibility</p:attrName>
                                        </p:attrNameLst>
                                      </p:cBhvr>
                                      <p:to>
                                        <p:strVal val="visible"/>
                                      </p:to>
                                    </p:set>
                                    <p:anim calcmode="lin" valueType="num">
                                      <p:cBhvr additive="base">
                                        <p:cTn id="24" dur="500" fill="hold"/>
                                        <p:tgtEl>
                                          <p:spTgt spid="182331"/>
                                        </p:tgtEl>
                                        <p:attrNameLst>
                                          <p:attrName>ppt_x</p:attrName>
                                        </p:attrNameLst>
                                      </p:cBhvr>
                                      <p:tavLst>
                                        <p:tav tm="0">
                                          <p:val>
                                            <p:strVal val="0-#ppt_w/2"/>
                                          </p:val>
                                        </p:tav>
                                        <p:tav tm="100000">
                                          <p:val>
                                            <p:strVal val="#ppt_x"/>
                                          </p:val>
                                        </p:tav>
                                      </p:tavLst>
                                    </p:anim>
                                    <p:anim calcmode="lin" valueType="num">
                                      <p:cBhvr additive="base">
                                        <p:cTn id="25" dur="500" fill="hold"/>
                                        <p:tgtEl>
                                          <p:spTgt spid="182331"/>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82333"/>
                                        </p:tgtEl>
                                        <p:attrNameLst>
                                          <p:attrName>style.visibility</p:attrName>
                                        </p:attrNameLst>
                                      </p:cBhvr>
                                      <p:to>
                                        <p:strVal val="visible"/>
                                      </p:to>
                                    </p:set>
                                    <p:anim calcmode="lin" valueType="num">
                                      <p:cBhvr additive="base">
                                        <p:cTn id="28" dur="500" fill="hold"/>
                                        <p:tgtEl>
                                          <p:spTgt spid="182333"/>
                                        </p:tgtEl>
                                        <p:attrNameLst>
                                          <p:attrName>ppt_x</p:attrName>
                                        </p:attrNameLst>
                                      </p:cBhvr>
                                      <p:tavLst>
                                        <p:tav tm="0">
                                          <p:val>
                                            <p:strVal val="#ppt_x"/>
                                          </p:val>
                                        </p:tav>
                                        <p:tav tm="100000">
                                          <p:val>
                                            <p:strVal val="#ppt_x"/>
                                          </p:val>
                                        </p:tav>
                                      </p:tavLst>
                                    </p:anim>
                                    <p:anim calcmode="lin" valueType="num">
                                      <p:cBhvr additive="base">
                                        <p:cTn id="29" dur="500" fill="hold"/>
                                        <p:tgtEl>
                                          <p:spTgt spid="182333"/>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12" fill="hold" nodeType="clickEffect">
                                  <p:stCondLst>
                                    <p:cond delay="0"/>
                                  </p:stCondLst>
                                  <p:childTnLst>
                                    <p:set>
                                      <p:cBhvr>
                                        <p:cTn id="33" dur="1" fill="hold">
                                          <p:stCondLst>
                                            <p:cond delay="0"/>
                                          </p:stCondLst>
                                        </p:cTn>
                                        <p:tgtEl>
                                          <p:spTgt spid="182334"/>
                                        </p:tgtEl>
                                        <p:attrNameLst>
                                          <p:attrName>style.visibility</p:attrName>
                                        </p:attrNameLst>
                                      </p:cBhvr>
                                      <p:to>
                                        <p:strVal val="visible"/>
                                      </p:to>
                                    </p:set>
                                    <p:anim calcmode="lin" valueType="num">
                                      <p:cBhvr additive="base">
                                        <p:cTn id="34" dur="500" fill="hold"/>
                                        <p:tgtEl>
                                          <p:spTgt spid="182334"/>
                                        </p:tgtEl>
                                        <p:attrNameLst>
                                          <p:attrName>ppt_x</p:attrName>
                                        </p:attrNameLst>
                                      </p:cBhvr>
                                      <p:tavLst>
                                        <p:tav tm="0">
                                          <p:val>
                                            <p:strVal val="0-#ppt_w/2"/>
                                          </p:val>
                                        </p:tav>
                                        <p:tav tm="100000">
                                          <p:val>
                                            <p:strVal val="#ppt_x"/>
                                          </p:val>
                                        </p:tav>
                                      </p:tavLst>
                                    </p:anim>
                                    <p:anim calcmode="lin" valueType="num">
                                      <p:cBhvr additive="base">
                                        <p:cTn id="35" dur="500" fill="hold"/>
                                        <p:tgtEl>
                                          <p:spTgt spid="18233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82335"/>
                                        </p:tgtEl>
                                        <p:attrNameLst>
                                          <p:attrName>style.visibility</p:attrName>
                                        </p:attrNameLst>
                                      </p:cBhvr>
                                      <p:to>
                                        <p:strVal val="visible"/>
                                      </p:to>
                                    </p:set>
                                    <p:anim calcmode="lin" valueType="num">
                                      <p:cBhvr additive="base">
                                        <p:cTn id="38" dur="500" fill="hold"/>
                                        <p:tgtEl>
                                          <p:spTgt spid="182335"/>
                                        </p:tgtEl>
                                        <p:attrNameLst>
                                          <p:attrName>ppt_x</p:attrName>
                                        </p:attrNameLst>
                                      </p:cBhvr>
                                      <p:tavLst>
                                        <p:tav tm="0">
                                          <p:val>
                                            <p:strVal val="#ppt_x"/>
                                          </p:val>
                                        </p:tav>
                                        <p:tav tm="100000">
                                          <p:val>
                                            <p:strVal val="#ppt_x"/>
                                          </p:val>
                                        </p:tav>
                                      </p:tavLst>
                                    </p:anim>
                                    <p:anim calcmode="lin" valueType="num">
                                      <p:cBhvr additive="base">
                                        <p:cTn id="39" dur="500" fill="hold"/>
                                        <p:tgtEl>
                                          <p:spTgt spid="182335"/>
                                        </p:tgtEl>
                                        <p:attrNameLst>
                                          <p:attrName>ppt_y</p:attrName>
                                        </p:attrNameLst>
                                      </p:cBhvr>
                                      <p:tavLst>
                                        <p:tav tm="0">
                                          <p:val>
                                            <p:strVal val="1+#ppt_h/2"/>
                                          </p:val>
                                        </p:tav>
                                        <p:tav tm="100000">
                                          <p:val>
                                            <p:strVal val="#ppt_y"/>
                                          </p:val>
                                        </p:tav>
                                      </p:tavLst>
                                    </p:anim>
                                  </p:childTnLst>
                                </p:cTn>
                              </p:par>
                            </p:childTnLst>
                          </p:cTn>
                        </p:par>
                        <p:par>
                          <p:cTn id="40" fill="hold" nodeType="afterGroup">
                            <p:stCondLst>
                              <p:cond delay="500"/>
                            </p:stCondLst>
                            <p:childTnLst>
                              <p:par>
                                <p:cTn id="41" presetID="11" presetClass="entr" presetSubtype="0" repeatCount="indefinite" fill="hold" grpId="0" nodeType="afterEffect">
                                  <p:stCondLst>
                                    <p:cond delay="0"/>
                                  </p:stCondLst>
                                  <p:childTnLst>
                                    <p:set>
                                      <p:cBhvr>
                                        <p:cTn id="42" dur="1000">
                                          <p:stCondLst>
                                            <p:cond delay="0"/>
                                          </p:stCondLst>
                                        </p:cTn>
                                        <p:tgtEl>
                                          <p:spTgt spid="182329"/>
                                        </p:tgtEl>
                                        <p:attrNameLst>
                                          <p:attrName>style.visibility</p:attrName>
                                        </p:attrNameLst>
                                      </p:cBhvr>
                                      <p:to>
                                        <p:strVal val="visible"/>
                                      </p:to>
                                    </p:set>
                                  </p:childTnLst>
                                  <p:subTnLst>
                                    <p:animClr clrSpc="rgb" dir="cw">
                                      <p:cBhvr override="childStyle">
                                        <p:cTn dur="1" fill="hold" display="0" masterRel="nextClick" afterEffect="1"/>
                                        <p:tgtEl>
                                          <p:spTgt spid="182329"/>
                                        </p:tgtEl>
                                        <p:attrNameLst>
                                          <p:attrName>ppt_c</p:attrName>
                                        </p:attrNameLst>
                                      </p:cBhvr>
                                      <p:to>
                                        <a:srgbClr val="FFFF00"/>
                                      </p:to>
                                    </p:animClr>
                                  </p:subTnLst>
                                </p:cTn>
                              </p:par>
                              <p:par>
                                <p:cTn id="43" presetID="4" presetClass="entr" presetSubtype="16" fill="hold" grpId="0" nodeType="withEffect">
                                  <p:stCondLst>
                                    <p:cond delay="0"/>
                                  </p:stCondLst>
                                  <p:childTnLst>
                                    <p:set>
                                      <p:cBhvr>
                                        <p:cTn id="44" dur="1" fill="hold">
                                          <p:stCondLst>
                                            <p:cond delay="0"/>
                                          </p:stCondLst>
                                        </p:cTn>
                                        <p:tgtEl>
                                          <p:spTgt spid="182326"/>
                                        </p:tgtEl>
                                        <p:attrNameLst>
                                          <p:attrName>style.visibility</p:attrName>
                                        </p:attrNameLst>
                                      </p:cBhvr>
                                      <p:to>
                                        <p:strVal val="visible"/>
                                      </p:to>
                                    </p:set>
                                    <p:animEffect transition="in" filter="box(in)">
                                      <p:cBhvr>
                                        <p:cTn id="45" dur="500"/>
                                        <p:tgtEl>
                                          <p:spTgt spid="18232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12" fill="hold" nodeType="click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additive="base">
                                        <p:cTn id="50" dur="500" fill="hold"/>
                                        <p:tgtEl>
                                          <p:spTgt spid="36"/>
                                        </p:tgtEl>
                                        <p:attrNameLst>
                                          <p:attrName>ppt_x</p:attrName>
                                        </p:attrNameLst>
                                      </p:cBhvr>
                                      <p:tavLst>
                                        <p:tav tm="0">
                                          <p:val>
                                            <p:strVal val="0-#ppt_w/2"/>
                                          </p:val>
                                        </p:tav>
                                        <p:tav tm="100000">
                                          <p:val>
                                            <p:strVal val="#ppt_x"/>
                                          </p:val>
                                        </p:tav>
                                      </p:tavLst>
                                    </p:anim>
                                    <p:anim calcmode="lin" valueType="num">
                                      <p:cBhvr additive="base">
                                        <p:cTn id="51" dur="500" fill="hold"/>
                                        <p:tgtEl>
                                          <p:spTgt spid="36"/>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 calcmode="lin" valueType="num">
                                      <p:cBhvr additive="base">
                                        <p:cTn id="54" dur="500" fill="hold"/>
                                        <p:tgtEl>
                                          <p:spTgt spid="37"/>
                                        </p:tgtEl>
                                        <p:attrNameLst>
                                          <p:attrName>ppt_x</p:attrName>
                                        </p:attrNameLst>
                                      </p:cBhvr>
                                      <p:tavLst>
                                        <p:tav tm="0">
                                          <p:val>
                                            <p:strVal val="#ppt_x"/>
                                          </p:val>
                                        </p:tav>
                                        <p:tav tm="100000">
                                          <p:val>
                                            <p:strVal val="#ppt_x"/>
                                          </p:val>
                                        </p:tav>
                                      </p:tavLst>
                                    </p:anim>
                                    <p:anim calcmode="lin" valueType="num">
                                      <p:cBhvr additive="base">
                                        <p:cTn id="55"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8452"/>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07" grpId="0" animBg="1" autoUpdateAnimBg="0"/>
      <p:bldP spid="182326" grpId="0"/>
      <p:bldP spid="182329" grpId="0" animBg="1"/>
      <p:bldP spid="182330" grpId="0"/>
      <p:bldP spid="182333" grpId="0"/>
      <p:bldP spid="182335" grpId="0"/>
      <p:bldP spid="18452" grpId="0"/>
      <p:bldP spid="37" grpId="0"/>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33">
            <a:extLst>
              <a:ext uri="{FF2B5EF4-FFF2-40B4-BE49-F238E27FC236}">
                <a16:creationId xmlns:a16="http://schemas.microsoft.com/office/drawing/2014/main" id="{F3506B4B-F431-72DA-4C37-293C1C9B9CEF}"/>
              </a:ext>
            </a:extLst>
          </p:cNvPr>
          <p:cNvSpPr txBox="1">
            <a:spLocks noChangeArrowheads="1"/>
          </p:cNvSpPr>
          <p:nvPr/>
        </p:nvSpPr>
        <p:spPr bwMode="auto">
          <a:xfrm>
            <a:off x="1236663" y="1412875"/>
            <a:ext cx="3311525" cy="554038"/>
          </a:xfrm>
          <a:prstGeom prst="rect">
            <a:avLst/>
          </a:prstGeom>
          <a:noFill/>
          <a:ln w="57150" cap="sq" cmpd="thinThick">
            <a:noFill/>
            <a:miter lim="800000"/>
            <a:headEnd type="none" w="sm" len="sm"/>
            <a:tailEnd type="none" w="sm" len="sm"/>
          </a:ln>
        </p:spPr>
        <p:txBody>
          <a:bodyPr>
            <a:spAutoFit/>
          </a:bodyPr>
          <a:lstStyle/>
          <a:p>
            <a:pPr eaLnBrk="1" hangingPunct="1">
              <a:spcBef>
                <a:spcPct val="50000"/>
              </a:spcBef>
              <a:buClr>
                <a:schemeClr val="accent1"/>
              </a:buClr>
              <a:buSzPct val="65000"/>
              <a:buFont typeface="Wingdings" panose="05000000000000000000" pitchFamily="2" charset="2"/>
              <a:buNone/>
              <a:defRPr/>
            </a:pPr>
            <a:r>
              <a:rPr lang="zh-CN" altLang="en-US" dirty="0">
                <a:solidFill>
                  <a:schemeClr val="tx1"/>
                </a:solidFill>
                <a:latin typeface="+mj-ea"/>
                <a:ea typeface="+mj-ea"/>
              </a:rPr>
              <a:t>线性规划解的图示</a:t>
            </a:r>
          </a:p>
        </p:txBody>
      </p:sp>
      <p:sp>
        <p:nvSpPr>
          <p:cNvPr id="22533" name="Rectangle 34">
            <a:extLst>
              <a:ext uri="{FF2B5EF4-FFF2-40B4-BE49-F238E27FC236}">
                <a16:creationId xmlns:a16="http://schemas.microsoft.com/office/drawing/2014/main" id="{5F2E8326-C768-25BF-B16C-39779ACFF41F}"/>
              </a:ext>
            </a:extLst>
          </p:cNvPr>
          <p:cNvSpPr>
            <a:spLocks noChangeArrowheads="1"/>
          </p:cNvSpPr>
          <p:nvPr/>
        </p:nvSpPr>
        <p:spPr bwMode="auto">
          <a:xfrm>
            <a:off x="539750" y="119063"/>
            <a:ext cx="6262688" cy="1143000"/>
          </a:xfrm>
          <a:prstGeom prst="rect">
            <a:avLst/>
          </a:prstGeom>
          <a:noFill/>
          <a:ln w="9525">
            <a:noFill/>
            <a:miter lim="800000"/>
            <a:headEnd/>
            <a:tailEnd/>
          </a:ln>
        </p:spPr>
        <p:txBody>
          <a:bodyPr anchor="ctr"/>
          <a:lstStyle/>
          <a:p>
            <a:pPr eaLnBrk="1" hangingPunct="1">
              <a:spcBef>
                <a:spcPct val="20000"/>
              </a:spcBef>
              <a:buClr>
                <a:schemeClr val="accent1"/>
              </a:buClr>
              <a:buSzPct val="65000"/>
              <a:buFont typeface="Wingdings" panose="05000000000000000000" pitchFamily="2" charset="2"/>
              <a:buNone/>
              <a:defRPr/>
            </a:pPr>
            <a:r>
              <a:rPr lang="zh-CN" altLang="en-US" sz="4000" dirty="0">
                <a:solidFill>
                  <a:srgbClr val="006600"/>
                </a:solidFill>
                <a:latin typeface="+mj-ea"/>
                <a:ea typeface="+mj-ea"/>
              </a:rPr>
              <a:t>线性规划模型</a:t>
            </a:r>
          </a:p>
        </p:txBody>
      </p:sp>
      <p:sp>
        <p:nvSpPr>
          <p:cNvPr id="182307" name="Text Box 35">
            <a:extLst>
              <a:ext uri="{FF2B5EF4-FFF2-40B4-BE49-F238E27FC236}">
                <a16:creationId xmlns:a16="http://schemas.microsoft.com/office/drawing/2014/main" id="{2E66A925-6C97-EFD1-63CF-0DE1385932B8}"/>
              </a:ext>
            </a:extLst>
          </p:cNvPr>
          <p:cNvSpPr txBox="1">
            <a:spLocks noChangeArrowheads="1"/>
          </p:cNvSpPr>
          <p:nvPr/>
        </p:nvSpPr>
        <p:spPr bwMode="auto">
          <a:xfrm>
            <a:off x="5772150" y="427038"/>
            <a:ext cx="2663825" cy="182086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max  z = 5</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+3</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s.t.    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≤40</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         </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≤50 </a:t>
            </a:r>
          </a:p>
          <a:p>
            <a:pPr eaLnBrk="1" hangingPunct="1">
              <a:lnSpc>
                <a:spcPct val="80000"/>
              </a:lnSpc>
              <a:spcBef>
                <a:spcPct val="50000"/>
              </a:spcBef>
              <a:buFont typeface="Wingdings" panose="05000000000000000000" pitchFamily="2" charset="2"/>
              <a:buNone/>
              <a:defRPr/>
            </a:pPr>
            <a:r>
              <a:rPr lang="en-US" altLang="zh-CN" sz="2400" i="1">
                <a:latin typeface="+mj-ea"/>
                <a:ea typeface="+mj-ea"/>
                <a:cs typeface="Times New Roman" panose="02020603050405020304" pitchFamily="18" charset="0"/>
              </a:rPr>
              <a:t>         x</a:t>
            </a:r>
            <a:r>
              <a:rPr lang="en-US" altLang="zh-CN" sz="2400" baseline="-25000">
                <a:latin typeface="+mj-ea"/>
                <a:ea typeface="+mj-ea"/>
                <a:cs typeface="Times New Roman" panose="02020603050405020304" pitchFamily="18" charset="0"/>
              </a:rPr>
              <a:t>1</a:t>
            </a:r>
            <a:r>
              <a:rPr lang="zh-CN" altLang="en-US"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≥0</a:t>
            </a:r>
          </a:p>
        </p:txBody>
      </p:sp>
      <p:grpSp>
        <p:nvGrpSpPr>
          <p:cNvPr id="2" name="Group 36">
            <a:extLst>
              <a:ext uri="{FF2B5EF4-FFF2-40B4-BE49-F238E27FC236}">
                <a16:creationId xmlns:a16="http://schemas.microsoft.com/office/drawing/2014/main" id="{29F74C0C-B51B-953D-856E-2340BBD38E1A}"/>
              </a:ext>
            </a:extLst>
          </p:cNvPr>
          <p:cNvGrpSpPr>
            <a:grpSpLocks/>
          </p:cNvGrpSpPr>
          <p:nvPr/>
        </p:nvGrpSpPr>
        <p:grpSpPr bwMode="auto">
          <a:xfrm>
            <a:off x="1529036" y="3628926"/>
            <a:ext cx="2022475" cy="1512888"/>
            <a:chOff x="454" y="2160"/>
            <a:chExt cx="1274" cy="953"/>
          </a:xfrm>
          <a:solidFill>
            <a:schemeClr val="accent1"/>
          </a:solidFill>
        </p:grpSpPr>
        <p:sp>
          <p:nvSpPr>
            <p:cNvPr id="22560" name="AutoShape 37">
              <a:extLst>
                <a:ext uri="{FF2B5EF4-FFF2-40B4-BE49-F238E27FC236}">
                  <a16:creationId xmlns:a16="http://schemas.microsoft.com/office/drawing/2014/main" id="{57735329-ABB4-710A-7AAE-A0AEC62A2338}"/>
                </a:ext>
              </a:extLst>
            </p:cNvPr>
            <p:cNvSpPr>
              <a:spLocks noChangeArrowheads="1"/>
            </p:cNvSpPr>
            <p:nvPr/>
          </p:nvSpPr>
          <p:spPr bwMode="auto">
            <a:xfrm>
              <a:off x="567" y="2160"/>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1" name="AutoShape 38">
              <a:extLst>
                <a:ext uri="{FF2B5EF4-FFF2-40B4-BE49-F238E27FC236}">
                  <a16:creationId xmlns:a16="http://schemas.microsoft.com/office/drawing/2014/main" id="{FF13E017-12C0-BF2A-54D4-30E641425D0E}"/>
                </a:ext>
              </a:extLst>
            </p:cNvPr>
            <p:cNvSpPr>
              <a:spLocks noChangeArrowheads="1"/>
            </p:cNvSpPr>
            <p:nvPr/>
          </p:nvSpPr>
          <p:spPr bwMode="auto">
            <a:xfrm rot="2564613">
              <a:off x="454" y="2406"/>
              <a:ext cx="1274" cy="264"/>
            </a:xfrm>
            <a:prstGeom prst="triangle">
              <a:avLst>
                <a:gd name="adj" fmla="val 50051"/>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2" name="Rectangle 39">
              <a:extLst>
                <a:ext uri="{FF2B5EF4-FFF2-40B4-BE49-F238E27FC236}">
                  <a16:creationId xmlns:a16="http://schemas.microsoft.com/office/drawing/2014/main" id="{FA782797-2CBF-2B62-8E65-B5A89095834E}"/>
                </a:ext>
              </a:extLst>
            </p:cNvPr>
            <p:cNvSpPr>
              <a:spLocks noChangeArrowheads="1"/>
            </p:cNvSpPr>
            <p:nvPr/>
          </p:nvSpPr>
          <p:spPr bwMode="auto">
            <a:xfrm rot="19620138">
              <a:off x="1092" y="2646"/>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grpSp>
      <p:sp>
        <p:nvSpPr>
          <p:cNvPr id="18439" name="Line 40">
            <a:extLst>
              <a:ext uri="{FF2B5EF4-FFF2-40B4-BE49-F238E27FC236}">
                <a16:creationId xmlns:a16="http://schemas.microsoft.com/office/drawing/2014/main" id="{C178B3E7-279F-72F7-3F5F-6E42BA19AF19}"/>
              </a:ext>
            </a:extLst>
          </p:cNvPr>
          <p:cNvSpPr>
            <a:spLocks noChangeShapeType="1"/>
          </p:cNvSpPr>
          <p:nvPr/>
        </p:nvSpPr>
        <p:spPr bwMode="auto">
          <a:xfrm>
            <a:off x="1709738" y="3629025"/>
            <a:ext cx="0" cy="151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3559" name="Group 41">
            <a:extLst>
              <a:ext uri="{FF2B5EF4-FFF2-40B4-BE49-F238E27FC236}">
                <a16:creationId xmlns:a16="http://schemas.microsoft.com/office/drawing/2014/main" id="{4AA109B3-E34C-5B25-4115-0C72981A0E36}"/>
              </a:ext>
            </a:extLst>
          </p:cNvPr>
          <p:cNvGrpSpPr>
            <a:grpSpLocks/>
          </p:cNvGrpSpPr>
          <p:nvPr/>
        </p:nvGrpSpPr>
        <p:grpSpPr bwMode="auto">
          <a:xfrm>
            <a:off x="1420813" y="1966913"/>
            <a:ext cx="4219575" cy="3535362"/>
            <a:chOff x="390" y="1113"/>
            <a:chExt cx="2658" cy="2227"/>
          </a:xfrm>
        </p:grpSpPr>
        <p:sp>
          <p:nvSpPr>
            <p:cNvPr id="18456" name="Line 42">
              <a:extLst>
                <a:ext uri="{FF2B5EF4-FFF2-40B4-BE49-F238E27FC236}">
                  <a16:creationId xmlns:a16="http://schemas.microsoft.com/office/drawing/2014/main" id="{64984EFB-85E9-49B4-AC9C-2C7F69195E9E}"/>
                </a:ext>
              </a:extLst>
            </p:cNvPr>
            <p:cNvSpPr>
              <a:spLocks noChangeShapeType="1"/>
            </p:cNvSpPr>
            <p:nvPr/>
          </p:nvSpPr>
          <p:spPr bwMode="auto">
            <a:xfrm rot="-254299">
              <a:off x="567" y="2096"/>
              <a:ext cx="1996" cy="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57" name="Rectangle 43">
              <a:extLst>
                <a:ext uri="{FF2B5EF4-FFF2-40B4-BE49-F238E27FC236}">
                  <a16:creationId xmlns:a16="http://schemas.microsoft.com/office/drawing/2014/main" id="{4E8AB064-E691-68D8-A8F5-B051C320E93F}"/>
                </a:ext>
              </a:extLst>
            </p:cNvPr>
            <p:cNvSpPr>
              <a:spLocks noChangeArrowheads="1"/>
            </p:cNvSpPr>
            <p:nvPr/>
          </p:nvSpPr>
          <p:spPr bwMode="auto">
            <a:xfrm>
              <a:off x="832" y="1625"/>
              <a:ext cx="95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2x</a:t>
              </a:r>
              <a:r>
                <a:rPr lang="en-US" altLang="zh-CN" sz="1600" b="1" baseline="-25000">
                  <a:latin typeface="+mj-ea"/>
                  <a:ea typeface="+mj-ea"/>
                  <a:cs typeface="Times New Roman" panose="02020603050405020304" pitchFamily="18" charset="0"/>
                </a:rPr>
                <a:t>1 </a:t>
              </a:r>
              <a:r>
                <a:rPr lang="en-US" altLang="zh-CN" sz="1600" b="1">
                  <a:latin typeface="+mj-ea"/>
                  <a:ea typeface="+mj-ea"/>
                  <a:cs typeface="Times New Roman" panose="02020603050405020304" pitchFamily="18" charset="0"/>
                </a:rPr>
                <a:t>+ 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40</a:t>
              </a:r>
            </a:p>
          </p:txBody>
        </p:sp>
        <p:sp>
          <p:nvSpPr>
            <p:cNvPr id="18458" name="Rectangle 44">
              <a:extLst>
                <a:ext uri="{FF2B5EF4-FFF2-40B4-BE49-F238E27FC236}">
                  <a16:creationId xmlns:a16="http://schemas.microsoft.com/office/drawing/2014/main" id="{BC6DCF12-A098-30E0-9FE7-4C2AB4C909CC}"/>
                </a:ext>
              </a:extLst>
            </p:cNvPr>
            <p:cNvSpPr>
              <a:spLocks noChangeArrowheads="1"/>
            </p:cNvSpPr>
            <p:nvPr/>
          </p:nvSpPr>
          <p:spPr bwMode="auto">
            <a:xfrm>
              <a:off x="1807" y="2579"/>
              <a:ext cx="96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r>
                <a:rPr lang="en-US" altLang="zh-CN" sz="1600" b="1">
                  <a:latin typeface="+mj-ea"/>
                  <a:ea typeface="+mj-ea"/>
                  <a:cs typeface="Times New Roman" panose="02020603050405020304" pitchFamily="18" charset="0"/>
                </a:rPr>
                <a:t> + 2x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50</a:t>
              </a:r>
            </a:p>
          </p:txBody>
        </p:sp>
        <p:sp>
          <p:nvSpPr>
            <p:cNvPr id="18459" name="Line 45">
              <a:extLst>
                <a:ext uri="{FF2B5EF4-FFF2-40B4-BE49-F238E27FC236}">
                  <a16:creationId xmlns:a16="http://schemas.microsoft.com/office/drawing/2014/main" id="{E5202463-20EF-E5C4-93B0-58ADB9676975}"/>
                </a:ext>
              </a:extLst>
            </p:cNvPr>
            <p:cNvSpPr>
              <a:spLocks noChangeShapeType="1"/>
            </p:cNvSpPr>
            <p:nvPr/>
          </p:nvSpPr>
          <p:spPr bwMode="auto">
            <a:xfrm rot="467737">
              <a:off x="420" y="1237"/>
              <a:ext cx="1225" cy="18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3580" name="Group 46">
              <a:extLst>
                <a:ext uri="{FF2B5EF4-FFF2-40B4-BE49-F238E27FC236}">
                  <a16:creationId xmlns:a16="http://schemas.microsoft.com/office/drawing/2014/main" id="{A92065CB-AC9B-730B-1A7A-0841403D7986}"/>
                </a:ext>
              </a:extLst>
            </p:cNvPr>
            <p:cNvGrpSpPr>
              <a:grpSpLocks/>
            </p:cNvGrpSpPr>
            <p:nvPr/>
          </p:nvGrpSpPr>
          <p:grpSpPr bwMode="auto">
            <a:xfrm>
              <a:off x="390" y="1113"/>
              <a:ext cx="2658" cy="2227"/>
              <a:chOff x="521" y="1158"/>
              <a:chExt cx="2658" cy="2227"/>
            </a:xfrm>
          </p:grpSpPr>
          <p:sp>
            <p:nvSpPr>
              <p:cNvPr id="18461" name="Line 47">
                <a:extLst>
                  <a:ext uri="{FF2B5EF4-FFF2-40B4-BE49-F238E27FC236}">
                    <a16:creationId xmlns:a16="http://schemas.microsoft.com/office/drawing/2014/main" id="{905A255E-62B0-1058-D419-5B2B7C9678A8}"/>
                  </a:ext>
                </a:extLst>
              </p:cNvPr>
              <p:cNvSpPr>
                <a:spLocks noChangeShapeType="1"/>
              </p:cNvSpPr>
              <p:nvPr/>
            </p:nvSpPr>
            <p:spPr bwMode="auto">
              <a:xfrm>
                <a:off x="521"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23582" name="Group 48">
                <a:extLst>
                  <a:ext uri="{FF2B5EF4-FFF2-40B4-BE49-F238E27FC236}">
                    <a16:creationId xmlns:a16="http://schemas.microsoft.com/office/drawing/2014/main" id="{8A72CD6D-2C94-002F-08A8-321C0C9D96FA}"/>
                  </a:ext>
                </a:extLst>
              </p:cNvPr>
              <p:cNvGrpSpPr>
                <a:grpSpLocks/>
              </p:cNvGrpSpPr>
              <p:nvPr/>
            </p:nvGrpSpPr>
            <p:grpSpPr bwMode="auto">
              <a:xfrm>
                <a:off x="703" y="1158"/>
                <a:ext cx="2476" cy="2227"/>
                <a:chOff x="703" y="1158"/>
                <a:chExt cx="2476" cy="2227"/>
              </a:xfrm>
            </p:grpSpPr>
            <p:sp>
              <p:nvSpPr>
                <p:cNvPr id="18463" name="Line 49">
                  <a:extLst>
                    <a:ext uri="{FF2B5EF4-FFF2-40B4-BE49-F238E27FC236}">
                      <a16:creationId xmlns:a16="http://schemas.microsoft.com/office/drawing/2014/main" id="{C4DA288B-FC25-E0A7-46F6-F80D2EEF3099}"/>
                    </a:ext>
                  </a:extLst>
                </p:cNvPr>
                <p:cNvSpPr>
                  <a:spLocks noChangeShapeType="1"/>
                </p:cNvSpPr>
                <p:nvPr/>
              </p:nvSpPr>
              <p:spPr bwMode="auto">
                <a:xfrm flipV="1">
                  <a:off x="703" y="1158"/>
                  <a:ext cx="13" cy="222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64" name="Rectangle 50">
                  <a:extLst>
                    <a:ext uri="{FF2B5EF4-FFF2-40B4-BE49-F238E27FC236}">
                      <a16:creationId xmlns:a16="http://schemas.microsoft.com/office/drawing/2014/main" id="{A80BF621-5CA6-5450-C296-F53726B4E668}"/>
                    </a:ext>
                  </a:extLst>
                </p:cNvPr>
                <p:cNvSpPr>
                  <a:spLocks noChangeArrowheads="1"/>
                </p:cNvSpPr>
                <p:nvPr/>
              </p:nvSpPr>
              <p:spPr bwMode="auto">
                <a:xfrm>
                  <a:off x="2880" y="3037"/>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p>
              </p:txBody>
            </p:sp>
            <p:sp>
              <p:nvSpPr>
                <p:cNvPr id="18465" name="Rectangle 51">
                  <a:extLst>
                    <a:ext uri="{FF2B5EF4-FFF2-40B4-BE49-F238E27FC236}">
                      <a16:creationId xmlns:a16="http://schemas.microsoft.com/office/drawing/2014/main" id="{E4E259D9-B4FD-157B-1BF3-7B457868A929}"/>
                    </a:ext>
                  </a:extLst>
                </p:cNvPr>
                <p:cNvSpPr>
                  <a:spLocks noChangeArrowheads="1"/>
                </p:cNvSpPr>
                <p:nvPr/>
              </p:nvSpPr>
              <p:spPr bwMode="auto">
                <a:xfrm>
                  <a:off x="793" y="1298"/>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2</a:t>
                  </a:r>
                </a:p>
              </p:txBody>
            </p:sp>
          </p:grpSp>
        </p:grpSp>
      </p:grpSp>
      <p:sp>
        <p:nvSpPr>
          <p:cNvPr id="18441" name="Text Box 52">
            <a:extLst>
              <a:ext uri="{FF2B5EF4-FFF2-40B4-BE49-F238E27FC236}">
                <a16:creationId xmlns:a16="http://schemas.microsoft.com/office/drawing/2014/main" id="{5C22F576-639D-B14E-6EB9-9FFFDC9737A7}"/>
              </a:ext>
            </a:extLst>
          </p:cNvPr>
          <p:cNvSpPr txBox="1">
            <a:spLocks noChangeArrowheads="1"/>
          </p:cNvSpPr>
          <p:nvPr/>
        </p:nvSpPr>
        <p:spPr bwMode="auto">
          <a:xfrm>
            <a:off x="1420813" y="50704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latin typeface="+mj-ea"/>
                <a:ea typeface="+mj-ea"/>
                <a:cs typeface="Times New Roman" panose="02020603050405020304" pitchFamily="18" charset="0"/>
              </a:rPr>
              <a:t>a</a:t>
            </a:r>
          </a:p>
        </p:txBody>
      </p:sp>
      <p:sp>
        <p:nvSpPr>
          <p:cNvPr id="18442" name="Text Box 53">
            <a:extLst>
              <a:ext uri="{FF2B5EF4-FFF2-40B4-BE49-F238E27FC236}">
                <a16:creationId xmlns:a16="http://schemas.microsoft.com/office/drawing/2014/main" id="{7B83EF59-DE86-7C58-DD69-ADA8A43FC26E}"/>
              </a:ext>
            </a:extLst>
          </p:cNvPr>
          <p:cNvSpPr txBox="1">
            <a:spLocks noChangeArrowheads="1"/>
          </p:cNvSpPr>
          <p:nvPr/>
        </p:nvSpPr>
        <p:spPr bwMode="auto">
          <a:xfrm>
            <a:off x="2936875" y="5175250"/>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2000" b="1">
                <a:latin typeface="+mj-ea"/>
                <a:ea typeface="+mj-ea"/>
                <a:cs typeface="Times New Roman" panose="02020603050405020304" pitchFamily="18" charset="0"/>
              </a:rPr>
              <a:t>20</a:t>
            </a:r>
          </a:p>
        </p:txBody>
      </p:sp>
      <p:sp>
        <p:nvSpPr>
          <p:cNvPr id="182326" name="Text Box 54">
            <a:extLst>
              <a:ext uri="{FF2B5EF4-FFF2-40B4-BE49-F238E27FC236}">
                <a16:creationId xmlns:a16="http://schemas.microsoft.com/office/drawing/2014/main" id="{14221A5B-0F55-0CBA-13D6-E2038AE625E8}"/>
              </a:ext>
            </a:extLst>
          </p:cNvPr>
          <p:cNvSpPr txBox="1">
            <a:spLocks noChangeArrowheads="1"/>
          </p:cNvSpPr>
          <p:nvPr/>
        </p:nvSpPr>
        <p:spPr bwMode="auto">
          <a:xfrm>
            <a:off x="2709863" y="3846513"/>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r>
              <a:rPr lang="en-US" altLang="zh-CN" sz="1600" b="1">
                <a:latin typeface="+mj-ea"/>
                <a:ea typeface="+mj-ea"/>
                <a:cs typeface="Times New Roman" panose="02020603050405020304" pitchFamily="18" charset="0"/>
              </a:rPr>
              <a:t>=10,x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=20</a:t>
            </a:r>
          </a:p>
        </p:txBody>
      </p:sp>
      <p:sp>
        <p:nvSpPr>
          <p:cNvPr id="18444" name="Text Box 55">
            <a:extLst>
              <a:ext uri="{FF2B5EF4-FFF2-40B4-BE49-F238E27FC236}">
                <a16:creationId xmlns:a16="http://schemas.microsoft.com/office/drawing/2014/main" id="{8823E60A-B2FA-8054-063C-2B948A898DDE}"/>
              </a:ext>
            </a:extLst>
          </p:cNvPr>
          <p:cNvSpPr txBox="1">
            <a:spLocks noChangeArrowheads="1"/>
          </p:cNvSpPr>
          <p:nvPr/>
        </p:nvSpPr>
        <p:spPr bwMode="auto">
          <a:xfrm>
            <a:off x="1277938" y="3557588"/>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latin typeface="+mj-ea"/>
                <a:ea typeface="+mj-ea"/>
                <a:cs typeface="Times New Roman" panose="02020603050405020304" pitchFamily="18" charset="0"/>
              </a:rPr>
              <a:t>25</a:t>
            </a:r>
          </a:p>
        </p:txBody>
      </p:sp>
      <p:sp>
        <p:nvSpPr>
          <p:cNvPr id="182329" name="Oval 57">
            <a:extLst>
              <a:ext uri="{FF2B5EF4-FFF2-40B4-BE49-F238E27FC236}">
                <a16:creationId xmlns:a16="http://schemas.microsoft.com/office/drawing/2014/main" id="{9F9D649F-7187-B148-E8E5-9FE590AB511B}"/>
              </a:ext>
            </a:extLst>
          </p:cNvPr>
          <p:cNvSpPr>
            <a:spLocks noChangeArrowheads="1"/>
          </p:cNvSpPr>
          <p:nvPr/>
        </p:nvSpPr>
        <p:spPr bwMode="auto">
          <a:xfrm>
            <a:off x="2646363" y="4062413"/>
            <a:ext cx="71437" cy="71437"/>
          </a:xfrm>
          <a:prstGeom prst="ellipse">
            <a:avLst/>
          </a:prstGeom>
          <a:solidFill>
            <a:srgbClr val="FFFF00"/>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endParaRPr lang="zh-CN" altLang="en-US">
              <a:solidFill>
                <a:srgbClr val="000066"/>
              </a:solidFill>
              <a:latin typeface="+mj-ea"/>
              <a:ea typeface="+mj-ea"/>
              <a:cs typeface="Times New Roman" panose="02020603050405020304" pitchFamily="18" charset="0"/>
            </a:endParaRPr>
          </a:p>
        </p:txBody>
      </p:sp>
      <p:sp>
        <p:nvSpPr>
          <p:cNvPr id="182330" name="Text Box 58">
            <a:extLst>
              <a:ext uri="{FF2B5EF4-FFF2-40B4-BE49-F238E27FC236}">
                <a16:creationId xmlns:a16="http://schemas.microsoft.com/office/drawing/2014/main" id="{0F04BC79-E22C-10F6-A2DE-95114AE36113}"/>
              </a:ext>
            </a:extLst>
          </p:cNvPr>
          <p:cNvSpPr txBox="1">
            <a:spLocks noChangeArrowheads="1"/>
          </p:cNvSpPr>
          <p:nvPr/>
        </p:nvSpPr>
        <p:spPr bwMode="auto">
          <a:xfrm>
            <a:off x="1644650" y="5700713"/>
            <a:ext cx="684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z=0</a:t>
            </a:r>
          </a:p>
        </p:txBody>
      </p:sp>
      <p:sp>
        <p:nvSpPr>
          <p:cNvPr id="182331" name="Line 59">
            <a:extLst>
              <a:ext uri="{FF2B5EF4-FFF2-40B4-BE49-F238E27FC236}">
                <a16:creationId xmlns:a16="http://schemas.microsoft.com/office/drawing/2014/main" id="{9DBC097E-AA13-1532-53B5-B66C48DCBCA0}"/>
              </a:ext>
            </a:extLst>
          </p:cNvPr>
          <p:cNvSpPr>
            <a:spLocks noChangeShapeType="1"/>
          </p:cNvSpPr>
          <p:nvPr/>
        </p:nvSpPr>
        <p:spPr bwMode="auto">
          <a:xfrm>
            <a:off x="1528763" y="3881438"/>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2" name="Line 60">
            <a:extLst>
              <a:ext uri="{FF2B5EF4-FFF2-40B4-BE49-F238E27FC236}">
                <a16:creationId xmlns:a16="http://schemas.microsoft.com/office/drawing/2014/main" id="{FA19E3DE-EE90-F1C3-2572-69179310FA63}"/>
              </a:ext>
            </a:extLst>
          </p:cNvPr>
          <p:cNvSpPr>
            <a:spLocks noChangeShapeType="1"/>
          </p:cNvSpPr>
          <p:nvPr/>
        </p:nvSpPr>
        <p:spPr bwMode="auto">
          <a:xfrm>
            <a:off x="1025525" y="4133850"/>
            <a:ext cx="1223963"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3" name="Text Box 61">
            <a:extLst>
              <a:ext uri="{FF2B5EF4-FFF2-40B4-BE49-F238E27FC236}">
                <a16:creationId xmlns:a16="http://schemas.microsoft.com/office/drawing/2014/main" id="{8CDBB5AC-D6D4-8244-7F17-2B64C048A2AB}"/>
              </a:ext>
            </a:extLst>
          </p:cNvPr>
          <p:cNvSpPr txBox="1">
            <a:spLocks noChangeArrowheads="1"/>
          </p:cNvSpPr>
          <p:nvPr/>
        </p:nvSpPr>
        <p:spPr bwMode="auto">
          <a:xfrm>
            <a:off x="2393950" y="5627688"/>
            <a:ext cx="900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z=50</a:t>
            </a:r>
          </a:p>
        </p:txBody>
      </p:sp>
      <p:sp>
        <p:nvSpPr>
          <p:cNvPr id="182334" name="Line 62">
            <a:extLst>
              <a:ext uri="{FF2B5EF4-FFF2-40B4-BE49-F238E27FC236}">
                <a16:creationId xmlns:a16="http://schemas.microsoft.com/office/drawing/2014/main" id="{13A54921-B9A7-0E37-01B2-1259B46429AF}"/>
              </a:ext>
            </a:extLst>
          </p:cNvPr>
          <p:cNvSpPr>
            <a:spLocks noChangeShapeType="1"/>
          </p:cNvSpPr>
          <p:nvPr/>
        </p:nvSpPr>
        <p:spPr bwMode="auto">
          <a:xfrm>
            <a:off x="2249488" y="3484563"/>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5" name="Text Box 63">
            <a:extLst>
              <a:ext uri="{FF2B5EF4-FFF2-40B4-BE49-F238E27FC236}">
                <a16:creationId xmlns:a16="http://schemas.microsoft.com/office/drawing/2014/main" id="{92038798-092D-0E81-E072-38230D600799}"/>
              </a:ext>
            </a:extLst>
          </p:cNvPr>
          <p:cNvSpPr txBox="1">
            <a:spLocks noChangeArrowheads="1"/>
          </p:cNvSpPr>
          <p:nvPr/>
        </p:nvSpPr>
        <p:spPr bwMode="auto">
          <a:xfrm>
            <a:off x="3294063" y="5176838"/>
            <a:ext cx="9001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z=110</a:t>
            </a:r>
          </a:p>
        </p:txBody>
      </p:sp>
      <p:sp>
        <p:nvSpPr>
          <p:cNvPr id="18452" name="矩形 2">
            <a:extLst>
              <a:ext uri="{FF2B5EF4-FFF2-40B4-BE49-F238E27FC236}">
                <a16:creationId xmlns:a16="http://schemas.microsoft.com/office/drawing/2014/main" id="{C54BE5CC-3AFB-7E19-3C34-9625B0C0CB06}"/>
              </a:ext>
            </a:extLst>
          </p:cNvPr>
          <p:cNvSpPr>
            <a:spLocks noChangeArrowheads="1"/>
          </p:cNvSpPr>
          <p:nvPr/>
        </p:nvSpPr>
        <p:spPr bwMode="auto">
          <a:xfrm>
            <a:off x="6750050" y="4657725"/>
            <a:ext cx="23685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600" b="1" dirty="0">
                <a:solidFill>
                  <a:srgbClr val="FF0000"/>
                </a:solidFill>
                <a:latin typeface="+mj-ea"/>
                <a:ea typeface="+mj-ea"/>
              </a:rPr>
              <a:t>最优解</a:t>
            </a:r>
            <a:r>
              <a:rPr lang="en-US" altLang="zh-CN" sz="2600" b="1" dirty="0">
                <a:solidFill>
                  <a:schemeClr val="tx1"/>
                </a:solidFill>
                <a:latin typeface="+mj-ea"/>
                <a:ea typeface="+mj-ea"/>
              </a:rPr>
              <a:t>(10,20)</a:t>
            </a:r>
          </a:p>
          <a:p>
            <a:pPr>
              <a:defRPr/>
            </a:pPr>
            <a:endParaRPr lang="en-US" altLang="zh-CN" sz="2600" b="1" dirty="0">
              <a:solidFill>
                <a:schemeClr val="tx1"/>
              </a:solidFill>
              <a:latin typeface="+mj-ea"/>
              <a:ea typeface="+mj-ea"/>
            </a:endParaRPr>
          </a:p>
          <a:p>
            <a:pPr>
              <a:defRPr/>
            </a:pPr>
            <a:r>
              <a:rPr lang="zh-CN" altLang="en-US" sz="2600" b="1" dirty="0">
                <a:solidFill>
                  <a:schemeClr val="tx1"/>
                </a:solidFill>
                <a:latin typeface="+mj-ea"/>
                <a:ea typeface="+mj-ea"/>
              </a:rPr>
              <a:t>最优值</a:t>
            </a:r>
            <a:r>
              <a:rPr lang="en-US" altLang="zh-CN" sz="2600" b="1" dirty="0">
                <a:solidFill>
                  <a:schemeClr val="tx1"/>
                </a:solidFill>
                <a:latin typeface="+mj-ea"/>
                <a:ea typeface="+mj-ea"/>
              </a:rPr>
              <a:t>110</a:t>
            </a:r>
            <a:endParaRPr lang="zh-CN" altLang="en-US" sz="2600" dirty="0">
              <a:solidFill>
                <a:schemeClr val="tx1"/>
              </a:solidFill>
              <a:latin typeface="+mj-ea"/>
              <a:ea typeface="+mj-ea"/>
            </a:endParaRPr>
          </a:p>
        </p:txBody>
      </p:sp>
      <p:sp>
        <p:nvSpPr>
          <p:cNvPr id="36" name="Line 62">
            <a:extLst>
              <a:ext uri="{FF2B5EF4-FFF2-40B4-BE49-F238E27FC236}">
                <a16:creationId xmlns:a16="http://schemas.microsoft.com/office/drawing/2014/main" id="{A5267C54-9980-1695-579D-8629AFF50283}"/>
              </a:ext>
            </a:extLst>
          </p:cNvPr>
          <p:cNvSpPr>
            <a:spLocks noChangeShapeType="1"/>
          </p:cNvSpPr>
          <p:nvPr/>
        </p:nvSpPr>
        <p:spPr bwMode="auto">
          <a:xfrm>
            <a:off x="3481388" y="2432050"/>
            <a:ext cx="1909762" cy="2817813"/>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37" name="Text Box 63">
            <a:extLst>
              <a:ext uri="{FF2B5EF4-FFF2-40B4-BE49-F238E27FC236}">
                <a16:creationId xmlns:a16="http://schemas.microsoft.com/office/drawing/2014/main" id="{3F78F520-A148-CF79-40FC-C07F3CFBC7AE}"/>
              </a:ext>
            </a:extLst>
          </p:cNvPr>
          <p:cNvSpPr txBox="1">
            <a:spLocks noChangeArrowheads="1"/>
          </p:cNvSpPr>
          <p:nvPr/>
        </p:nvSpPr>
        <p:spPr bwMode="auto">
          <a:xfrm>
            <a:off x="5019675" y="5314950"/>
            <a:ext cx="1268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dirty="0">
                <a:solidFill>
                  <a:srgbClr val="CC3300"/>
                </a:solidFill>
                <a:latin typeface="+mj-ea"/>
                <a:ea typeface="+mj-ea"/>
                <a:cs typeface="Times New Roman" panose="02020603050405020304" pitchFamily="18" charset="0"/>
              </a:rPr>
              <a:t>higher</a:t>
            </a:r>
            <a:r>
              <a:rPr lang="zh-CN" altLang="en-US" sz="1800" b="1" dirty="0">
                <a:solidFill>
                  <a:srgbClr val="CC3300"/>
                </a:solidFill>
                <a:latin typeface="+mj-ea"/>
                <a:ea typeface="+mj-ea"/>
                <a:cs typeface="Times New Roman" panose="02020603050405020304" pitchFamily="18" charset="0"/>
              </a:rPr>
              <a:t>？</a:t>
            </a:r>
            <a:endParaRPr lang="en-US" altLang="zh-CN" sz="1800" b="1" dirty="0">
              <a:solidFill>
                <a:srgbClr val="CC3300"/>
              </a:solidFill>
              <a:latin typeface="+mj-ea"/>
              <a:ea typeface="+mj-ea"/>
              <a:cs typeface="Times New Roman" panose="02020603050405020304" pitchFamily="18" charset="0"/>
            </a:endParaRPr>
          </a:p>
        </p:txBody>
      </p:sp>
      <p:sp>
        <p:nvSpPr>
          <p:cNvPr id="39" name="矩形 38">
            <a:extLst>
              <a:ext uri="{FF2B5EF4-FFF2-40B4-BE49-F238E27FC236}">
                <a16:creationId xmlns:a16="http://schemas.microsoft.com/office/drawing/2014/main" id="{08A15A63-FEC5-3223-B438-DA53E2B3FB76}"/>
              </a:ext>
            </a:extLst>
          </p:cNvPr>
          <p:cNvSpPr>
            <a:spLocks noChangeArrowheads="1"/>
          </p:cNvSpPr>
          <p:nvPr/>
        </p:nvSpPr>
        <p:spPr bwMode="auto">
          <a:xfrm>
            <a:off x="1206500" y="6327775"/>
            <a:ext cx="7110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dirty="0">
                <a:solidFill>
                  <a:schemeClr val="tx1"/>
                </a:solidFill>
                <a:latin typeface="+mj-ea"/>
                <a:ea typeface="+mj-ea"/>
              </a:rPr>
              <a:t>求解的基本思想：沿着使得目标函数值增加的方向搜索最优解</a:t>
            </a:r>
            <a:endParaRPr lang="zh-CN" altLang="en-US" sz="2000" dirty="0">
              <a:latin typeface="+mj-ea"/>
              <a:ea typeface="+mj-ea"/>
            </a:endParaRPr>
          </a:p>
        </p:txBody>
      </p:sp>
      <p:sp>
        <p:nvSpPr>
          <p:cNvPr id="3" name="矩形 2">
            <a:extLst>
              <a:ext uri="{FF2B5EF4-FFF2-40B4-BE49-F238E27FC236}">
                <a16:creationId xmlns:a16="http://schemas.microsoft.com/office/drawing/2014/main" id="{938257E0-EF32-8EB0-BD31-A0E146539EA6}"/>
              </a:ext>
            </a:extLst>
          </p:cNvPr>
          <p:cNvSpPr/>
          <p:nvPr/>
        </p:nvSpPr>
        <p:spPr>
          <a:xfrm>
            <a:off x="5640388" y="3041650"/>
            <a:ext cx="3211512" cy="708025"/>
          </a:xfrm>
          <a:prstGeom prst="rect">
            <a:avLst/>
          </a:prstGeom>
        </p:spPr>
        <p:txBody>
          <a:bodyPr>
            <a:spAutoFit/>
          </a:bodyPr>
          <a:lstStyle/>
          <a:p>
            <a:pPr>
              <a:defRPr/>
            </a:pPr>
            <a:r>
              <a:rPr lang="zh-CN" altLang="en-US" sz="2000" dirty="0">
                <a:solidFill>
                  <a:schemeClr val="tx1"/>
                </a:solidFill>
                <a:latin typeface="+mj-ea"/>
                <a:ea typeface="+mj-ea"/>
              </a:rPr>
              <a:t>最优解：使目标函数取得极值的可行解 </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ED7E479E-761B-B6F2-A23A-FCA8AB0A816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DA9A306-3180-47CB-B337-97AE54E5F605}"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13</a:t>
            </a:fld>
            <a:endParaRPr lang="en-US" altLang="zh-CN" sz="1200">
              <a:latin typeface="微软雅黑" panose="020B0503020204020204" pitchFamily="34" charset="-122"/>
              <a:ea typeface="微软雅黑" panose="020B0503020204020204" pitchFamily="34" charset="-122"/>
            </a:endParaRPr>
          </a:p>
        </p:txBody>
      </p:sp>
      <p:sp>
        <p:nvSpPr>
          <p:cNvPr id="20483" name="Rectangle 2">
            <a:extLst>
              <a:ext uri="{FF2B5EF4-FFF2-40B4-BE49-F238E27FC236}">
                <a16:creationId xmlns:a16="http://schemas.microsoft.com/office/drawing/2014/main" id="{02EE9731-E6C1-8009-269C-D7E082C98002}"/>
              </a:ext>
            </a:extLst>
          </p:cNvPr>
          <p:cNvSpPr>
            <a:spLocks noGrp="1" noChangeArrowheads="1"/>
          </p:cNvSpPr>
          <p:nvPr>
            <p:ph type="title"/>
          </p:nvPr>
        </p:nvSpPr>
        <p:spPr>
          <a:xfrm>
            <a:off x="457200" y="274638"/>
            <a:ext cx="8229600" cy="630237"/>
          </a:xfrm>
        </p:spPr>
        <p:txBody>
          <a:bodyPr/>
          <a:lstStyle/>
          <a:p>
            <a:pPr>
              <a:defRPr/>
            </a:pPr>
            <a:r>
              <a:rPr lang="en-US" altLang="zh-CN" sz="3600" b="1">
                <a:latin typeface="+mj-ea"/>
              </a:rPr>
              <a:t>8.1.2</a:t>
            </a:r>
            <a:r>
              <a:rPr lang="zh-CN" altLang="en-US" sz="3600" b="1">
                <a:latin typeface="+mj-ea"/>
              </a:rPr>
              <a:t>线性规划基本定理 </a:t>
            </a:r>
          </a:p>
        </p:txBody>
      </p:sp>
      <p:sp>
        <p:nvSpPr>
          <p:cNvPr id="20484" name="Rectangle 3">
            <a:extLst>
              <a:ext uri="{FF2B5EF4-FFF2-40B4-BE49-F238E27FC236}">
                <a16:creationId xmlns:a16="http://schemas.microsoft.com/office/drawing/2014/main" id="{742B260E-F434-9A3A-B433-78BE3F26A5C0}"/>
              </a:ext>
            </a:extLst>
          </p:cNvPr>
          <p:cNvSpPr>
            <a:spLocks noGrp="1" noChangeArrowheads="1"/>
          </p:cNvSpPr>
          <p:nvPr>
            <p:ph type="body" idx="1"/>
          </p:nvPr>
        </p:nvSpPr>
        <p:spPr>
          <a:xfrm>
            <a:off x="249238" y="1412875"/>
            <a:ext cx="8643937" cy="5715000"/>
          </a:xfrm>
        </p:spPr>
        <p:txBody>
          <a:bodyPr/>
          <a:lstStyle/>
          <a:p>
            <a:pPr>
              <a:lnSpc>
                <a:spcPct val="135000"/>
              </a:lnSpc>
              <a:defRPr/>
            </a:pPr>
            <a:r>
              <a:rPr lang="zh-CN" altLang="en-US" sz="2400" b="1" dirty="0">
                <a:solidFill>
                  <a:srgbClr val="002060"/>
                </a:solidFill>
              </a:rPr>
              <a:t>线性规划基本定理：</a:t>
            </a:r>
            <a:r>
              <a:rPr lang="zh-CN" altLang="en-US" sz="2400" dirty="0">
                <a:solidFill>
                  <a:srgbClr val="FF0000"/>
                </a:solidFill>
              </a:rPr>
              <a:t>如果线性规划问题有最优解，则必有一基本可行最优解。</a:t>
            </a:r>
            <a:endParaRPr lang="en-US" altLang="zh-CN" sz="2400" dirty="0">
              <a:solidFill>
                <a:srgbClr val="FF0000"/>
              </a:solidFill>
            </a:endParaRPr>
          </a:p>
          <a:p>
            <a:pPr>
              <a:lnSpc>
                <a:spcPct val="135000"/>
              </a:lnSpc>
              <a:defRPr/>
            </a:pPr>
            <a:endParaRPr lang="zh-CN" altLang="en-US" sz="2400" dirty="0"/>
          </a:p>
          <a:p>
            <a:pPr>
              <a:lnSpc>
                <a:spcPct val="135000"/>
              </a:lnSpc>
              <a:defRPr/>
            </a:pPr>
            <a:r>
              <a:rPr lang="zh-CN" altLang="en-US" sz="2400" dirty="0"/>
              <a:t>上述定理的重要意义在于：它</a:t>
            </a:r>
            <a:r>
              <a:rPr lang="zh-CN" altLang="en-US" sz="2400" u="sng" dirty="0"/>
              <a:t>把一个最优化问题转化为一个组合问题</a:t>
            </a:r>
            <a:r>
              <a:rPr lang="zh-CN" altLang="en-US" sz="2400" dirty="0"/>
              <a:t>，即在</a:t>
            </a:r>
            <a:r>
              <a:rPr lang="en-US" altLang="zh-CN" sz="2400" dirty="0"/>
              <a:t>(8.2) -(8.5)</a:t>
            </a:r>
            <a:r>
              <a:rPr lang="zh-CN" altLang="en-US" sz="2400" dirty="0"/>
              <a:t>式的</a:t>
            </a:r>
            <a:r>
              <a:rPr lang="en-US" altLang="zh-CN" sz="2400" dirty="0" err="1"/>
              <a:t>m+n</a:t>
            </a:r>
            <a:r>
              <a:rPr lang="zh-CN" altLang="en-US" sz="2400" dirty="0"/>
              <a:t>个约束条件中，确定最优解应满足其中哪</a:t>
            </a:r>
            <a:r>
              <a:rPr lang="en-US" altLang="zh-CN" sz="2400" dirty="0"/>
              <a:t>n</a:t>
            </a:r>
            <a:r>
              <a:rPr lang="zh-CN" altLang="en-US" sz="2400" dirty="0"/>
              <a:t>个约束条件的问题。</a:t>
            </a:r>
          </a:p>
          <a:p>
            <a:pPr>
              <a:lnSpc>
                <a:spcPct val="135000"/>
              </a:lnSpc>
              <a:defRPr/>
            </a:pPr>
            <a:r>
              <a:rPr lang="zh-CN" altLang="en-US" sz="2400" dirty="0"/>
              <a:t>由此可知，只要对各种不同的组合进行测试，并比较每种情况下的目标函数值，直到找到最优解。</a:t>
            </a:r>
          </a:p>
        </p:txBody>
      </p:sp>
      <p:sp>
        <p:nvSpPr>
          <p:cNvPr id="5" name="矩形 4">
            <a:extLst>
              <a:ext uri="{FF2B5EF4-FFF2-40B4-BE49-F238E27FC236}">
                <a16:creationId xmlns:a16="http://schemas.microsoft.com/office/drawing/2014/main" id="{530C96CE-E707-575F-A443-550F3312860C}"/>
              </a:ext>
            </a:extLst>
          </p:cNvPr>
          <p:cNvSpPr>
            <a:spLocks noChangeArrowheads="1"/>
          </p:cNvSpPr>
          <p:nvPr/>
        </p:nvSpPr>
        <p:spPr bwMode="auto">
          <a:xfrm>
            <a:off x="3708400" y="6432550"/>
            <a:ext cx="4030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dirty="0">
                <a:solidFill>
                  <a:schemeClr val="tx1"/>
                </a:solidFill>
                <a:latin typeface="+mj-ea"/>
                <a:ea typeface="+mj-ea"/>
              </a:rPr>
              <a:t>枚举的方式，把所有顶点算一遍？</a:t>
            </a:r>
            <a:endParaRPr lang="zh-CN" altLang="en-US" sz="2000" dirty="0">
              <a:latin typeface="+mj-ea"/>
              <a:ea typeface="+mj-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0A53290E-26E6-5F9A-EF7C-F3BE4795A5B2}"/>
              </a:ext>
            </a:extLst>
          </p:cNvPr>
          <p:cNvSpPr>
            <a:spLocks noGrp="1" noChangeArrowheads="1"/>
          </p:cNvSpPr>
          <p:nvPr>
            <p:ph type="title"/>
          </p:nvPr>
        </p:nvSpPr>
        <p:spPr/>
        <p:txBody>
          <a:bodyPr/>
          <a:lstStyle/>
          <a:p>
            <a:pPr>
              <a:defRPr/>
            </a:pPr>
            <a:r>
              <a:rPr lang="zh-CN" altLang="en-US" sz="4400">
                <a:latin typeface="+mj-ea"/>
              </a:rPr>
              <a:t>单纯形算法</a:t>
            </a:r>
            <a:endParaRPr lang="zh-CN" altLang="en-US">
              <a:latin typeface="+mj-ea"/>
            </a:endParaRPr>
          </a:p>
        </p:txBody>
      </p:sp>
      <p:sp>
        <p:nvSpPr>
          <p:cNvPr id="22531" name="内容占位符 2">
            <a:extLst>
              <a:ext uri="{FF2B5EF4-FFF2-40B4-BE49-F238E27FC236}">
                <a16:creationId xmlns:a16="http://schemas.microsoft.com/office/drawing/2014/main" id="{AF1A1619-B7BA-4070-968D-7BE62E14B4E5}"/>
              </a:ext>
            </a:extLst>
          </p:cNvPr>
          <p:cNvSpPr>
            <a:spLocks noGrp="1" noChangeArrowheads="1"/>
          </p:cNvSpPr>
          <p:nvPr>
            <p:ph idx="1"/>
          </p:nvPr>
        </p:nvSpPr>
        <p:spPr/>
        <p:txBody>
          <a:bodyPr/>
          <a:lstStyle/>
          <a:p>
            <a:pPr>
              <a:lnSpc>
                <a:spcPct val="135000"/>
              </a:lnSpc>
              <a:defRPr/>
            </a:pPr>
            <a:r>
              <a:rPr lang="en-US" altLang="zh-CN" sz="2800" dirty="0"/>
              <a:t>1948</a:t>
            </a:r>
            <a:r>
              <a:rPr lang="zh-CN" altLang="en-US" sz="2800" dirty="0"/>
              <a:t>年丹齐格</a:t>
            </a:r>
            <a:r>
              <a:rPr lang="en-US" altLang="zh-CN" sz="2800" dirty="0"/>
              <a:t>(</a:t>
            </a:r>
            <a:r>
              <a:rPr lang="en-US" altLang="zh-CN" sz="2800" dirty="0" err="1"/>
              <a:t>Dantzig</a:t>
            </a:r>
            <a:r>
              <a:rPr lang="en-US" altLang="zh-CN" sz="2800" dirty="0"/>
              <a:t>)</a:t>
            </a:r>
            <a:r>
              <a:rPr lang="zh-CN" altLang="en-US" sz="2800" dirty="0"/>
              <a:t> 提出了线性规划问题的</a:t>
            </a:r>
            <a:r>
              <a:rPr lang="zh-CN" altLang="en-US" sz="2800" b="1" dirty="0"/>
              <a:t>单纯形算法</a:t>
            </a:r>
            <a:r>
              <a:rPr lang="zh-CN" altLang="en-US" sz="2800" dirty="0"/>
              <a:t>。</a:t>
            </a:r>
          </a:p>
          <a:p>
            <a:pPr>
              <a:lnSpc>
                <a:spcPct val="135000"/>
              </a:lnSpc>
              <a:defRPr/>
            </a:pPr>
            <a:r>
              <a:rPr lang="zh-CN" altLang="en-US" sz="2800" dirty="0"/>
              <a:t>单纯形算法的特点是：</a:t>
            </a:r>
          </a:p>
          <a:p>
            <a:pPr>
              <a:lnSpc>
                <a:spcPct val="135000"/>
              </a:lnSpc>
              <a:buFont typeface="Wingdings" panose="05000000000000000000" pitchFamily="2" charset="2"/>
              <a:buNone/>
              <a:defRPr/>
            </a:pPr>
            <a:r>
              <a:rPr lang="zh-CN" altLang="en-US" sz="2800" dirty="0"/>
              <a:t>（</a:t>
            </a:r>
            <a:r>
              <a:rPr lang="en-US" altLang="zh-CN" sz="2800" dirty="0"/>
              <a:t>1</a:t>
            </a:r>
            <a:r>
              <a:rPr lang="zh-CN" altLang="en-US" sz="2800" dirty="0"/>
              <a:t>）只对约束条件的</a:t>
            </a:r>
            <a:r>
              <a:rPr lang="zh-CN" altLang="en-US" sz="2800" dirty="0">
                <a:solidFill>
                  <a:srgbClr val="FF0000"/>
                </a:solidFill>
              </a:rPr>
              <a:t>若干组合</a:t>
            </a:r>
            <a:r>
              <a:rPr lang="zh-CN" altLang="en-US" sz="2800" dirty="0"/>
              <a:t>进行测试，测试的每一步都使目标函数的值增加；</a:t>
            </a:r>
          </a:p>
          <a:p>
            <a:pPr>
              <a:lnSpc>
                <a:spcPct val="135000"/>
              </a:lnSpc>
              <a:buFont typeface="Wingdings" panose="05000000000000000000" pitchFamily="2" charset="2"/>
              <a:buNone/>
              <a:defRPr/>
            </a:pPr>
            <a:r>
              <a:rPr lang="zh-CN" altLang="en-US" sz="2800" dirty="0"/>
              <a:t>（</a:t>
            </a:r>
            <a:r>
              <a:rPr lang="en-US" altLang="zh-CN" sz="2800" dirty="0"/>
              <a:t>2</a:t>
            </a:r>
            <a:r>
              <a:rPr lang="zh-CN" altLang="en-US" sz="2800" dirty="0"/>
              <a:t>）一般经过不大于</a:t>
            </a:r>
            <a:r>
              <a:rPr lang="en-US" altLang="zh-CN" sz="2800" dirty="0"/>
              <a:t>m</a:t>
            </a:r>
            <a:r>
              <a:rPr lang="zh-CN" altLang="en-US" sz="2800" dirty="0"/>
              <a:t>或</a:t>
            </a:r>
            <a:r>
              <a:rPr lang="en-US" altLang="zh-CN" sz="2800" dirty="0"/>
              <a:t>n</a:t>
            </a:r>
            <a:r>
              <a:rPr lang="zh-CN" altLang="en-US" sz="2800" dirty="0"/>
              <a:t>次迭代就可求得最优解</a:t>
            </a:r>
          </a:p>
          <a:p>
            <a:pPr>
              <a:defRPr/>
            </a:pPr>
            <a:endParaRPr lang="zh-CN" altLang="en-US" sz="2800" dirty="0"/>
          </a:p>
        </p:txBody>
      </p:sp>
      <p:sp>
        <p:nvSpPr>
          <p:cNvPr id="22532" name="灯片编号占位符 3">
            <a:extLst>
              <a:ext uri="{FF2B5EF4-FFF2-40B4-BE49-F238E27FC236}">
                <a16:creationId xmlns:a16="http://schemas.microsoft.com/office/drawing/2014/main" id="{6E841EFA-46D1-9BD7-558D-84E99816E934}"/>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175BD7C-2FAA-49FF-A9CD-93268FEA1E17}"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14</a:t>
            </a:fld>
            <a:endParaRPr lang="en-US" altLang="zh-CN" sz="120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34">
            <a:extLst>
              <a:ext uri="{FF2B5EF4-FFF2-40B4-BE49-F238E27FC236}">
                <a16:creationId xmlns:a16="http://schemas.microsoft.com/office/drawing/2014/main" id="{13147FCA-BEFF-5F50-99C6-1755C0558A79}"/>
              </a:ext>
            </a:extLst>
          </p:cNvPr>
          <p:cNvSpPr>
            <a:spLocks noChangeArrowheads="1"/>
          </p:cNvSpPr>
          <p:nvPr/>
        </p:nvSpPr>
        <p:spPr bwMode="auto">
          <a:xfrm>
            <a:off x="539750" y="119063"/>
            <a:ext cx="6262688" cy="1143000"/>
          </a:xfrm>
          <a:prstGeom prst="rect">
            <a:avLst/>
          </a:prstGeom>
          <a:noFill/>
          <a:ln w="9525">
            <a:noFill/>
            <a:miter lim="800000"/>
            <a:headEnd/>
            <a:tailEnd/>
          </a:ln>
        </p:spPr>
        <p:txBody>
          <a:bodyPr anchor="ctr"/>
          <a:lstStyle/>
          <a:p>
            <a:pPr eaLnBrk="1" hangingPunct="1">
              <a:spcBef>
                <a:spcPct val="20000"/>
              </a:spcBef>
              <a:buClr>
                <a:schemeClr val="accent1"/>
              </a:buClr>
              <a:buSzPct val="65000"/>
              <a:buFont typeface="Wingdings" panose="05000000000000000000" pitchFamily="2" charset="2"/>
              <a:buNone/>
              <a:defRPr/>
            </a:pPr>
            <a:r>
              <a:rPr lang="zh-CN" altLang="en-US" sz="4000" dirty="0">
                <a:solidFill>
                  <a:srgbClr val="006600"/>
                </a:solidFill>
                <a:latin typeface="+mn-ea"/>
                <a:ea typeface="+mn-ea"/>
              </a:rPr>
              <a:t>线性规划单纯形算法图示</a:t>
            </a:r>
          </a:p>
        </p:txBody>
      </p:sp>
      <p:sp>
        <p:nvSpPr>
          <p:cNvPr id="182307" name="Text Box 35">
            <a:extLst>
              <a:ext uri="{FF2B5EF4-FFF2-40B4-BE49-F238E27FC236}">
                <a16:creationId xmlns:a16="http://schemas.microsoft.com/office/drawing/2014/main" id="{0F55726B-1C06-846D-0751-73F22E2EB916}"/>
              </a:ext>
            </a:extLst>
          </p:cNvPr>
          <p:cNvSpPr txBox="1">
            <a:spLocks noChangeArrowheads="1"/>
          </p:cNvSpPr>
          <p:nvPr/>
        </p:nvSpPr>
        <p:spPr bwMode="auto">
          <a:xfrm>
            <a:off x="755650" y="1374775"/>
            <a:ext cx="2663825" cy="230822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p:txBody>
      </p:sp>
      <p:sp>
        <p:nvSpPr>
          <p:cNvPr id="39" name="矩形 38">
            <a:extLst>
              <a:ext uri="{FF2B5EF4-FFF2-40B4-BE49-F238E27FC236}">
                <a16:creationId xmlns:a16="http://schemas.microsoft.com/office/drawing/2014/main" id="{2CD3B642-D27A-3DEF-41A6-E6A28157A15C}"/>
              </a:ext>
            </a:extLst>
          </p:cNvPr>
          <p:cNvSpPr>
            <a:spLocks noChangeArrowheads="1"/>
          </p:cNvSpPr>
          <p:nvPr/>
        </p:nvSpPr>
        <p:spPr bwMode="auto">
          <a:xfrm>
            <a:off x="1206500" y="6327775"/>
            <a:ext cx="7110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000">
                <a:solidFill>
                  <a:schemeClr val="tx1"/>
                </a:solidFill>
                <a:latin typeface="楷体_GB2312" pitchFamily="49" charset="-122"/>
              </a:rPr>
              <a:t>求解的基本思想：沿着使得目标函数值增加的方向搜索最优解</a:t>
            </a:r>
            <a:endParaRPr lang="zh-CN" altLang="en-US" sz="2000"/>
          </a:p>
        </p:txBody>
      </p:sp>
      <p:pic>
        <p:nvPicPr>
          <p:cNvPr id="28677" name="图片 2">
            <a:extLst>
              <a:ext uri="{FF2B5EF4-FFF2-40B4-BE49-F238E27FC236}">
                <a16:creationId xmlns:a16="http://schemas.microsoft.com/office/drawing/2014/main" id="{13BDE336-C076-6D45-B9C9-2C65B8A0853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49325" y="1576388"/>
            <a:ext cx="22764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5" name="Picture 35" descr="在这里插入图片描述">
            <a:extLst>
              <a:ext uri="{FF2B5EF4-FFF2-40B4-BE49-F238E27FC236}">
                <a16:creationId xmlns:a16="http://schemas.microsoft.com/office/drawing/2014/main" id="{F5A36522-C751-A399-CCCA-A511350371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9163" t="15086" r="17505" b="37094"/>
          <a:stretch>
            <a:fillRect/>
          </a:stretch>
        </p:blipFill>
        <p:spPr bwMode="auto">
          <a:xfrm>
            <a:off x="542925" y="3795713"/>
            <a:ext cx="338455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7" name="Picture 37" descr="请添加图片描述">
            <a:extLst>
              <a:ext uri="{FF2B5EF4-FFF2-40B4-BE49-F238E27FC236}">
                <a16:creationId xmlns:a16="http://schemas.microsoft.com/office/drawing/2014/main" id="{778DBFCC-159B-B84E-F9E2-7ACF00EFDB0B}"/>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770438" y="1096963"/>
            <a:ext cx="3689350" cy="235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2307"/>
                                        </p:tgtEl>
                                        <p:attrNameLst>
                                          <p:attrName>style.visibility</p:attrName>
                                        </p:attrNameLst>
                                      </p:cBhvr>
                                      <p:to>
                                        <p:strVal val="visible"/>
                                      </p:to>
                                    </p:set>
                                    <p:animEffect transition="in" filter="box(in)">
                                      <p:cBhvr>
                                        <p:cTn id="7" dur="500"/>
                                        <p:tgtEl>
                                          <p:spTgt spid="1823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3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027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0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307" grpId="0" animBg="1" autoUpdateAnimBg="0"/>
      <p:bldP spid="39"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图片 10">
            <a:extLst>
              <a:ext uri="{FF2B5EF4-FFF2-40B4-BE49-F238E27FC236}">
                <a16:creationId xmlns:a16="http://schemas.microsoft.com/office/drawing/2014/main" id="{3B2006B7-263A-5B96-8113-1FDD57657988}"/>
              </a:ext>
            </a:extLst>
          </p:cNvPr>
          <p:cNvPicPr>
            <a:picLocks noChangeAspect="1"/>
          </p:cNvPicPr>
          <p:nvPr/>
        </p:nvPicPr>
        <p:blipFill>
          <a:blip r:embed="rId3">
            <a:extLst>
              <a:ext uri="{28A0092B-C50C-407E-A947-70E740481C1C}">
                <a14:useLocalDpi xmlns:a14="http://schemas.microsoft.com/office/drawing/2010/main" val="0"/>
              </a:ext>
            </a:extLst>
          </a:blip>
          <a:srcRect r="15414"/>
          <a:stretch>
            <a:fillRect/>
          </a:stretch>
        </p:blipFill>
        <p:spPr bwMode="auto">
          <a:xfrm>
            <a:off x="5526088" y="836613"/>
            <a:ext cx="3294062"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34">
            <a:extLst>
              <a:ext uri="{FF2B5EF4-FFF2-40B4-BE49-F238E27FC236}">
                <a16:creationId xmlns:a16="http://schemas.microsoft.com/office/drawing/2014/main" id="{6D4504BC-67D3-8129-9CAC-3C677ABDF048}"/>
              </a:ext>
            </a:extLst>
          </p:cNvPr>
          <p:cNvSpPr>
            <a:spLocks noChangeArrowheads="1"/>
          </p:cNvSpPr>
          <p:nvPr/>
        </p:nvSpPr>
        <p:spPr bwMode="auto">
          <a:xfrm>
            <a:off x="539750" y="119063"/>
            <a:ext cx="6262688" cy="1143000"/>
          </a:xfrm>
          <a:prstGeom prst="rect">
            <a:avLst/>
          </a:prstGeom>
          <a:noFill/>
          <a:ln w="9525">
            <a:noFill/>
            <a:miter lim="800000"/>
            <a:headEnd/>
            <a:tailEnd/>
          </a:ln>
        </p:spPr>
        <p:txBody>
          <a:bodyPr anchor="ctr"/>
          <a:lstStyle/>
          <a:p>
            <a:pPr eaLnBrk="1" hangingPunct="1">
              <a:spcBef>
                <a:spcPct val="20000"/>
              </a:spcBef>
              <a:buClr>
                <a:schemeClr val="accent1"/>
              </a:buClr>
              <a:buSzPct val="65000"/>
              <a:buFont typeface="Wingdings" panose="05000000000000000000" pitchFamily="2" charset="2"/>
              <a:buNone/>
              <a:defRPr/>
            </a:pPr>
            <a:r>
              <a:rPr lang="zh-CN" altLang="en-US" sz="4000" dirty="0">
                <a:solidFill>
                  <a:srgbClr val="006600"/>
                </a:solidFill>
                <a:latin typeface="+mn-ea"/>
                <a:ea typeface="+mn-ea"/>
              </a:rPr>
              <a:t>线性规划单纯形算法图示</a:t>
            </a:r>
          </a:p>
        </p:txBody>
      </p:sp>
      <p:sp>
        <p:nvSpPr>
          <p:cNvPr id="30724" name="Text Box 35">
            <a:extLst>
              <a:ext uri="{FF2B5EF4-FFF2-40B4-BE49-F238E27FC236}">
                <a16:creationId xmlns:a16="http://schemas.microsoft.com/office/drawing/2014/main" id="{F294859B-55AB-47A0-06A2-723A7CF59EBC}"/>
              </a:ext>
            </a:extLst>
          </p:cNvPr>
          <p:cNvSpPr txBox="1">
            <a:spLocks noChangeArrowheads="1"/>
          </p:cNvSpPr>
          <p:nvPr/>
        </p:nvSpPr>
        <p:spPr bwMode="auto">
          <a:xfrm>
            <a:off x="755650" y="1374775"/>
            <a:ext cx="2663825" cy="230822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a:p>
            <a:pPr eaLnBrk="1" hangingPunct="1">
              <a:lnSpc>
                <a:spcPct val="80000"/>
              </a:lnSpc>
              <a:spcBef>
                <a:spcPct val="50000"/>
              </a:spcBef>
              <a:buFont typeface="Wingdings" panose="05000000000000000000" pitchFamily="2" charset="2"/>
              <a:buNone/>
            </a:pPr>
            <a:endParaRPr lang="en-US" altLang="zh-CN" sz="2400">
              <a:ea typeface="华文新魏" panose="02010800040101010101" pitchFamily="2" charset="-122"/>
              <a:cs typeface="Times New Roman" panose="02020603050405020304" pitchFamily="18" charset="0"/>
            </a:endParaRPr>
          </a:p>
        </p:txBody>
      </p:sp>
      <p:sp>
        <p:nvSpPr>
          <p:cNvPr id="30725" name="矩形 38">
            <a:extLst>
              <a:ext uri="{FF2B5EF4-FFF2-40B4-BE49-F238E27FC236}">
                <a16:creationId xmlns:a16="http://schemas.microsoft.com/office/drawing/2014/main" id="{8AE23841-CB1C-6D91-9B1C-8F0FA956A071}"/>
              </a:ext>
            </a:extLst>
          </p:cNvPr>
          <p:cNvSpPr>
            <a:spLocks noChangeArrowheads="1"/>
          </p:cNvSpPr>
          <p:nvPr/>
        </p:nvSpPr>
        <p:spPr bwMode="auto">
          <a:xfrm>
            <a:off x="1206500" y="6327775"/>
            <a:ext cx="7110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000">
                <a:solidFill>
                  <a:schemeClr val="tx1"/>
                </a:solidFill>
                <a:latin typeface="楷体_GB2312" pitchFamily="49" charset="-122"/>
              </a:rPr>
              <a:t>求解的基本思想：沿着使得目标函数值增加的方向搜索最优解</a:t>
            </a:r>
            <a:endParaRPr lang="zh-CN" altLang="en-US" sz="2000"/>
          </a:p>
        </p:txBody>
      </p:sp>
      <p:pic>
        <p:nvPicPr>
          <p:cNvPr id="30726" name="图片 2">
            <a:extLst>
              <a:ext uri="{FF2B5EF4-FFF2-40B4-BE49-F238E27FC236}">
                <a16:creationId xmlns:a16="http://schemas.microsoft.com/office/drawing/2014/main" id="{F609C745-A030-A398-8DD1-B2B01F0165C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49325" y="1576388"/>
            <a:ext cx="22764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35" descr="在这里插入图片描述">
            <a:extLst>
              <a:ext uri="{FF2B5EF4-FFF2-40B4-BE49-F238E27FC236}">
                <a16:creationId xmlns:a16="http://schemas.microsoft.com/office/drawing/2014/main" id="{5D2DA8CF-632C-C1F7-5135-CD54ED5B21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9163" t="15086" r="17505" b="37094"/>
          <a:stretch>
            <a:fillRect/>
          </a:stretch>
        </p:blipFill>
        <p:spPr bwMode="auto">
          <a:xfrm>
            <a:off x="542925" y="3795713"/>
            <a:ext cx="3384550" cy="233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9" name="Picture 39" descr="请添加图片描述">
            <a:extLst>
              <a:ext uri="{FF2B5EF4-FFF2-40B4-BE49-F238E27FC236}">
                <a16:creationId xmlns:a16="http://schemas.microsoft.com/office/drawing/2014/main" id="{525155C4-AFB3-9350-2737-D9D5E08B480E}"/>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526088" y="3836988"/>
            <a:ext cx="3895725"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111A8ABE-75E4-6013-DDEE-35C02EF0C9A3}"/>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C94B12E-33B6-4568-A5C5-8558900B711B}"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17</a:t>
            </a:fld>
            <a:endParaRPr lang="en-US" altLang="zh-CN" sz="1200">
              <a:latin typeface="微软雅黑" panose="020B0503020204020204" pitchFamily="34" charset="-122"/>
              <a:ea typeface="微软雅黑" panose="020B0503020204020204" pitchFamily="34" charset="-122"/>
            </a:endParaRPr>
          </a:p>
        </p:txBody>
      </p:sp>
      <p:sp>
        <p:nvSpPr>
          <p:cNvPr id="23555" name="Rectangle 2">
            <a:extLst>
              <a:ext uri="{FF2B5EF4-FFF2-40B4-BE49-F238E27FC236}">
                <a16:creationId xmlns:a16="http://schemas.microsoft.com/office/drawing/2014/main" id="{3801CA34-48AD-47BB-79CA-AD91BE037D8E}"/>
              </a:ext>
            </a:extLst>
          </p:cNvPr>
          <p:cNvSpPr>
            <a:spLocks noGrp="1" noChangeArrowheads="1"/>
          </p:cNvSpPr>
          <p:nvPr>
            <p:ph type="title"/>
          </p:nvPr>
        </p:nvSpPr>
        <p:spPr>
          <a:xfrm>
            <a:off x="357188" y="288925"/>
            <a:ext cx="9010650" cy="1139825"/>
          </a:xfrm>
        </p:spPr>
        <p:txBody>
          <a:bodyPr/>
          <a:lstStyle/>
          <a:p>
            <a:pPr>
              <a:defRPr/>
            </a:pPr>
            <a:r>
              <a:rPr lang="en-US" altLang="zh-CN" sz="3500" b="1" dirty="0">
                <a:latin typeface="+mj-ea"/>
              </a:rPr>
              <a:t>8.1.3</a:t>
            </a:r>
            <a:r>
              <a:rPr lang="zh-CN" altLang="en-US" sz="3500" b="1" dirty="0">
                <a:latin typeface="+mj-ea"/>
              </a:rPr>
              <a:t>约束标准型线性规划问题的单纯形算法 </a:t>
            </a:r>
          </a:p>
        </p:txBody>
      </p:sp>
      <p:sp>
        <p:nvSpPr>
          <p:cNvPr id="23556" name="Rectangle 3">
            <a:extLst>
              <a:ext uri="{FF2B5EF4-FFF2-40B4-BE49-F238E27FC236}">
                <a16:creationId xmlns:a16="http://schemas.microsoft.com/office/drawing/2014/main" id="{7F288EBB-BC85-A806-CD5B-1B09370FF394}"/>
              </a:ext>
            </a:extLst>
          </p:cNvPr>
          <p:cNvSpPr>
            <a:spLocks noGrp="1" noChangeArrowheads="1"/>
          </p:cNvSpPr>
          <p:nvPr>
            <p:ph type="body" idx="1"/>
          </p:nvPr>
        </p:nvSpPr>
        <p:spPr>
          <a:xfrm>
            <a:off x="357188" y="1131888"/>
            <a:ext cx="8572500" cy="5143500"/>
          </a:xfrm>
        </p:spPr>
        <p:txBody>
          <a:bodyPr/>
          <a:lstStyle/>
          <a:p>
            <a:pPr>
              <a:lnSpc>
                <a:spcPct val="130000"/>
              </a:lnSpc>
              <a:defRPr/>
            </a:pPr>
            <a:r>
              <a:rPr lang="zh-CN" altLang="en-US" sz="2200" dirty="0"/>
              <a:t>当</a:t>
            </a:r>
            <a:r>
              <a:rPr lang="zh-CN" altLang="en-US" sz="2200" u="sng" dirty="0"/>
              <a:t>线性规划问题中只有等式约束和变量非负约束</a:t>
            </a:r>
            <a:r>
              <a:rPr lang="zh-CN" altLang="en-US" sz="2200" dirty="0"/>
              <a:t>时，称该线性规划问题具有</a:t>
            </a:r>
            <a:r>
              <a:rPr lang="zh-CN" altLang="en-US" sz="2200" b="1" dirty="0">
                <a:solidFill>
                  <a:schemeClr val="hlink"/>
                </a:solidFill>
              </a:rPr>
              <a:t>标准形式。</a:t>
            </a:r>
            <a:endParaRPr lang="zh-CN" altLang="en-US" sz="2200" dirty="0"/>
          </a:p>
          <a:p>
            <a:pPr>
              <a:lnSpc>
                <a:spcPct val="130000"/>
              </a:lnSpc>
              <a:defRPr/>
            </a:pPr>
            <a:r>
              <a:rPr lang="zh-CN" altLang="en-US" sz="2200" dirty="0"/>
              <a:t>先考察一类更特殊的</a:t>
            </a:r>
            <a:r>
              <a:rPr lang="zh-CN" altLang="en-US" sz="2200" b="1" dirty="0">
                <a:solidFill>
                  <a:schemeClr val="hlink"/>
                </a:solidFill>
              </a:rPr>
              <a:t>标准形式线性规划问题</a:t>
            </a:r>
            <a:r>
              <a:rPr lang="zh-CN" altLang="en-US" sz="2200" dirty="0"/>
              <a:t>，其中</a:t>
            </a:r>
            <a:r>
              <a:rPr lang="zh-CN" altLang="en-US" sz="2200" u="sng" dirty="0"/>
              <a:t>每一个等式约束至少有一个变量的系数为正</a:t>
            </a:r>
            <a:r>
              <a:rPr lang="zh-CN" altLang="en-US" sz="2200" dirty="0"/>
              <a:t>，且</a:t>
            </a:r>
            <a:r>
              <a:rPr lang="zh-CN" altLang="en-US" sz="2200" u="sng" dirty="0"/>
              <a:t>这个变量只在该约束中出现</a:t>
            </a:r>
            <a:r>
              <a:rPr lang="zh-CN" altLang="en-US" sz="2200" dirty="0"/>
              <a:t>。</a:t>
            </a:r>
          </a:p>
        </p:txBody>
      </p:sp>
      <p:graphicFrame>
        <p:nvGraphicFramePr>
          <p:cNvPr id="32773" name="Object 2">
            <a:extLst>
              <a:ext uri="{FF2B5EF4-FFF2-40B4-BE49-F238E27FC236}">
                <a16:creationId xmlns:a16="http://schemas.microsoft.com/office/drawing/2014/main" id="{12D36C3A-C78B-E9D1-471D-3AFA5765981F}"/>
              </a:ext>
            </a:extLst>
          </p:cNvPr>
          <p:cNvGraphicFramePr>
            <a:graphicFrameLocks noChangeAspect="1"/>
          </p:cNvGraphicFramePr>
          <p:nvPr/>
        </p:nvGraphicFramePr>
        <p:xfrm>
          <a:off x="1362075" y="3333750"/>
          <a:ext cx="4238625" cy="557213"/>
        </p:xfrm>
        <a:graphic>
          <a:graphicData uri="http://schemas.openxmlformats.org/presentationml/2006/ole">
            <mc:AlternateContent xmlns:mc="http://schemas.openxmlformats.org/markup-compatibility/2006">
              <mc:Choice xmlns:v="urn:schemas-microsoft-com:vml" Requires="v">
                <p:oleObj name="Equation" r:id="rId3" imgW="1739900" imgH="228600" progId="Equation.DSMT4">
                  <p:embed/>
                </p:oleObj>
              </mc:Choice>
              <mc:Fallback>
                <p:oleObj name="Equation" r:id="rId3" imgW="1739900" imgH="228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075" y="3333750"/>
                        <a:ext cx="423862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4" name="Object 3">
            <a:extLst>
              <a:ext uri="{FF2B5EF4-FFF2-40B4-BE49-F238E27FC236}">
                <a16:creationId xmlns:a16="http://schemas.microsoft.com/office/drawing/2014/main" id="{40C6F202-3E35-5453-5C6A-82357E6A92A1}"/>
              </a:ext>
            </a:extLst>
          </p:cNvPr>
          <p:cNvGraphicFramePr>
            <a:graphicFrameLocks noChangeAspect="1"/>
          </p:cNvGraphicFramePr>
          <p:nvPr/>
        </p:nvGraphicFramePr>
        <p:xfrm>
          <a:off x="2806700" y="3902075"/>
          <a:ext cx="3565525" cy="1446213"/>
        </p:xfrm>
        <a:graphic>
          <a:graphicData uri="http://schemas.openxmlformats.org/presentationml/2006/ole">
            <mc:AlternateContent xmlns:mc="http://schemas.openxmlformats.org/markup-compatibility/2006">
              <mc:Choice xmlns:v="urn:schemas-microsoft-com:vml" Requires="v">
                <p:oleObj name="公式" r:id="rId5" imgW="1689100" imgH="685800" progId="Equation.3">
                  <p:embed/>
                </p:oleObj>
              </mc:Choice>
              <mc:Fallback>
                <p:oleObj name="公式" r:id="rId5" imgW="16891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6700" y="3902075"/>
                        <a:ext cx="356552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5" name="Object 4">
            <a:extLst>
              <a:ext uri="{FF2B5EF4-FFF2-40B4-BE49-F238E27FC236}">
                <a16:creationId xmlns:a16="http://schemas.microsoft.com/office/drawing/2014/main" id="{5D4E6AB2-07AB-40CB-0703-23E4405D87E8}"/>
              </a:ext>
            </a:extLst>
          </p:cNvPr>
          <p:cNvGraphicFramePr>
            <a:graphicFrameLocks noChangeAspect="1"/>
          </p:cNvGraphicFramePr>
          <p:nvPr/>
        </p:nvGraphicFramePr>
        <p:xfrm>
          <a:off x="2784475" y="5359400"/>
          <a:ext cx="3567113" cy="512763"/>
        </p:xfrm>
        <a:graphic>
          <a:graphicData uri="http://schemas.openxmlformats.org/presentationml/2006/ole">
            <mc:AlternateContent xmlns:mc="http://schemas.openxmlformats.org/markup-compatibility/2006">
              <mc:Choice xmlns:v="urn:schemas-microsoft-com:vml" Requires="v">
                <p:oleObj name="公式" r:id="rId7" imgW="1587500" imgH="228600" progId="Equation.3">
                  <p:embed/>
                </p:oleObj>
              </mc:Choice>
              <mc:Fallback>
                <p:oleObj name="公式" r:id="rId7" imgW="1587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4475" y="5359400"/>
                        <a:ext cx="356711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0" name="矩形 7">
            <a:extLst>
              <a:ext uri="{FF2B5EF4-FFF2-40B4-BE49-F238E27FC236}">
                <a16:creationId xmlns:a16="http://schemas.microsoft.com/office/drawing/2014/main" id="{BA8CCA6E-7270-AA5E-5BCB-22A36D8B0147}"/>
              </a:ext>
            </a:extLst>
          </p:cNvPr>
          <p:cNvSpPr>
            <a:spLocks noChangeArrowheads="1"/>
          </p:cNvSpPr>
          <p:nvPr/>
        </p:nvSpPr>
        <p:spPr bwMode="auto">
          <a:xfrm>
            <a:off x="1258888" y="3821113"/>
            <a:ext cx="1157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3200">
                <a:latin typeface="+mj-ea"/>
                <a:ea typeface="+mj-ea"/>
              </a:rPr>
              <a:t>s.t.</a:t>
            </a:r>
            <a:endParaRPr lang="zh-CN" altLang="en-US">
              <a:latin typeface="+mj-ea"/>
              <a:ea typeface="+mj-ea"/>
            </a:endParaRPr>
          </a:p>
        </p:txBody>
      </p:sp>
    </p:spTree>
  </p:cSld>
  <p:clrMapOvr>
    <a:masterClrMapping/>
  </p:clrMapOvr>
  <p:transition>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a:extLst>
              <a:ext uri="{FF2B5EF4-FFF2-40B4-BE49-F238E27FC236}">
                <a16:creationId xmlns:a16="http://schemas.microsoft.com/office/drawing/2014/main" id="{D344416A-A314-B0BF-0540-7459CA6E51C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3E02AC4-7BE2-47CF-BB04-58F6779BDCF9}"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18</a:t>
            </a:fld>
            <a:endParaRPr lang="en-US" altLang="zh-CN" sz="1200">
              <a:latin typeface="微软雅黑" panose="020B0503020204020204" pitchFamily="34" charset="-122"/>
              <a:ea typeface="微软雅黑" panose="020B0503020204020204" pitchFamily="34" charset="-122"/>
            </a:endParaRPr>
          </a:p>
        </p:txBody>
      </p:sp>
      <p:sp>
        <p:nvSpPr>
          <p:cNvPr id="14339" name="Rectangle 2">
            <a:extLst>
              <a:ext uri="{FF2B5EF4-FFF2-40B4-BE49-F238E27FC236}">
                <a16:creationId xmlns:a16="http://schemas.microsoft.com/office/drawing/2014/main" id="{399CEB49-8D68-749A-4C3D-1C9C5A0A5664}"/>
              </a:ext>
            </a:extLst>
          </p:cNvPr>
          <p:cNvSpPr>
            <a:spLocks noGrp="1" noChangeArrowheads="1"/>
          </p:cNvSpPr>
          <p:nvPr>
            <p:ph type="title"/>
          </p:nvPr>
        </p:nvSpPr>
        <p:spPr>
          <a:xfrm>
            <a:off x="457200" y="274638"/>
            <a:ext cx="8229600" cy="917575"/>
          </a:xfrm>
        </p:spPr>
        <p:txBody>
          <a:bodyPr/>
          <a:lstStyle/>
          <a:p>
            <a:pPr>
              <a:defRPr/>
            </a:pPr>
            <a:r>
              <a:rPr lang="en-US" altLang="zh-CN" sz="3600" b="1" dirty="0">
                <a:latin typeface="+mj-ea"/>
              </a:rPr>
              <a:t>8.1  </a:t>
            </a:r>
            <a:r>
              <a:rPr lang="zh-CN" altLang="en-US" sz="3600" b="1" dirty="0">
                <a:latin typeface="+mj-ea"/>
              </a:rPr>
              <a:t>线性规划问题和单纯形算法</a:t>
            </a:r>
            <a:r>
              <a:rPr lang="en-US" altLang="zh-CN" sz="3600" b="1" dirty="0">
                <a:latin typeface="+mj-ea"/>
              </a:rPr>
              <a:t>(</a:t>
            </a:r>
            <a:r>
              <a:rPr lang="zh-CN" altLang="en-US" sz="3600" b="1" dirty="0">
                <a:latin typeface="+mj-ea"/>
              </a:rPr>
              <a:t>回顾</a:t>
            </a:r>
            <a:r>
              <a:rPr lang="en-US" altLang="zh-CN" sz="3600" b="1" dirty="0">
                <a:latin typeface="+mj-ea"/>
              </a:rPr>
              <a:t>)</a:t>
            </a:r>
            <a:endParaRPr lang="zh-CN" altLang="en-US" sz="3600" b="1" dirty="0">
              <a:latin typeface="+mj-ea"/>
            </a:endParaRPr>
          </a:p>
        </p:txBody>
      </p:sp>
      <p:sp>
        <p:nvSpPr>
          <p:cNvPr id="14340" name="Rectangle 3">
            <a:extLst>
              <a:ext uri="{FF2B5EF4-FFF2-40B4-BE49-F238E27FC236}">
                <a16:creationId xmlns:a16="http://schemas.microsoft.com/office/drawing/2014/main" id="{FA08BB0D-7281-5A98-041A-43CA402D0F9C}"/>
              </a:ext>
            </a:extLst>
          </p:cNvPr>
          <p:cNvSpPr>
            <a:spLocks noGrp="1" noChangeArrowheads="1"/>
          </p:cNvSpPr>
          <p:nvPr>
            <p:ph type="body" idx="1"/>
          </p:nvPr>
        </p:nvSpPr>
        <p:spPr>
          <a:xfrm>
            <a:off x="523875" y="1044575"/>
            <a:ext cx="8229600" cy="1214438"/>
          </a:xfrm>
        </p:spPr>
        <p:txBody>
          <a:bodyPr/>
          <a:lstStyle/>
          <a:p>
            <a:pPr>
              <a:lnSpc>
                <a:spcPct val="130000"/>
              </a:lnSpc>
              <a:defRPr/>
            </a:pPr>
            <a:r>
              <a:rPr lang="zh-CN" altLang="en-US" sz="2800" b="1" dirty="0">
                <a:solidFill>
                  <a:schemeClr val="hlink"/>
                </a:solidFill>
              </a:rPr>
              <a:t>线性规划问题及其形式化表示</a:t>
            </a:r>
            <a:endParaRPr lang="zh-CN" altLang="en-US" sz="2800" dirty="0">
              <a:solidFill>
                <a:schemeClr val="hlink"/>
              </a:solidFill>
            </a:endParaRPr>
          </a:p>
          <a:p>
            <a:pPr>
              <a:lnSpc>
                <a:spcPct val="130000"/>
              </a:lnSpc>
              <a:defRPr/>
            </a:pPr>
            <a:endParaRPr lang="en-US" altLang="zh-CN" sz="2800" dirty="0"/>
          </a:p>
          <a:p>
            <a:pPr>
              <a:lnSpc>
                <a:spcPct val="130000"/>
              </a:lnSpc>
              <a:defRPr/>
            </a:pPr>
            <a:endParaRPr lang="zh-CN" altLang="en-US" sz="2000" dirty="0"/>
          </a:p>
          <a:p>
            <a:pPr>
              <a:lnSpc>
                <a:spcPct val="130000"/>
              </a:lnSpc>
              <a:buFontTx/>
              <a:buNone/>
              <a:defRPr/>
            </a:pPr>
            <a:r>
              <a:rPr lang="en-US" altLang="zh-CN" sz="2800" dirty="0"/>
              <a:t> </a:t>
            </a:r>
            <a:r>
              <a:rPr lang="en-US" altLang="zh-CN" sz="2800" dirty="0" err="1"/>
              <a:t>s.t.</a:t>
            </a:r>
            <a:endParaRPr lang="en-US" altLang="zh-CN" sz="2800" dirty="0"/>
          </a:p>
        </p:txBody>
      </p:sp>
      <p:sp>
        <p:nvSpPr>
          <p:cNvPr id="14341" name="Rectangle 5">
            <a:extLst>
              <a:ext uri="{FF2B5EF4-FFF2-40B4-BE49-F238E27FC236}">
                <a16:creationId xmlns:a16="http://schemas.microsoft.com/office/drawing/2014/main" id="{75FF96A9-8523-2FB4-D5FE-752CCDEECB65}"/>
              </a:ext>
            </a:extLst>
          </p:cNvPr>
          <p:cNvSpPr>
            <a:spLocks noChangeArrowheads="1"/>
          </p:cNvSpPr>
          <p:nvPr/>
        </p:nvSpPr>
        <p:spPr bwMode="auto">
          <a:xfrm>
            <a:off x="0" y="2490788"/>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34822" name="Object 2">
            <a:extLst>
              <a:ext uri="{FF2B5EF4-FFF2-40B4-BE49-F238E27FC236}">
                <a16:creationId xmlns:a16="http://schemas.microsoft.com/office/drawing/2014/main" id="{DC045B30-BEED-11A8-8E79-39DE19131C3B}"/>
              </a:ext>
            </a:extLst>
          </p:cNvPr>
          <p:cNvGraphicFramePr>
            <a:graphicFrameLocks noChangeAspect="1"/>
          </p:cNvGraphicFramePr>
          <p:nvPr/>
        </p:nvGraphicFramePr>
        <p:xfrm>
          <a:off x="2571750" y="2133600"/>
          <a:ext cx="6143625" cy="857250"/>
        </p:xfrm>
        <a:graphic>
          <a:graphicData uri="http://schemas.openxmlformats.org/presentationml/2006/ole">
            <mc:AlternateContent xmlns:mc="http://schemas.openxmlformats.org/markup-compatibility/2006">
              <mc:Choice xmlns:v="urn:schemas-microsoft-com:vml" Requires="v">
                <p:oleObj name="公式" r:id="rId3" imgW="2946400" imgH="444500" progId="Equation.3">
                  <p:embed/>
                </p:oleObj>
              </mc:Choice>
              <mc:Fallback>
                <p:oleObj name="公式" r:id="rId3" imgW="2946400" imgH="4445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2133600"/>
                        <a:ext cx="61436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3" name="Object 3">
            <a:extLst>
              <a:ext uri="{FF2B5EF4-FFF2-40B4-BE49-F238E27FC236}">
                <a16:creationId xmlns:a16="http://schemas.microsoft.com/office/drawing/2014/main" id="{EFEFF0C0-0BE9-5208-77B5-6AA88DE6B2E6}"/>
              </a:ext>
            </a:extLst>
          </p:cNvPr>
          <p:cNvGraphicFramePr>
            <a:graphicFrameLocks noChangeAspect="1"/>
          </p:cNvGraphicFramePr>
          <p:nvPr/>
        </p:nvGraphicFramePr>
        <p:xfrm>
          <a:off x="1979613" y="2990850"/>
          <a:ext cx="6208712" cy="2708275"/>
        </p:xfrm>
        <a:graphic>
          <a:graphicData uri="http://schemas.openxmlformats.org/presentationml/2006/ole">
            <mc:AlternateContent xmlns:mc="http://schemas.openxmlformats.org/markup-compatibility/2006">
              <mc:Choice xmlns:v="urn:schemas-microsoft-com:vml" Requires="v">
                <p:oleObj name="公式" r:id="rId5" imgW="3213100" imgH="1397000" progId="Equation.3">
                  <p:embed/>
                </p:oleObj>
              </mc:Choice>
              <mc:Fallback>
                <p:oleObj name="公式" r:id="rId5" imgW="3213100" imgH="1397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613" y="2990850"/>
                        <a:ext cx="620871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5" name="矩形 1">
            <a:extLst>
              <a:ext uri="{FF2B5EF4-FFF2-40B4-BE49-F238E27FC236}">
                <a16:creationId xmlns:a16="http://schemas.microsoft.com/office/drawing/2014/main" id="{9992AEBA-3E6A-568C-ED11-7D6D1A5D26F7}"/>
              </a:ext>
            </a:extLst>
          </p:cNvPr>
          <p:cNvSpPr>
            <a:spLocks noChangeArrowheads="1"/>
          </p:cNvSpPr>
          <p:nvPr/>
        </p:nvSpPr>
        <p:spPr bwMode="auto">
          <a:xfrm>
            <a:off x="185738" y="5300663"/>
            <a:ext cx="1570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800" dirty="0">
                <a:latin typeface="+mj-ea"/>
                <a:ea typeface="+mj-ea"/>
              </a:rPr>
              <a:t>变量非负约束</a:t>
            </a:r>
          </a:p>
        </p:txBody>
      </p:sp>
      <p:sp>
        <p:nvSpPr>
          <p:cNvPr id="3" name="矩形 2">
            <a:extLst>
              <a:ext uri="{FF2B5EF4-FFF2-40B4-BE49-F238E27FC236}">
                <a16:creationId xmlns:a16="http://schemas.microsoft.com/office/drawing/2014/main" id="{13C11757-69AF-2E9E-15FE-C569F31C7D95}"/>
              </a:ext>
            </a:extLst>
          </p:cNvPr>
          <p:cNvSpPr/>
          <p:nvPr/>
        </p:nvSpPr>
        <p:spPr>
          <a:xfrm>
            <a:off x="827088" y="1679575"/>
            <a:ext cx="4464050" cy="461963"/>
          </a:xfrm>
          <a:prstGeom prst="rect">
            <a:avLst/>
          </a:prstGeom>
        </p:spPr>
        <p:txBody>
          <a:bodyPr wrap="none">
            <a:spAutoFit/>
          </a:bodyPr>
          <a:lstStyle/>
          <a:p>
            <a:pPr>
              <a:defRPr/>
            </a:pPr>
            <a:r>
              <a:rPr lang="zh-CN" altLang="en-US" sz="2400" dirty="0">
                <a:solidFill>
                  <a:schemeClr val="tx1"/>
                </a:solidFill>
                <a:latin typeface="+mj-ea"/>
                <a:ea typeface="+mj-ea"/>
                <a:cs typeface="Times New Roman" panose="02020603050405020304" pitchFamily="18" charset="0"/>
              </a:rPr>
              <a:t>总共</a:t>
            </a:r>
            <a:r>
              <a:rPr lang="en-US" altLang="zh-CN" sz="2400" dirty="0">
                <a:solidFill>
                  <a:srgbClr val="FF0000"/>
                </a:solidFill>
                <a:latin typeface="+mj-ea"/>
                <a:ea typeface="+mj-ea"/>
                <a:cs typeface="Times New Roman" panose="02020603050405020304" pitchFamily="18" charset="0"/>
              </a:rPr>
              <a:t>n</a:t>
            </a:r>
            <a:r>
              <a:rPr lang="zh-CN" altLang="en-US" sz="2400" dirty="0">
                <a:solidFill>
                  <a:schemeClr val="tx1"/>
                </a:solidFill>
                <a:latin typeface="+mj-ea"/>
                <a:ea typeface="+mj-ea"/>
                <a:cs typeface="Times New Roman" panose="02020603050405020304" pitchFamily="18" charset="0"/>
              </a:rPr>
              <a:t>个变量，</a:t>
            </a:r>
            <a:r>
              <a:rPr lang="en-US" altLang="zh-CN" sz="2400" dirty="0" err="1">
                <a:solidFill>
                  <a:srgbClr val="FF0000"/>
                </a:solidFill>
                <a:latin typeface="+mj-ea"/>
                <a:ea typeface="+mj-ea"/>
                <a:cs typeface="Times New Roman" panose="02020603050405020304" pitchFamily="18" charset="0"/>
              </a:rPr>
              <a:t>m+n</a:t>
            </a:r>
            <a:r>
              <a:rPr lang="zh-CN" altLang="en-US" sz="2400" dirty="0">
                <a:solidFill>
                  <a:schemeClr val="tx1"/>
                </a:solidFill>
                <a:latin typeface="+mj-ea"/>
                <a:ea typeface="+mj-ea"/>
                <a:cs typeface="Times New Roman" panose="02020603050405020304" pitchFamily="18" charset="0"/>
              </a:rPr>
              <a:t>个约束条件</a:t>
            </a:r>
            <a:endParaRPr lang="zh-CN" altLang="en-US" sz="2400" baseline="-25000" dirty="0">
              <a:solidFill>
                <a:schemeClr val="tx1"/>
              </a:solidFill>
              <a:latin typeface="+mj-ea"/>
              <a:ea typeface="+mj-ea"/>
              <a:cs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33">
            <a:extLst>
              <a:ext uri="{FF2B5EF4-FFF2-40B4-BE49-F238E27FC236}">
                <a16:creationId xmlns:a16="http://schemas.microsoft.com/office/drawing/2014/main" id="{C844CEE4-4557-85A3-AECF-9F52FFC3818A}"/>
              </a:ext>
            </a:extLst>
          </p:cNvPr>
          <p:cNvSpPr txBox="1">
            <a:spLocks noChangeArrowheads="1"/>
          </p:cNvSpPr>
          <p:nvPr/>
        </p:nvSpPr>
        <p:spPr bwMode="auto">
          <a:xfrm>
            <a:off x="573088" y="1300163"/>
            <a:ext cx="3783012" cy="554037"/>
          </a:xfrm>
          <a:prstGeom prst="rect">
            <a:avLst/>
          </a:prstGeom>
          <a:noFill/>
          <a:ln w="57150" cap="sq" cmpd="thinThick">
            <a:noFill/>
            <a:miter lim="800000"/>
            <a:headEnd type="none" w="sm" len="sm"/>
            <a:tailEnd type="none" w="sm" len="sm"/>
          </a:ln>
        </p:spPr>
        <p:txBody>
          <a:bodyPr>
            <a:spAutoFit/>
          </a:bodyPr>
          <a:lstStyle/>
          <a:p>
            <a:pPr eaLnBrk="1" hangingPunct="1">
              <a:spcBef>
                <a:spcPct val="50000"/>
              </a:spcBef>
              <a:buClr>
                <a:schemeClr val="accent1"/>
              </a:buClr>
              <a:buSzPct val="65000"/>
              <a:buFont typeface="Wingdings" panose="05000000000000000000" pitchFamily="2" charset="2"/>
              <a:buNone/>
              <a:defRPr/>
            </a:pPr>
            <a:r>
              <a:rPr lang="zh-CN" altLang="en-US" dirty="0">
                <a:solidFill>
                  <a:schemeClr val="tx1"/>
                </a:solidFill>
                <a:latin typeface="+mj-ea"/>
                <a:ea typeface="+mj-ea"/>
              </a:rPr>
              <a:t>线性规划的几何含义</a:t>
            </a:r>
          </a:p>
        </p:txBody>
      </p:sp>
      <p:sp>
        <p:nvSpPr>
          <p:cNvPr id="22533" name="Rectangle 34">
            <a:extLst>
              <a:ext uri="{FF2B5EF4-FFF2-40B4-BE49-F238E27FC236}">
                <a16:creationId xmlns:a16="http://schemas.microsoft.com/office/drawing/2014/main" id="{3E7F1B44-0FB2-3965-C461-1B347814C952}"/>
              </a:ext>
            </a:extLst>
          </p:cNvPr>
          <p:cNvSpPr>
            <a:spLocks noChangeArrowheads="1"/>
          </p:cNvSpPr>
          <p:nvPr/>
        </p:nvSpPr>
        <p:spPr bwMode="auto">
          <a:xfrm>
            <a:off x="539750" y="119063"/>
            <a:ext cx="6262688" cy="1143000"/>
          </a:xfrm>
          <a:prstGeom prst="rect">
            <a:avLst/>
          </a:prstGeom>
          <a:noFill/>
          <a:ln w="9525">
            <a:noFill/>
            <a:miter lim="800000"/>
            <a:headEnd/>
            <a:tailEnd/>
          </a:ln>
        </p:spPr>
        <p:txBody>
          <a:bodyPr anchor="ctr"/>
          <a:lstStyle/>
          <a:p>
            <a:pPr eaLnBrk="1" hangingPunct="1">
              <a:spcBef>
                <a:spcPct val="20000"/>
              </a:spcBef>
              <a:buClr>
                <a:schemeClr val="accent1"/>
              </a:buClr>
              <a:buSzPct val="65000"/>
              <a:buFont typeface="Wingdings" panose="05000000000000000000" pitchFamily="2" charset="2"/>
              <a:buNone/>
              <a:defRPr/>
            </a:pPr>
            <a:r>
              <a:rPr lang="zh-CN" altLang="en-US" sz="4000" dirty="0">
                <a:solidFill>
                  <a:srgbClr val="006600"/>
                </a:solidFill>
                <a:latin typeface="+mj-ea"/>
                <a:ea typeface="+mj-ea"/>
              </a:rPr>
              <a:t>线性规划模型</a:t>
            </a:r>
            <a:r>
              <a:rPr lang="en-US" altLang="zh-CN" sz="4000" dirty="0">
                <a:solidFill>
                  <a:srgbClr val="006600"/>
                </a:solidFill>
                <a:latin typeface="+mj-ea"/>
                <a:ea typeface="+mj-ea"/>
              </a:rPr>
              <a:t>(</a:t>
            </a:r>
            <a:r>
              <a:rPr lang="zh-CN" altLang="en-US" sz="4000" dirty="0">
                <a:solidFill>
                  <a:srgbClr val="006600"/>
                </a:solidFill>
                <a:latin typeface="+mj-ea"/>
                <a:ea typeface="+mj-ea"/>
              </a:rPr>
              <a:t>回顾</a:t>
            </a:r>
            <a:r>
              <a:rPr lang="en-US" altLang="zh-CN" sz="4000" dirty="0">
                <a:solidFill>
                  <a:srgbClr val="006600"/>
                </a:solidFill>
                <a:latin typeface="+mj-ea"/>
                <a:ea typeface="+mj-ea"/>
              </a:rPr>
              <a:t>) </a:t>
            </a:r>
            <a:endParaRPr lang="zh-CN" altLang="en-US" sz="4000" dirty="0">
              <a:solidFill>
                <a:srgbClr val="006600"/>
              </a:solidFill>
              <a:latin typeface="+mj-ea"/>
              <a:ea typeface="+mj-ea"/>
            </a:endParaRPr>
          </a:p>
        </p:txBody>
      </p:sp>
      <p:sp>
        <p:nvSpPr>
          <p:cNvPr id="182307" name="Text Box 35">
            <a:extLst>
              <a:ext uri="{FF2B5EF4-FFF2-40B4-BE49-F238E27FC236}">
                <a16:creationId xmlns:a16="http://schemas.microsoft.com/office/drawing/2014/main" id="{2251166F-3008-F9F6-3C89-6664891779CA}"/>
              </a:ext>
            </a:extLst>
          </p:cNvPr>
          <p:cNvSpPr txBox="1">
            <a:spLocks noChangeArrowheads="1"/>
          </p:cNvSpPr>
          <p:nvPr/>
        </p:nvSpPr>
        <p:spPr bwMode="auto">
          <a:xfrm>
            <a:off x="5772150" y="427038"/>
            <a:ext cx="2663825" cy="182086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max  z = 5</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+3</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s.t.    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≤40</a:t>
            </a:r>
          </a:p>
          <a:p>
            <a:pPr eaLnBrk="1" hangingPunct="1">
              <a:lnSpc>
                <a:spcPct val="80000"/>
              </a:lnSpc>
              <a:spcBef>
                <a:spcPct val="50000"/>
              </a:spcBef>
              <a:buFont typeface="Wingdings" panose="05000000000000000000" pitchFamily="2" charset="2"/>
              <a:buNone/>
              <a:defRPr/>
            </a:pPr>
            <a:r>
              <a:rPr lang="en-US" altLang="zh-CN" sz="2400">
                <a:latin typeface="+mj-ea"/>
                <a:ea typeface="+mj-ea"/>
                <a:cs typeface="Times New Roman" panose="02020603050405020304" pitchFamily="18" charset="0"/>
              </a:rPr>
              <a:t>         </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1</a:t>
            </a:r>
            <a:r>
              <a:rPr lang="en-US" altLang="zh-CN" sz="2400">
                <a:latin typeface="+mj-ea"/>
                <a:ea typeface="+mj-ea"/>
                <a:cs typeface="Times New Roman" panose="02020603050405020304" pitchFamily="18" charset="0"/>
              </a:rPr>
              <a:t>+2</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≤50 </a:t>
            </a:r>
          </a:p>
          <a:p>
            <a:pPr eaLnBrk="1" hangingPunct="1">
              <a:lnSpc>
                <a:spcPct val="80000"/>
              </a:lnSpc>
              <a:spcBef>
                <a:spcPct val="50000"/>
              </a:spcBef>
              <a:buFont typeface="Wingdings" panose="05000000000000000000" pitchFamily="2" charset="2"/>
              <a:buNone/>
              <a:defRPr/>
            </a:pPr>
            <a:r>
              <a:rPr lang="en-US" altLang="zh-CN" sz="2400" i="1">
                <a:latin typeface="+mj-ea"/>
                <a:ea typeface="+mj-ea"/>
                <a:cs typeface="Times New Roman" panose="02020603050405020304" pitchFamily="18" charset="0"/>
              </a:rPr>
              <a:t>         x</a:t>
            </a:r>
            <a:r>
              <a:rPr lang="en-US" altLang="zh-CN" sz="2400" baseline="-25000">
                <a:latin typeface="+mj-ea"/>
                <a:ea typeface="+mj-ea"/>
                <a:cs typeface="Times New Roman" panose="02020603050405020304" pitchFamily="18" charset="0"/>
              </a:rPr>
              <a:t>1</a:t>
            </a:r>
            <a:r>
              <a:rPr lang="zh-CN" altLang="en-US" sz="2400">
                <a:latin typeface="+mj-ea"/>
                <a:ea typeface="+mj-ea"/>
                <a:cs typeface="Times New Roman" panose="02020603050405020304" pitchFamily="18" charset="0"/>
              </a:rPr>
              <a:t>，</a:t>
            </a:r>
            <a:r>
              <a:rPr lang="en-US" altLang="zh-CN" sz="2400" i="1">
                <a:latin typeface="+mj-ea"/>
                <a:ea typeface="+mj-ea"/>
                <a:cs typeface="Times New Roman" panose="02020603050405020304" pitchFamily="18" charset="0"/>
              </a:rPr>
              <a:t>x</a:t>
            </a:r>
            <a:r>
              <a:rPr lang="en-US" altLang="zh-CN" sz="2400" baseline="-25000">
                <a:latin typeface="+mj-ea"/>
                <a:ea typeface="+mj-ea"/>
                <a:cs typeface="Times New Roman" panose="02020603050405020304" pitchFamily="18" charset="0"/>
              </a:rPr>
              <a:t>2</a:t>
            </a:r>
            <a:r>
              <a:rPr lang="en-US" altLang="zh-CN" sz="2400">
                <a:latin typeface="+mj-ea"/>
                <a:ea typeface="+mj-ea"/>
                <a:cs typeface="Times New Roman" panose="02020603050405020304" pitchFamily="18" charset="0"/>
              </a:rPr>
              <a:t>≥0</a:t>
            </a:r>
          </a:p>
        </p:txBody>
      </p:sp>
      <p:grpSp>
        <p:nvGrpSpPr>
          <p:cNvPr id="2" name="Group 36">
            <a:extLst>
              <a:ext uri="{FF2B5EF4-FFF2-40B4-BE49-F238E27FC236}">
                <a16:creationId xmlns:a16="http://schemas.microsoft.com/office/drawing/2014/main" id="{CC50305E-3331-78E2-333B-A238B6AFE215}"/>
              </a:ext>
            </a:extLst>
          </p:cNvPr>
          <p:cNvGrpSpPr>
            <a:grpSpLocks/>
          </p:cNvGrpSpPr>
          <p:nvPr/>
        </p:nvGrpSpPr>
        <p:grpSpPr bwMode="auto">
          <a:xfrm>
            <a:off x="1529036" y="3628926"/>
            <a:ext cx="2022475" cy="1512888"/>
            <a:chOff x="454" y="2160"/>
            <a:chExt cx="1274" cy="953"/>
          </a:xfrm>
          <a:solidFill>
            <a:schemeClr val="accent1"/>
          </a:solidFill>
        </p:grpSpPr>
        <p:sp>
          <p:nvSpPr>
            <p:cNvPr id="22560" name="AutoShape 37">
              <a:extLst>
                <a:ext uri="{FF2B5EF4-FFF2-40B4-BE49-F238E27FC236}">
                  <a16:creationId xmlns:a16="http://schemas.microsoft.com/office/drawing/2014/main" id="{9CC63D8B-B254-7911-CC25-5AFAC8659DDB}"/>
                </a:ext>
              </a:extLst>
            </p:cNvPr>
            <p:cNvSpPr>
              <a:spLocks noChangeArrowheads="1"/>
            </p:cNvSpPr>
            <p:nvPr/>
          </p:nvSpPr>
          <p:spPr bwMode="auto">
            <a:xfrm>
              <a:off x="567" y="2160"/>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1" name="AutoShape 38">
              <a:extLst>
                <a:ext uri="{FF2B5EF4-FFF2-40B4-BE49-F238E27FC236}">
                  <a16:creationId xmlns:a16="http://schemas.microsoft.com/office/drawing/2014/main" id="{D2B1DBBF-B73F-FF05-6894-A9E8AF0FCD8C}"/>
                </a:ext>
              </a:extLst>
            </p:cNvPr>
            <p:cNvSpPr>
              <a:spLocks noChangeArrowheads="1"/>
            </p:cNvSpPr>
            <p:nvPr/>
          </p:nvSpPr>
          <p:spPr bwMode="auto">
            <a:xfrm rot="2564613">
              <a:off x="454" y="2406"/>
              <a:ext cx="1274" cy="264"/>
            </a:xfrm>
            <a:prstGeom prst="triangle">
              <a:avLst>
                <a:gd name="adj" fmla="val 50051"/>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sp>
          <p:nvSpPr>
            <p:cNvPr id="22562" name="Rectangle 39">
              <a:extLst>
                <a:ext uri="{FF2B5EF4-FFF2-40B4-BE49-F238E27FC236}">
                  <a16:creationId xmlns:a16="http://schemas.microsoft.com/office/drawing/2014/main" id="{FFA3CEAA-88FC-D805-920E-4B471BCF08B0}"/>
                </a:ext>
              </a:extLst>
            </p:cNvPr>
            <p:cNvSpPr>
              <a:spLocks noChangeArrowheads="1"/>
            </p:cNvSpPr>
            <p:nvPr/>
          </p:nvSpPr>
          <p:spPr bwMode="auto">
            <a:xfrm rot="19620138">
              <a:off x="1092" y="2646"/>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latin typeface="+mj-ea"/>
                <a:ea typeface="+mj-ea"/>
                <a:cs typeface="Times New Roman" pitchFamily="18" charset="0"/>
              </a:endParaRPr>
            </a:p>
          </p:txBody>
        </p:sp>
      </p:grpSp>
      <p:sp>
        <p:nvSpPr>
          <p:cNvPr id="18439" name="Line 40">
            <a:extLst>
              <a:ext uri="{FF2B5EF4-FFF2-40B4-BE49-F238E27FC236}">
                <a16:creationId xmlns:a16="http://schemas.microsoft.com/office/drawing/2014/main" id="{A1ADC5CC-3DC1-5915-3FC3-BBE3ABF944FC}"/>
              </a:ext>
            </a:extLst>
          </p:cNvPr>
          <p:cNvSpPr>
            <a:spLocks noChangeShapeType="1"/>
          </p:cNvSpPr>
          <p:nvPr/>
        </p:nvSpPr>
        <p:spPr bwMode="auto">
          <a:xfrm>
            <a:off x="1709738" y="3629025"/>
            <a:ext cx="0" cy="1512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36871" name="Group 41">
            <a:extLst>
              <a:ext uri="{FF2B5EF4-FFF2-40B4-BE49-F238E27FC236}">
                <a16:creationId xmlns:a16="http://schemas.microsoft.com/office/drawing/2014/main" id="{1FF06595-6B26-6EBC-F9DD-407BEB433FF6}"/>
              </a:ext>
            </a:extLst>
          </p:cNvPr>
          <p:cNvGrpSpPr>
            <a:grpSpLocks/>
          </p:cNvGrpSpPr>
          <p:nvPr/>
        </p:nvGrpSpPr>
        <p:grpSpPr bwMode="auto">
          <a:xfrm>
            <a:off x="1420813" y="1966913"/>
            <a:ext cx="4219575" cy="3535362"/>
            <a:chOff x="390" y="1113"/>
            <a:chExt cx="2658" cy="2227"/>
          </a:xfrm>
        </p:grpSpPr>
        <p:sp>
          <p:nvSpPr>
            <p:cNvPr id="18456" name="Line 42">
              <a:extLst>
                <a:ext uri="{FF2B5EF4-FFF2-40B4-BE49-F238E27FC236}">
                  <a16:creationId xmlns:a16="http://schemas.microsoft.com/office/drawing/2014/main" id="{95A1B190-FBA8-3834-C7C4-387A8B5B5B3D}"/>
                </a:ext>
              </a:extLst>
            </p:cNvPr>
            <p:cNvSpPr>
              <a:spLocks noChangeShapeType="1"/>
            </p:cNvSpPr>
            <p:nvPr/>
          </p:nvSpPr>
          <p:spPr bwMode="auto">
            <a:xfrm rot="-254299">
              <a:off x="567" y="2096"/>
              <a:ext cx="1996" cy="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57" name="Rectangle 43">
              <a:extLst>
                <a:ext uri="{FF2B5EF4-FFF2-40B4-BE49-F238E27FC236}">
                  <a16:creationId xmlns:a16="http://schemas.microsoft.com/office/drawing/2014/main" id="{D63FEECA-30CF-41F8-17FA-E9AF97F2D101}"/>
                </a:ext>
              </a:extLst>
            </p:cNvPr>
            <p:cNvSpPr>
              <a:spLocks noChangeArrowheads="1"/>
            </p:cNvSpPr>
            <p:nvPr/>
          </p:nvSpPr>
          <p:spPr bwMode="auto">
            <a:xfrm>
              <a:off x="832" y="1625"/>
              <a:ext cx="95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2x</a:t>
              </a:r>
              <a:r>
                <a:rPr lang="en-US" altLang="zh-CN" sz="1600" b="1" baseline="-25000">
                  <a:latin typeface="+mj-ea"/>
                  <a:ea typeface="+mj-ea"/>
                  <a:cs typeface="Times New Roman" panose="02020603050405020304" pitchFamily="18" charset="0"/>
                </a:rPr>
                <a:t>1 </a:t>
              </a:r>
              <a:r>
                <a:rPr lang="en-US" altLang="zh-CN" sz="1600" b="1">
                  <a:latin typeface="+mj-ea"/>
                  <a:ea typeface="+mj-ea"/>
                  <a:cs typeface="Times New Roman" panose="02020603050405020304" pitchFamily="18" charset="0"/>
                </a:rPr>
                <a:t>+ 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40</a:t>
              </a:r>
            </a:p>
          </p:txBody>
        </p:sp>
        <p:sp>
          <p:nvSpPr>
            <p:cNvPr id="18458" name="Rectangle 44">
              <a:extLst>
                <a:ext uri="{FF2B5EF4-FFF2-40B4-BE49-F238E27FC236}">
                  <a16:creationId xmlns:a16="http://schemas.microsoft.com/office/drawing/2014/main" id="{51DD9144-2C1E-FF72-EC11-88183AAA896E}"/>
                </a:ext>
              </a:extLst>
            </p:cNvPr>
            <p:cNvSpPr>
              <a:spLocks noChangeArrowheads="1"/>
            </p:cNvSpPr>
            <p:nvPr/>
          </p:nvSpPr>
          <p:spPr bwMode="auto">
            <a:xfrm>
              <a:off x="1807" y="2579"/>
              <a:ext cx="96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r>
                <a:rPr lang="en-US" altLang="zh-CN" sz="1600" b="1">
                  <a:latin typeface="+mj-ea"/>
                  <a:ea typeface="+mj-ea"/>
                  <a:cs typeface="Times New Roman" panose="02020603050405020304" pitchFamily="18" charset="0"/>
                </a:rPr>
                <a:t> + 2x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 = 50</a:t>
              </a:r>
            </a:p>
          </p:txBody>
        </p:sp>
        <p:sp>
          <p:nvSpPr>
            <p:cNvPr id="18459" name="Line 45">
              <a:extLst>
                <a:ext uri="{FF2B5EF4-FFF2-40B4-BE49-F238E27FC236}">
                  <a16:creationId xmlns:a16="http://schemas.microsoft.com/office/drawing/2014/main" id="{E2420ED7-C228-1225-6184-55B82A391724}"/>
                </a:ext>
              </a:extLst>
            </p:cNvPr>
            <p:cNvSpPr>
              <a:spLocks noChangeShapeType="1"/>
            </p:cNvSpPr>
            <p:nvPr/>
          </p:nvSpPr>
          <p:spPr bwMode="auto">
            <a:xfrm rot="467737">
              <a:off x="420" y="1237"/>
              <a:ext cx="1225" cy="186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36893" name="Group 46">
              <a:extLst>
                <a:ext uri="{FF2B5EF4-FFF2-40B4-BE49-F238E27FC236}">
                  <a16:creationId xmlns:a16="http://schemas.microsoft.com/office/drawing/2014/main" id="{43F51218-9BC3-8CF7-3D87-3FC903407EBE}"/>
                </a:ext>
              </a:extLst>
            </p:cNvPr>
            <p:cNvGrpSpPr>
              <a:grpSpLocks/>
            </p:cNvGrpSpPr>
            <p:nvPr/>
          </p:nvGrpSpPr>
          <p:grpSpPr bwMode="auto">
            <a:xfrm>
              <a:off x="390" y="1113"/>
              <a:ext cx="2658" cy="2227"/>
              <a:chOff x="521" y="1158"/>
              <a:chExt cx="2658" cy="2227"/>
            </a:xfrm>
          </p:grpSpPr>
          <p:sp>
            <p:nvSpPr>
              <p:cNvPr id="18461" name="Line 47">
                <a:extLst>
                  <a:ext uri="{FF2B5EF4-FFF2-40B4-BE49-F238E27FC236}">
                    <a16:creationId xmlns:a16="http://schemas.microsoft.com/office/drawing/2014/main" id="{15EA05B6-0A44-4026-C716-BAEF94847477}"/>
                  </a:ext>
                </a:extLst>
              </p:cNvPr>
              <p:cNvSpPr>
                <a:spLocks noChangeShapeType="1"/>
              </p:cNvSpPr>
              <p:nvPr/>
            </p:nvSpPr>
            <p:spPr bwMode="auto">
              <a:xfrm>
                <a:off x="521"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grpSp>
            <p:nvGrpSpPr>
              <p:cNvPr id="36895" name="Group 48">
                <a:extLst>
                  <a:ext uri="{FF2B5EF4-FFF2-40B4-BE49-F238E27FC236}">
                    <a16:creationId xmlns:a16="http://schemas.microsoft.com/office/drawing/2014/main" id="{751B8409-D7BB-E5E0-50DF-5FFA54DC7CB2}"/>
                  </a:ext>
                </a:extLst>
              </p:cNvPr>
              <p:cNvGrpSpPr>
                <a:grpSpLocks/>
              </p:cNvGrpSpPr>
              <p:nvPr/>
            </p:nvGrpSpPr>
            <p:grpSpPr bwMode="auto">
              <a:xfrm>
                <a:off x="703" y="1158"/>
                <a:ext cx="2476" cy="2227"/>
                <a:chOff x="703" y="1158"/>
                <a:chExt cx="2476" cy="2227"/>
              </a:xfrm>
            </p:grpSpPr>
            <p:sp>
              <p:nvSpPr>
                <p:cNvPr id="18463" name="Line 49">
                  <a:extLst>
                    <a:ext uri="{FF2B5EF4-FFF2-40B4-BE49-F238E27FC236}">
                      <a16:creationId xmlns:a16="http://schemas.microsoft.com/office/drawing/2014/main" id="{121E7747-08D8-CA56-5F0B-F37B4182CA85}"/>
                    </a:ext>
                  </a:extLst>
                </p:cNvPr>
                <p:cNvSpPr>
                  <a:spLocks noChangeShapeType="1"/>
                </p:cNvSpPr>
                <p:nvPr/>
              </p:nvSpPr>
              <p:spPr bwMode="auto">
                <a:xfrm flipV="1">
                  <a:off x="703" y="1158"/>
                  <a:ext cx="13" cy="222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464" name="Rectangle 50">
                  <a:extLst>
                    <a:ext uri="{FF2B5EF4-FFF2-40B4-BE49-F238E27FC236}">
                      <a16:creationId xmlns:a16="http://schemas.microsoft.com/office/drawing/2014/main" id="{0E59A080-9B9D-F252-328F-2DBA3BAC5440}"/>
                    </a:ext>
                  </a:extLst>
                </p:cNvPr>
                <p:cNvSpPr>
                  <a:spLocks noChangeArrowheads="1"/>
                </p:cNvSpPr>
                <p:nvPr/>
              </p:nvSpPr>
              <p:spPr bwMode="auto">
                <a:xfrm>
                  <a:off x="2880" y="3037"/>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p>
              </p:txBody>
            </p:sp>
            <p:sp>
              <p:nvSpPr>
                <p:cNvPr id="18465" name="Rectangle 51">
                  <a:extLst>
                    <a:ext uri="{FF2B5EF4-FFF2-40B4-BE49-F238E27FC236}">
                      <a16:creationId xmlns:a16="http://schemas.microsoft.com/office/drawing/2014/main" id="{E2F5F03C-5B06-BDAA-E06A-222CD8BA585E}"/>
                    </a:ext>
                  </a:extLst>
                </p:cNvPr>
                <p:cNvSpPr>
                  <a:spLocks noChangeArrowheads="1"/>
                </p:cNvSpPr>
                <p:nvPr/>
              </p:nvSpPr>
              <p:spPr bwMode="auto">
                <a:xfrm>
                  <a:off x="793" y="1298"/>
                  <a:ext cx="29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r>
                    <a:rPr lang="en-US" altLang="zh-CN" sz="1600">
                      <a:latin typeface="+mj-ea"/>
                      <a:ea typeface="+mj-ea"/>
                      <a:cs typeface="Times New Roman" panose="02020603050405020304" pitchFamily="18" charset="0"/>
                    </a:rPr>
                    <a:t> </a:t>
                  </a: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2</a:t>
                  </a:r>
                </a:p>
              </p:txBody>
            </p:sp>
          </p:grpSp>
        </p:grpSp>
      </p:grpSp>
      <p:sp>
        <p:nvSpPr>
          <p:cNvPr id="18441" name="Text Box 52">
            <a:extLst>
              <a:ext uri="{FF2B5EF4-FFF2-40B4-BE49-F238E27FC236}">
                <a16:creationId xmlns:a16="http://schemas.microsoft.com/office/drawing/2014/main" id="{37AB895F-2581-66FE-57CB-95835B1986AB}"/>
              </a:ext>
            </a:extLst>
          </p:cNvPr>
          <p:cNvSpPr txBox="1">
            <a:spLocks noChangeArrowheads="1"/>
          </p:cNvSpPr>
          <p:nvPr/>
        </p:nvSpPr>
        <p:spPr bwMode="auto">
          <a:xfrm>
            <a:off x="1420813" y="5070475"/>
            <a:ext cx="431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dirty="0">
                <a:latin typeface="+mj-ea"/>
                <a:ea typeface="+mj-ea"/>
                <a:cs typeface="Times New Roman" panose="02020603050405020304" pitchFamily="18" charset="0"/>
              </a:rPr>
              <a:t>a</a:t>
            </a:r>
          </a:p>
        </p:txBody>
      </p:sp>
      <p:sp>
        <p:nvSpPr>
          <p:cNvPr id="18442" name="Text Box 53">
            <a:extLst>
              <a:ext uri="{FF2B5EF4-FFF2-40B4-BE49-F238E27FC236}">
                <a16:creationId xmlns:a16="http://schemas.microsoft.com/office/drawing/2014/main" id="{FBFAED2E-F5EB-0B06-7B7E-D65FE1CADEDC}"/>
              </a:ext>
            </a:extLst>
          </p:cNvPr>
          <p:cNvSpPr txBox="1">
            <a:spLocks noChangeArrowheads="1"/>
          </p:cNvSpPr>
          <p:nvPr/>
        </p:nvSpPr>
        <p:spPr bwMode="auto">
          <a:xfrm>
            <a:off x="2936875" y="5175250"/>
            <a:ext cx="5032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2000" b="1">
                <a:latin typeface="+mj-ea"/>
                <a:ea typeface="+mj-ea"/>
                <a:cs typeface="Times New Roman" panose="02020603050405020304" pitchFamily="18" charset="0"/>
              </a:rPr>
              <a:t>20</a:t>
            </a:r>
          </a:p>
        </p:txBody>
      </p:sp>
      <p:sp>
        <p:nvSpPr>
          <p:cNvPr id="182326" name="Text Box 54">
            <a:extLst>
              <a:ext uri="{FF2B5EF4-FFF2-40B4-BE49-F238E27FC236}">
                <a16:creationId xmlns:a16="http://schemas.microsoft.com/office/drawing/2014/main" id="{D1BBE30F-78AE-E9BB-D0F8-0BBD495C645C}"/>
              </a:ext>
            </a:extLst>
          </p:cNvPr>
          <p:cNvSpPr txBox="1">
            <a:spLocks noChangeArrowheads="1"/>
          </p:cNvSpPr>
          <p:nvPr/>
        </p:nvSpPr>
        <p:spPr bwMode="auto">
          <a:xfrm>
            <a:off x="2709863" y="3846513"/>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600" b="1">
                <a:latin typeface="+mj-ea"/>
                <a:ea typeface="+mj-ea"/>
                <a:cs typeface="Times New Roman" panose="02020603050405020304" pitchFamily="18" charset="0"/>
              </a:rPr>
              <a:t>x</a:t>
            </a:r>
            <a:r>
              <a:rPr lang="en-US" altLang="zh-CN" sz="1600" b="1" baseline="-25000">
                <a:latin typeface="+mj-ea"/>
                <a:ea typeface="+mj-ea"/>
                <a:cs typeface="Times New Roman" panose="02020603050405020304" pitchFamily="18" charset="0"/>
              </a:rPr>
              <a:t>1</a:t>
            </a:r>
            <a:r>
              <a:rPr lang="en-US" altLang="zh-CN" sz="1600" b="1">
                <a:latin typeface="+mj-ea"/>
                <a:ea typeface="+mj-ea"/>
                <a:cs typeface="Times New Roman" panose="02020603050405020304" pitchFamily="18" charset="0"/>
              </a:rPr>
              <a:t>=10,x</a:t>
            </a:r>
            <a:r>
              <a:rPr lang="en-US" altLang="zh-CN" sz="1600" b="1" baseline="-25000">
                <a:latin typeface="+mj-ea"/>
                <a:ea typeface="+mj-ea"/>
                <a:cs typeface="Times New Roman" panose="02020603050405020304" pitchFamily="18" charset="0"/>
              </a:rPr>
              <a:t>2</a:t>
            </a:r>
            <a:r>
              <a:rPr lang="en-US" altLang="zh-CN" sz="1600" b="1">
                <a:latin typeface="+mj-ea"/>
                <a:ea typeface="+mj-ea"/>
                <a:cs typeface="Times New Roman" panose="02020603050405020304" pitchFamily="18" charset="0"/>
              </a:rPr>
              <a:t>=20</a:t>
            </a:r>
          </a:p>
        </p:txBody>
      </p:sp>
      <p:sp>
        <p:nvSpPr>
          <p:cNvPr id="18444" name="Text Box 55">
            <a:extLst>
              <a:ext uri="{FF2B5EF4-FFF2-40B4-BE49-F238E27FC236}">
                <a16:creationId xmlns:a16="http://schemas.microsoft.com/office/drawing/2014/main" id="{FCB21347-C2C2-AF8C-7274-8B601C2DA72E}"/>
              </a:ext>
            </a:extLst>
          </p:cNvPr>
          <p:cNvSpPr txBox="1">
            <a:spLocks noChangeArrowheads="1"/>
          </p:cNvSpPr>
          <p:nvPr/>
        </p:nvSpPr>
        <p:spPr bwMode="auto">
          <a:xfrm>
            <a:off x="1277938" y="3557588"/>
            <a:ext cx="5762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latin typeface="+mj-ea"/>
                <a:ea typeface="+mj-ea"/>
                <a:cs typeface="Times New Roman" panose="02020603050405020304" pitchFamily="18" charset="0"/>
              </a:rPr>
              <a:t>25</a:t>
            </a:r>
          </a:p>
        </p:txBody>
      </p:sp>
      <p:sp>
        <p:nvSpPr>
          <p:cNvPr id="182329" name="Oval 57">
            <a:extLst>
              <a:ext uri="{FF2B5EF4-FFF2-40B4-BE49-F238E27FC236}">
                <a16:creationId xmlns:a16="http://schemas.microsoft.com/office/drawing/2014/main" id="{0FDBAC4D-0C90-F2F2-ED6D-2AADCFA878E3}"/>
              </a:ext>
            </a:extLst>
          </p:cNvPr>
          <p:cNvSpPr>
            <a:spLocks noChangeArrowheads="1"/>
          </p:cNvSpPr>
          <p:nvPr/>
        </p:nvSpPr>
        <p:spPr bwMode="auto">
          <a:xfrm>
            <a:off x="2646363" y="4062413"/>
            <a:ext cx="71437" cy="71437"/>
          </a:xfrm>
          <a:prstGeom prst="ellipse">
            <a:avLst/>
          </a:prstGeom>
          <a:solidFill>
            <a:srgbClr val="FFFF00"/>
          </a:solidFill>
          <a:ln w="952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defRPr/>
            </a:pPr>
            <a:endParaRPr lang="zh-CN" altLang="en-US">
              <a:solidFill>
                <a:srgbClr val="000066"/>
              </a:solidFill>
              <a:latin typeface="+mj-ea"/>
              <a:ea typeface="+mj-ea"/>
              <a:cs typeface="Times New Roman" panose="02020603050405020304" pitchFamily="18" charset="0"/>
            </a:endParaRPr>
          </a:p>
        </p:txBody>
      </p:sp>
      <p:sp>
        <p:nvSpPr>
          <p:cNvPr id="182330" name="Text Box 58">
            <a:extLst>
              <a:ext uri="{FF2B5EF4-FFF2-40B4-BE49-F238E27FC236}">
                <a16:creationId xmlns:a16="http://schemas.microsoft.com/office/drawing/2014/main" id="{A8DF9C0C-497F-543E-013D-D1A936A8A078}"/>
              </a:ext>
            </a:extLst>
          </p:cNvPr>
          <p:cNvSpPr txBox="1">
            <a:spLocks noChangeArrowheads="1"/>
          </p:cNvSpPr>
          <p:nvPr/>
        </p:nvSpPr>
        <p:spPr bwMode="auto">
          <a:xfrm>
            <a:off x="1644650" y="5700713"/>
            <a:ext cx="6842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z=0</a:t>
            </a:r>
          </a:p>
        </p:txBody>
      </p:sp>
      <p:sp>
        <p:nvSpPr>
          <p:cNvPr id="182331" name="Line 59">
            <a:extLst>
              <a:ext uri="{FF2B5EF4-FFF2-40B4-BE49-F238E27FC236}">
                <a16:creationId xmlns:a16="http://schemas.microsoft.com/office/drawing/2014/main" id="{553370DA-0EC0-2508-0456-79BDE8C7B688}"/>
              </a:ext>
            </a:extLst>
          </p:cNvPr>
          <p:cNvSpPr>
            <a:spLocks noChangeShapeType="1"/>
          </p:cNvSpPr>
          <p:nvPr/>
        </p:nvSpPr>
        <p:spPr bwMode="auto">
          <a:xfrm>
            <a:off x="1528763" y="3881438"/>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2" name="Line 60">
            <a:extLst>
              <a:ext uri="{FF2B5EF4-FFF2-40B4-BE49-F238E27FC236}">
                <a16:creationId xmlns:a16="http://schemas.microsoft.com/office/drawing/2014/main" id="{5D8AEF47-4ED9-EC55-BD09-A2FF07FDEC21}"/>
              </a:ext>
            </a:extLst>
          </p:cNvPr>
          <p:cNvSpPr>
            <a:spLocks noChangeShapeType="1"/>
          </p:cNvSpPr>
          <p:nvPr/>
        </p:nvSpPr>
        <p:spPr bwMode="auto">
          <a:xfrm>
            <a:off x="1025525" y="4133850"/>
            <a:ext cx="1223963"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3" name="Text Box 61">
            <a:extLst>
              <a:ext uri="{FF2B5EF4-FFF2-40B4-BE49-F238E27FC236}">
                <a16:creationId xmlns:a16="http://schemas.microsoft.com/office/drawing/2014/main" id="{68C9E972-0E9C-13EB-59B7-D32199A9A979}"/>
              </a:ext>
            </a:extLst>
          </p:cNvPr>
          <p:cNvSpPr txBox="1">
            <a:spLocks noChangeArrowheads="1"/>
          </p:cNvSpPr>
          <p:nvPr/>
        </p:nvSpPr>
        <p:spPr bwMode="auto">
          <a:xfrm>
            <a:off x="2393950" y="5627688"/>
            <a:ext cx="9001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z=50</a:t>
            </a:r>
          </a:p>
        </p:txBody>
      </p:sp>
      <p:sp>
        <p:nvSpPr>
          <p:cNvPr id="182334" name="Line 62">
            <a:extLst>
              <a:ext uri="{FF2B5EF4-FFF2-40B4-BE49-F238E27FC236}">
                <a16:creationId xmlns:a16="http://schemas.microsoft.com/office/drawing/2014/main" id="{5100E156-A070-1C83-2DE3-4ED3CA8E432A}"/>
              </a:ext>
            </a:extLst>
          </p:cNvPr>
          <p:cNvSpPr>
            <a:spLocks noChangeShapeType="1"/>
          </p:cNvSpPr>
          <p:nvPr/>
        </p:nvSpPr>
        <p:spPr bwMode="auto">
          <a:xfrm>
            <a:off x="2249488" y="3484563"/>
            <a:ext cx="1223962" cy="1765300"/>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182335" name="Text Box 63">
            <a:extLst>
              <a:ext uri="{FF2B5EF4-FFF2-40B4-BE49-F238E27FC236}">
                <a16:creationId xmlns:a16="http://schemas.microsoft.com/office/drawing/2014/main" id="{6B75BE24-4CD2-32AC-1D4F-5EE26AC4F062}"/>
              </a:ext>
            </a:extLst>
          </p:cNvPr>
          <p:cNvSpPr txBox="1">
            <a:spLocks noChangeArrowheads="1"/>
          </p:cNvSpPr>
          <p:nvPr/>
        </p:nvSpPr>
        <p:spPr bwMode="auto">
          <a:xfrm>
            <a:off x="3294063" y="5176838"/>
            <a:ext cx="9001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a:solidFill>
                  <a:srgbClr val="CC3300"/>
                </a:solidFill>
                <a:latin typeface="+mj-ea"/>
                <a:ea typeface="+mj-ea"/>
                <a:cs typeface="Times New Roman" panose="02020603050405020304" pitchFamily="18" charset="0"/>
              </a:rPr>
              <a:t>z=110</a:t>
            </a:r>
          </a:p>
        </p:txBody>
      </p:sp>
      <p:sp>
        <p:nvSpPr>
          <p:cNvPr id="18452" name="矩形 2">
            <a:extLst>
              <a:ext uri="{FF2B5EF4-FFF2-40B4-BE49-F238E27FC236}">
                <a16:creationId xmlns:a16="http://schemas.microsoft.com/office/drawing/2014/main" id="{402CB98B-9542-1CD8-2DEB-4020BF4CC8AF}"/>
              </a:ext>
            </a:extLst>
          </p:cNvPr>
          <p:cNvSpPr>
            <a:spLocks noChangeArrowheads="1"/>
          </p:cNvSpPr>
          <p:nvPr/>
        </p:nvSpPr>
        <p:spPr bwMode="auto">
          <a:xfrm>
            <a:off x="6750050" y="4657725"/>
            <a:ext cx="23685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600" b="1" dirty="0">
                <a:solidFill>
                  <a:srgbClr val="FF0000"/>
                </a:solidFill>
                <a:latin typeface="+mj-ea"/>
                <a:ea typeface="+mj-ea"/>
              </a:rPr>
              <a:t>最优解</a:t>
            </a:r>
            <a:r>
              <a:rPr lang="en-US" altLang="zh-CN" sz="2600" b="1" dirty="0">
                <a:solidFill>
                  <a:schemeClr val="tx1"/>
                </a:solidFill>
                <a:latin typeface="+mj-ea"/>
                <a:ea typeface="+mj-ea"/>
              </a:rPr>
              <a:t>(10,20)</a:t>
            </a:r>
          </a:p>
          <a:p>
            <a:pPr>
              <a:defRPr/>
            </a:pPr>
            <a:endParaRPr lang="en-US" altLang="zh-CN" sz="2600" b="1" dirty="0">
              <a:solidFill>
                <a:schemeClr val="tx1"/>
              </a:solidFill>
              <a:latin typeface="+mj-ea"/>
              <a:ea typeface="+mj-ea"/>
            </a:endParaRPr>
          </a:p>
          <a:p>
            <a:pPr>
              <a:defRPr/>
            </a:pPr>
            <a:r>
              <a:rPr lang="zh-CN" altLang="en-US" sz="2600" b="1" dirty="0">
                <a:solidFill>
                  <a:schemeClr val="tx1"/>
                </a:solidFill>
                <a:latin typeface="+mj-ea"/>
                <a:ea typeface="+mj-ea"/>
              </a:rPr>
              <a:t>最优值</a:t>
            </a:r>
            <a:r>
              <a:rPr lang="en-US" altLang="zh-CN" sz="2600" b="1" dirty="0">
                <a:solidFill>
                  <a:schemeClr val="tx1"/>
                </a:solidFill>
                <a:latin typeface="+mj-ea"/>
                <a:ea typeface="+mj-ea"/>
              </a:rPr>
              <a:t>110</a:t>
            </a:r>
            <a:endParaRPr lang="zh-CN" altLang="en-US" sz="2600" dirty="0">
              <a:solidFill>
                <a:schemeClr val="tx1"/>
              </a:solidFill>
              <a:latin typeface="+mj-ea"/>
              <a:ea typeface="+mj-ea"/>
            </a:endParaRPr>
          </a:p>
        </p:txBody>
      </p:sp>
      <p:sp>
        <p:nvSpPr>
          <p:cNvPr id="36" name="Line 62">
            <a:extLst>
              <a:ext uri="{FF2B5EF4-FFF2-40B4-BE49-F238E27FC236}">
                <a16:creationId xmlns:a16="http://schemas.microsoft.com/office/drawing/2014/main" id="{B2090E11-7ACF-A9A3-B3FD-DC714ED94DEA}"/>
              </a:ext>
            </a:extLst>
          </p:cNvPr>
          <p:cNvSpPr>
            <a:spLocks noChangeShapeType="1"/>
          </p:cNvSpPr>
          <p:nvPr/>
        </p:nvSpPr>
        <p:spPr bwMode="auto">
          <a:xfrm>
            <a:off x="3481388" y="2432050"/>
            <a:ext cx="1909762" cy="2817813"/>
          </a:xfrm>
          <a:prstGeom prst="line">
            <a:avLst/>
          </a:prstGeom>
          <a:noFill/>
          <a:ln w="28575">
            <a:solidFill>
              <a:srgbClr val="0033CC"/>
            </a:solidFill>
            <a:prstDash val="dash"/>
            <a:round/>
            <a:headEnd/>
            <a:tailEnd/>
          </a:ln>
          <a:extLst>
            <a:ext uri="{909E8E84-426E-40DD-AFC4-6F175D3DCCD1}">
              <a14:hiddenFill xmlns:a14="http://schemas.microsoft.com/office/drawing/2010/main">
                <a:noFill/>
              </a14:hiddenFill>
            </a:ext>
          </a:extLst>
        </p:spPr>
        <p:txBody>
          <a:bodyPr/>
          <a:lstStyle/>
          <a:p>
            <a:pPr>
              <a:defRPr/>
            </a:pPr>
            <a:endParaRPr lang="zh-CN" altLang="en-US">
              <a:latin typeface="+mj-ea"/>
              <a:ea typeface="+mj-ea"/>
            </a:endParaRPr>
          </a:p>
        </p:txBody>
      </p:sp>
      <p:sp>
        <p:nvSpPr>
          <p:cNvPr id="37" name="Text Box 63">
            <a:extLst>
              <a:ext uri="{FF2B5EF4-FFF2-40B4-BE49-F238E27FC236}">
                <a16:creationId xmlns:a16="http://schemas.microsoft.com/office/drawing/2014/main" id="{F2566685-A875-4E0E-29BD-CFF67684AF57}"/>
              </a:ext>
            </a:extLst>
          </p:cNvPr>
          <p:cNvSpPr txBox="1">
            <a:spLocks noChangeArrowheads="1"/>
          </p:cNvSpPr>
          <p:nvPr/>
        </p:nvSpPr>
        <p:spPr bwMode="auto">
          <a:xfrm>
            <a:off x="5019675" y="5314950"/>
            <a:ext cx="1268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 typeface="Wingdings" panose="05000000000000000000" pitchFamily="2" charset="2"/>
              <a:buNone/>
              <a:defRPr/>
            </a:pPr>
            <a:r>
              <a:rPr lang="en-US" altLang="zh-CN" sz="1800" b="1" dirty="0">
                <a:solidFill>
                  <a:srgbClr val="CC3300"/>
                </a:solidFill>
                <a:latin typeface="+mj-ea"/>
                <a:ea typeface="+mj-ea"/>
                <a:cs typeface="Times New Roman" panose="02020603050405020304" pitchFamily="18" charset="0"/>
              </a:rPr>
              <a:t>higher</a:t>
            </a:r>
            <a:r>
              <a:rPr lang="zh-CN" altLang="en-US" sz="1800" b="1" dirty="0">
                <a:solidFill>
                  <a:srgbClr val="CC3300"/>
                </a:solidFill>
                <a:latin typeface="+mj-ea"/>
                <a:ea typeface="+mj-ea"/>
                <a:cs typeface="Times New Roman" panose="02020603050405020304" pitchFamily="18" charset="0"/>
              </a:rPr>
              <a:t>？</a:t>
            </a:r>
            <a:endParaRPr lang="en-US" altLang="zh-CN" sz="1800" b="1" dirty="0">
              <a:solidFill>
                <a:srgbClr val="CC3300"/>
              </a:solidFill>
              <a:latin typeface="+mj-ea"/>
              <a:ea typeface="+mj-ea"/>
              <a:cs typeface="Times New Roman" panose="02020603050405020304" pitchFamily="18" charset="0"/>
            </a:endParaRPr>
          </a:p>
        </p:txBody>
      </p:sp>
      <p:sp>
        <p:nvSpPr>
          <p:cNvPr id="3" name="矩形 2">
            <a:extLst>
              <a:ext uri="{FF2B5EF4-FFF2-40B4-BE49-F238E27FC236}">
                <a16:creationId xmlns:a16="http://schemas.microsoft.com/office/drawing/2014/main" id="{36505061-A916-8B75-8022-478DA666FA4E}"/>
              </a:ext>
            </a:extLst>
          </p:cNvPr>
          <p:cNvSpPr/>
          <p:nvPr/>
        </p:nvSpPr>
        <p:spPr>
          <a:xfrm>
            <a:off x="5640388" y="3041650"/>
            <a:ext cx="3211512" cy="708025"/>
          </a:xfrm>
          <a:prstGeom prst="rect">
            <a:avLst/>
          </a:prstGeom>
        </p:spPr>
        <p:txBody>
          <a:bodyPr>
            <a:spAutoFit/>
          </a:bodyPr>
          <a:lstStyle/>
          <a:p>
            <a:pPr>
              <a:defRPr/>
            </a:pPr>
            <a:r>
              <a:rPr lang="zh-CN" altLang="en-US" sz="2000" dirty="0">
                <a:solidFill>
                  <a:schemeClr val="tx1"/>
                </a:solidFill>
                <a:latin typeface="+mj-ea"/>
                <a:ea typeface="+mj-ea"/>
              </a:rPr>
              <a:t>最优解：使目标函数取得极值的可行解 </a:t>
            </a:r>
          </a:p>
        </p:txBody>
      </p:sp>
      <p:sp>
        <p:nvSpPr>
          <p:cNvPr id="4" name="矩形 3">
            <a:extLst>
              <a:ext uri="{FF2B5EF4-FFF2-40B4-BE49-F238E27FC236}">
                <a16:creationId xmlns:a16="http://schemas.microsoft.com/office/drawing/2014/main" id="{352D100E-56FD-6192-BAC2-6EC4997E66FE}"/>
              </a:ext>
            </a:extLst>
          </p:cNvPr>
          <p:cNvSpPr/>
          <p:nvPr/>
        </p:nvSpPr>
        <p:spPr>
          <a:xfrm>
            <a:off x="912813" y="6218238"/>
            <a:ext cx="3876675" cy="585787"/>
          </a:xfrm>
          <a:prstGeom prst="rect">
            <a:avLst/>
          </a:prstGeom>
        </p:spPr>
        <p:txBody>
          <a:bodyPr wrap="none">
            <a:spAutoFit/>
          </a:bodyPr>
          <a:lstStyle/>
          <a:p>
            <a:pPr>
              <a:defRPr/>
            </a:pPr>
            <a:r>
              <a:rPr lang="zh-CN" altLang="en-US" sz="3200" dirty="0">
                <a:solidFill>
                  <a:srgbClr val="FF0000"/>
                </a:solidFill>
                <a:latin typeface="+mj-ea"/>
                <a:ea typeface="+mj-ea"/>
              </a:rPr>
              <a:t>可行解、基本可行解</a:t>
            </a:r>
            <a:endParaRPr lang="zh-CN" altLang="en-US" dirty="0">
              <a:latin typeface="+mj-ea"/>
              <a:ea typeface="+mj-ea"/>
            </a:endParaRPr>
          </a:p>
        </p:txBody>
      </p:sp>
      <p:sp>
        <p:nvSpPr>
          <p:cNvPr id="38" name="Oval 50">
            <a:extLst>
              <a:ext uri="{FF2B5EF4-FFF2-40B4-BE49-F238E27FC236}">
                <a16:creationId xmlns:a16="http://schemas.microsoft.com/office/drawing/2014/main" id="{4354D839-A9BA-4520-45BA-C2A5575030C9}"/>
              </a:ext>
            </a:extLst>
          </p:cNvPr>
          <p:cNvSpPr>
            <a:spLocks noChangeArrowheads="1"/>
          </p:cNvSpPr>
          <p:nvPr/>
        </p:nvSpPr>
        <p:spPr bwMode="auto">
          <a:xfrm>
            <a:off x="2909888" y="4881563"/>
            <a:ext cx="360362" cy="361950"/>
          </a:xfrm>
          <a:prstGeom prst="ellipse">
            <a:avLst/>
          </a:prstGeom>
          <a:solidFill>
            <a:srgbClr val="99FFCC"/>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left)">
                                      <p:cBhvr>
                                        <p:cTn id="7"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a:extLst>
              <a:ext uri="{FF2B5EF4-FFF2-40B4-BE49-F238E27FC236}">
                <a16:creationId xmlns:a16="http://schemas.microsoft.com/office/drawing/2014/main" id="{882D9F73-2815-BEC3-CB3A-EBA8434F6621}"/>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BAE757C-3F2B-49B5-8C9C-ABA5645D3FC4}"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20</a:t>
            </a:fld>
            <a:endParaRPr lang="en-US" altLang="zh-CN" sz="1200">
              <a:latin typeface="微软雅黑" panose="020B0503020204020204" pitchFamily="34" charset="-122"/>
              <a:ea typeface="微软雅黑" panose="020B0503020204020204" pitchFamily="34" charset="-122"/>
            </a:endParaRPr>
          </a:p>
        </p:txBody>
      </p:sp>
      <p:sp>
        <p:nvSpPr>
          <p:cNvPr id="20483" name="Rectangle 2">
            <a:extLst>
              <a:ext uri="{FF2B5EF4-FFF2-40B4-BE49-F238E27FC236}">
                <a16:creationId xmlns:a16="http://schemas.microsoft.com/office/drawing/2014/main" id="{DF5ED140-A44C-F419-7140-F6C033845D3B}"/>
              </a:ext>
            </a:extLst>
          </p:cNvPr>
          <p:cNvSpPr>
            <a:spLocks noGrp="1" noChangeArrowheads="1"/>
          </p:cNvSpPr>
          <p:nvPr>
            <p:ph type="title"/>
          </p:nvPr>
        </p:nvSpPr>
        <p:spPr>
          <a:xfrm>
            <a:off x="457200" y="274638"/>
            <a:ext cx="8229600" cy="630237"/>
          </a:xfrm>
        </p:spPr>
        <p:txBody>
          <a:bodyPr/>
          <a:lstStyle/>
          <a:p>
            <a:pPr>
              <a:defRPr/>
            </a:pPr>
            <a:r>
              <a:rPr lang="en-US" altLang="zh-CN" sz="3600" b="1" dirty="0">
                <a:latin typeface="+mj-ea"/>
              </a:rPr>
              <a:t>8.1.2</a:t>
            </a:r>
            <a:r>
              <a:rPr lang="zh-CN" altLang="en-US" sz="3600" b="1" dirty="0">
                <a:latin typeface="+mj-ea"/>
              </a:rPr>
              <a:t>线性规划基本定理</a:t>
            </a:r>
            <a:r>
              <a:rPr lang="en-US" altLang="zh-CN" sz="3600" b="1" dirty="0">
                <a:latin typeface="+mj-ea"/>
              </a:rPr>
              <a:t>(</a:t>
            </a:r>
            <a:r>
              <a:rPr lang="zh-CN" altLang="en-US" sz="3600" b="1" dirty="0">
                <a:latin typeface="+mj-ea"/>
              </a:rPr>
              <a:t>回顾</a:t>
            </a:r>
            <a:r>
              <a:rPr lang="en-US" altLang="zh-CN" sz="3600" b="1" dirty="0">
                <a:latin typeface="+mj-ea"/>
              </a:rPr>
              <a:t>)</a:t>
            </a:r>
            <a:r>
              <a:rPr lang="zh-CN" altLang="en-US" sz="3600" b="1" dirty="0">
                <a:latin typeface="+mj-ea"/>
              </a:rPr>
              <a:t> </a:t>
            </a:r>
          </a:p>
        </p:txBody>
      </p:sp>
      <p:sp>
        <p:nvSpPr>
          <p:cNvPr id="20484" name="Rectangle 3">
            <a:extLst>
              <a:ext uri="{FF2B5EF4-FFF2-40B4-BE49-F238E27FC236}">
                <a16:creationId xmlns:a16="http://schemas.microsoft.com/office/drawing/2014/main" id="{D7B1F05D-3D47-713C-D68E-C0560B1F918E}"/>
              </a:ext>
            </a:extLst>
          </p:cNvPr>
          <p:cNvSpPr>
            <a:spLocks noGrp="1" noChangeArrowheads="1"/>
          </p:cNvSpPr>
          <p:nvPr>
            <p:ph type="body" idx="1"/>
          </p:nvPr>
        </p:nvSpPr>
        <p:spPr>
          <a:xfrm>
            <a:off x="249238" y="1412875"/>
            <a:ext cx="8643937" cy="5715000"/>
          </a:xfrm>
        </p:spPr>
        <p:txBody>
          <a:bodyPr/>
          <a:lstStyle/>
          <a:p>
            <a:pPr>
              <a:lnSpc>
                <a:spcPct val="135000"/>
              </a:lnSpc>
              <a:defRPr/>
            </a:pPr>
            <a:r>
              <a:rPr lang="zh-CN" altLang="en-US" sz="2400" b="1" dirty="0">
                <a:solidFill>
                  <a:srgbClr val="002060"/>
                </a:solidFill>
              </a:rPr>
              <a:t>线性规划基本定理：</a:t>
            </a:r>
            <a:r>
              <a:rPr lang="zh-CN" altLang="en-US" sz="2400" dirty="0">
                <a:solidFill>
                  <a:srgbClr val="FF0000"/>
                </a:solidFill>
              </a:rPr>
              <a:t>如果线性规划问题有最优解，则必有一基本可行最优解。</a:t>
            </a:r>
            <a:endParaRPr lang="en-US" altLang="zh-CN" sz="2400" dirty="0">
              <a:solidFill>
                <a:srgbClr val="FF0000"/>
              </a:solidFill>
            </a:endParaRPr>
          </a:p>
          <a:p>
            <a:pPr>
              <a:lnSpc>
                <a:spcPct val="135000"/>
              </a:lnSpc>
              <a:defRPr/>
            </a:pPr>
            <a:endParaRPr lang="zh-CN" altLang="en-US" sz="2400" dirty="0"/>
          </a:p>
          <a:p>
            <a:pPr>
              <a:lnSpc>
                <a:spcPct val="135000"/>
              </a:lnSpc>
              <a:defRPr/>
            </a:pPr>
            <a:r>
              <a:rPr lang="zh-CN" altLang="en-US" sz="2400" dirty="0"/>
              <a:t>上述定理的重要意义在于：它</a:t>
            </a:r>
            <a:r>
              <a:rPr lang="zh-CN" altLang="en-US" sz="2400" u="sng" dirty="0">
                <a:solidFill>
                  <a:srgbClr val="FF0000"/>
                </a:solidFill>
              </a:rPr>
              <a:t>把一个最优化问题转化为一个组合问题</a:t>
            </a:r>
            <a:r>
              <a:rPr lang="zh-CN" altLang="en-US" sz="2400" dirty="0"/>
              <a:t>，即在</a:t>
            </a:r>
            <a:r>
              <a:rPr lang="en-US" altLang="zh-CN" sz="2400" dirty="0"/>
              <a:t>(8.2) -(8.5)</a:t>
            </a:r>
            <a:r>
              <a:rPr lang="zh-CN" altLang="en-US" sz="2400" dirty="0"/>
              <a:t>式的</a:t>
            </a:r>
            <a:r>
              <a:rPr lang="en-US" altLang="zh-CN" sz="2400" dirty="0" err="1"/>
              <a:t>m+n</a:t>
            </a:r>
            <a:r>
              <a:rPr lang="zh-CN" altLang="en-US" sz="2400" dirty="0"/>
              <a:t>个约束条件中，确定最优解应满足其中哪</a:t>
            </a:r>
            <a:r>
              <a:rPr lang="en-US" altLang="zh-CN" sz="2400" dirty="0"/>
              <a:t>n</a:t>
            </a:r>
            <a:r>
              <a:rPr lang="zh-CN" altLang="en-US" sz="2400" dirty="0"/>
              <a:t>个约束条件的问题。</a:t>
            </a:r>
          </a:p>
          <a:p>
            <a:pPr>
              <a:lnSpc>
                <a:spcPct val="135000"/>
              </a:lnSpc>
              <a:defRPr/>
            </a:pPr>
            <a:r>
              <a:rPr lang="zh-CN" altLang="en-US" sz="2400" dirty="0"/>
              <a:t>由此可知，只要对各种不同的组合进行测试，并比较每种情况下的目标函数值，直到找到最优解。</a:t>
            </a:r>
          </a:p>
        </p:txBody>
      </p:sp>
    </p:spTree>
  </p:cSld>
  <p:clrMapOvr>
    <a:masterClrMapping/>
  </p:clrMapOvr>
  <p:transition>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1569D573-D320-D3F1-251F-59198C551369}"/>
              </a:ext>
            </a:extLst>
          </p:cNvPr>
          <p:cNvSpPr>
            <a:spLocks noGrp="1"/>
          </p:cNvSpPr>
          <p:nvPr>
            <p:ph type="title"/>
          </p:nvPr>
        </p:nvSpPr>
        <p:spPr/>
        <p:txBody>
          <a:bodyPr/>
          <a:lstStyle/>
          <a:p>
            <a:r>
              <a:rPr lang="zh-CN" altLang="en-US" sz="4400" b="1"/>
              <a:t>单纯性算法的数学基础</a:t>
            </a:r>
            <a:endParaRPr lang="zh-CN" altLang="en-US"/>
          </a:p>
        </p:txBody>
      </p:sp>
      <p:sp>
        <p:nvSpPr>
          <p:cNvPr id="3" name="内容占位符 2">
            <a:extLst>
              <a:ext uri="{FF2B5EF4-FFF2-40B4-BE49-F238E27FC236}">
                <a16:creationId xmlns:a16="http://schemas.microsoft.com/office/drawing/2014/main" id="{AC71E0F0-9D43-93FF-6125-028980D03AF4}"/>
              </a:ext>
            </a:extLst>
          </p:cNvPr>
          <p:cNvSpPr>
            <a:spLocks noGrp="1"/>
          </p:cNvSpPr>
          <p:nvPr>
            <p:ph idx="1"/>
          </p:nvPr>
        </p:nvSpPr>
        <p:spPr>
          <a:xfrm>
            <a:off x="280988" y="1076325"/>
            <a:ext cx="4764087" cy="4530725"/>
          </a:xfrm>
        </p:spPr>
        <p:txBody>
          <a:bodyPr/>
          <a:lstStyle/>
          <a:p>
            <a:pPr marL="0" indent="0">
              <a:lnSpc>
                <a:spcPct val="150000"/>
              </a:lnSpc>
              <a:buFont typeface="Wingdings" panose="05000000000000000000" pitchFamily="2" charset="2"/>
              <a:buNone/>
              <a:defRPr/>
            </a:pPr>
            <a:r>
              <a:rPr lang="zh-CN" altLang="en-US" b="1" dirty="0"/>
              <a:t>（</a:t>
            </a:r>
            <a:r>
              <a:rPr lang="en-US" altLang="zh-CN" b="1" dirty="0"/>
              <a:t>1</a:t>
            </a:r>
            <a:r>
              <a:rPr lang="zh-CN" altLang="en-US" b="1" dirty="0"/>
              <a:t>）几何学</a:t>
            </a:r>
          </a:p>
          <a:p>
            <a:pPr lvl="1">
              <a:lnSpc>
                <a:spcPct val="150000"/>
              </a:lnSpc>
              <a:defRPr/>
            </a:pPr>
            <a:r>
              <a:rPr lang="zh-CN" altLang="en-US" dirty="0"/>
              <a:t>线性规划的可行域是由线性不等式定义的</a:t>
            </a:r>
            <a:r>
              <a:rPr lang="zh-CN" altLang="en-US" b="1" dirty="0"/>
              <a:t>凸多面体</a:t>
            </a:r>
            <a:endParaRPr lang="en-US" altLang="zh-CN" dirty="0"/>
          </a:p>
          <a:p>
            <a:pPr lvl="1">
              <a:lnSpc>
                <a:spcPct val="150000"/>
              </a:lnSpc>
              <a:defRPr/>
            </a:pPr>
            <a:r>
              <a:rPr lang="zh-CN" altLang="en-US" b="1" dirty="0"/>
              <a:t>顶点对应基本可行解</a:t>
            </a:r>
            <a:r>
              <a:rPr lang="zh-CN" altLang="en-US" dirty="0"/>
              <a:t> </a:t>
            </a:r>
            <a:endParaRPr lang="en-US" altLang="zh-CN" dirty="0"/>
          </a:p>
          <a:p>
            <a:pPr lvl="1">
              <a:lnSpc>
                <a:spcPct val="150000"/>
              </a:lnSpc>
              <a:defRPr/>
            </a:pPr>
            <a:r>
              <a:rPr lang="zh-CN" altLang="en-US" b="1" dirty="0"/>
              <a:t>单纯形法</a:t>
            </a:r>
            <a:r>
              <a:rPr lang="zh-CN" altLang="en-US" dirty="0"/>
              <a:t>从</a:t>
            </a:r>
            <a:r>
              <a:rPr lang="zh-CN" altLang="en-US" dirty="0">
                <a:solidFill>
                  <a:srgbClr val="FF0000"/>
                </a:solidFill>
              </a:rPr>
              <a:t>一个顶点</a:t>
            </a:r>
            <a:r>
              <a:rPr lang="zh-CN" altLang="en-US" dirty="0"/>
              <a:t>出发，沿着凸多面体的边</a:t>
            </a:r>
            <a:r>
              <a:rPr lang="zh-CN" altLang="en-US" dirty="0">
                <a:solidFill>
                  <a:srgbClr val="FF0000"/>
                </a:solidFill>
              </a:rPr>
              <a:t>考虑</a:t>
            </a:r>
            <a:r>
              <a:rPr lang="zh-CN" altLang="en-US" dirty="0"/>
              <a:t>相邻顶点，始终在顶点集上搜索</a:t>
            </a:r>
          </a:p>
        </p:txBody>
      </p:sp>
      <p:grpSp>
        <p:nvGrpSpPr>
          <p:cNvPr id="5" name="Group 20">
            <a:extLst>
              <a:ext uri="{FF2B5EF4-FFF2-40B4-BE49-F238E27FC236}">
                <a16:creationId xmlns:a16="http://schemas.microsoft.com/office/drawing/2014/main" id="{FBBDAD34-739C-CAD1-0CFE-BF7FD71F96F5}"/>
              </a:ext>
            </a:extLst>
          </p:cNvPr>
          <p:cNvGrpSpPr>
            <a:grpSpLocks/>
          </p:cNvGrpSpPr>
          <p:nvPr/>
        </p:nvGrpSpPr>
        <p:grpSpPr bwMode="auto">
          <a:xfrm>
            <a:off x="5017873" y="2671911"/>
            <a:ext cx="1927225" cy="1512887"/>
            <a:chOff x="536" y="2205"/>
            <a:chExt cx="1214" cy="953"/>
          </a:xfrm>
          <a:solidFill>
            <a:schemeClr val="accent1"/>
          </a:solidFill>
        </p:grpSpPr>
        <p:sp>
          <p:nvSpPr>
            <p:cNvPr id="6" name="AutoShape 21">
              <a:extLst>
                <a:ext uri="{FF2B5EF4-FFF2-40B4-BE49-F238E27FC236}">
                  <a16:creationId xmlns:a16="http://schemas.microsoft.com/office/drawing/2014/main" id="{32057584-67E7-885B-632D-1FC91EAE8FE1}"/>
                </a:ext>
              </a:extLst>
            </p:cNvPr>
            <p:cNvSpPr>
              <a:spLocks noChangeArrowheads="1"/>
            </p:cNvSpPr>
            <p:nvPr/>
          </p:nvSpPr>
          <p:spPr bwMode="auto">
            <a:xfrm>
              <a:off x="703" y="2205"/>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7" name="AutoShape 22">
              <a:extLst>
                <a:ext uri="{FF2B5EF4-FFF2-40B4-BE49-F238E27FC236}">
                  <a16:creationId xmlns:a16="http://schemas.microsoft.com/office/drawing/2014/main" id="{3DCC1F4B-6BFB-3A42-AF0C-447DC0E9749F}"/>
                </a:ext>
              </a:extLst>
            </p:cNvPr>
            <p:cNvSpPr>
              <a:spLocks noChangeArrowheads="1"/>
            </p:cNvSpPr>
            <p:nvPr/>
          </p:nvSpPr>
          <p:spPr bwMode="auto">
            <a:xfrm rot="2684067">
              <a:off x="536" y="2466"/>
              <a:ext cx="1214" cy="170"/>
            </a:xfrm>
            <a:prstGeom prst="triangle">
              <a:avLst>
                <a:gd name="adj" fmla="val 50000"/>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8" name="Rectangle 23">
              <a:extLst>
                <a:ext uri="{FF2B5EF4-FFF2-40B4-BE49-F238E27FC236}">
                  <a16:creationId xmlns:a16="http://schemas.microsoft.com/office/drawing/2014/main" id="{DAA50D19-64BE-40A3-CB91-C91F39E17316}"/>
                </a:ext>
              </a:extLst>
            </p:cNvPr>
            <p:cNvSpPr>
              <a:spLocks noChangeArrowheads="1"/>
            </p:cNvSpPr>
            <p:nvPr/>
          </p:nvSpPr>
          <p:spPr bwMode="auto">
            <a:xfrm rot="-1979862">
              <a:off x="1243" y="2691"/>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40965" name="Line 24">
            <a:extLst>
              <a:ext uri="{FF2B5EF4-FFF2-40B4-BE49-F238E27FC236}">
                <a16:creationId xmlns:a16="http://schemas.microsoft.com/office/drawing/2014/main" id="{67DAD6CB-8CA3-8EA7-8037-557D497610F5}"/>
              </a:ext>
            </a:extLst>
          </p:cNvPr>
          <p:cNvSpPr>
            <a:spLocks noChangeShapeType="1"/>
          </p:cNvSpPr>
          <p:nvPr/>
        </p:nvSpPr>
        <p:spPr bwMode="auto">
          <a:xfrm>
            <a:off x="5018088" y="2528888"/>
            <a:ext cx="3168650" cy="172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6" name="Oval 25">
            <a:extLst>
              <a:ext uri="{FF2B5EF4-FFF2-40B4-BE49-F238E27FC236}">
                <a16:creationId xmlns:a16="http://schemas.microsoft.com/office/drawing/2014/main" id="{D98F3C0E-1ECB-C894-1A0A-4E4516BA1BE6}"/>
              </a:ext>
            </a:extLst>
          </p:cNvPr>
          <p:cNvSpPr>
            <a:spLocks noChangeArrowheads="1"/>
          </p:cNvSpPr>
          <p:nvPr/>
        </p:nvSpPr>
        <p:spPr bwMode="auto">
          <a:xfrm>
            <a:off x="5637213" y="3535363"/>
            <a:ext cx="360362" cy="358775"/>
          </a:xfrm>
          <a:prstGeom prst="ellipse">
            <a:avLst/>
          </a:prstGeom>
          <a:solidFill>
            <a:srgbClr val="FF9900"/>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Ⅰ</a:t>
            </a:r>
          </a:p>
        </p:txBody>
      </p:sp>
      <p:sp>
        <p:nvSpPr>
          <p:cNvPr id="40967" name="Rectangle 26">
            <a:extLst>
              <a:ext uri="{FF2B5EF4-FFF2-40B4-BE49-F238E27FC236}">
                <a16:creationId xmlns:a16="http://schemas.microsoft.com/office/drawing/2014/main" id="{271D6996-6300-C40F-BCC7-D34058F6938B}"/>
              </a:ext>
            </a:extLst>
          </p:cNvPr>
          <p:cNvSpPr>
            <a:spLocks noChangeArrowheads="1"/>
          </p:cNvSpPr>
          <p:nvPr/>
        </p:nvSpPr>
        <p:spPr bwMode="auto">
          <a:xfrm>
            <a:off x="5476875" y="2058988"/>
            <a:ext cx="1878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≤40</a:t>
            </a:r>
            <a:endParaRPr lang="en-US" altLang="zh-CN" sz="20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968" name="Rectangle 27">
            <a:extLst>
              <a:ext uri="{FF2B5EF4-FFF2-40B4-BE49-F238E27FC236}">
                <a16:creationId xmlns:a16="http://schemas.microsoft.com/office/drawing/2014/main" id="{F8B8E59C-2CE3-597C-77BD-49965BCD0F65}"/>
              </a:ext>
            </a:extLst>
          </p:cNvPr>
          <p:cNvSpPr>
            <a:spLocks noChangeArrowheads="1"/>
          </p:cNvSpPr>
          <p:nvPr/>
        </p:nvSpPr>
        <p:spPr bwMode="auto">
          <a:xfrm>
            <a:off x="7107238" y="3319463"/>
            <a:ext cx="1735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a:t>
            </a:r>
            <a:endParaRPr lang="en-US" altLang="zh-CN" sz="24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969" name="Line 28">
            <a:extLst>
              <a:ext uri="{FF2B5EF4-FFF2-40B4-BE49-F238E27FC236}">
                <a16:creationId xmlns:a16="http://schemas.microsoft.com/office/drawing/2014/main" id="{7ED74500-6188-510F-8C12-75E4492ACA8A}"/>
              </a:ext>
            </a:extLst>
          </p:cNvPr>
          <p:cNvSpPr>
            <a:spLocks noChangeShapeType="1"/>
          </p:cNvSpPr>
          <p:nvPr/>
        </p:nvSpPr>
        <p:spPr bwMode="auto">
          <a:xfrm>
            <a:off x="5307013" y="2671763"/>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0" name="Line 29">
            <a:extLst>
              <a:ext uri="{FF2B5EF4-FFF2-40B4-BE49-F238E27FC236}">
                <a16:creationId xmlns:a16="http://schemas.microsoft.com/office/drawing/2014/main" id="{C831A306-46E9-892D-AB73-8B987A4111B1}"/>
              </a:ext>
            </a:extLst>
          </p:cNvPr>
          <p:cNvSpPr>
            <a:spLocks noChangeShapeType="1"/>
          </p:cNvSpPr>
          <p:nvPr/>
        </p:nvSpPr>
        <p:spPr bwMode="auto">
          <a:xfrm>
            <a:off x="5018088" y="1592263"/>
            <a:ext cx="1944687" cy="2952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0971" name="Group 60">
            <a:extLst>
              <a:ext uri="{FF2B5EF4-FFF2-40B4-BE49-F238E27FC236}">
                <a16:creationId xmlns:a16="http://schemas.microsoft.com/office/drawing/2014/main" id="{96E3F1B7-2C01-51CA-3479-381356BC65E8}"/>
              </a:ext>
            </a:extLst>
          </p:cNvPr>
          <p:cNvGrpSpPr>
            <a:grpSpLocks/>
          </p:cNvGrpSpPr>
          <p:nvPr/>
        </p:nvGrpSpPr>
        <p:grpSpPr bwMode="auto">
          <a:xfrm>
            <a:off x="5018088" y="1243013"/>
            <a:ext cx="3741737" cy="3349625"/>
            <a:chOff x="2073" y="1305"/>
            <a:chExt cx="2357" cy="2111"/>
          </a:xfrm>
        </p:grpSpPr>
        <p:sp>
          <p:nvSpPr>
            <p:cNvPr id="40984" name="Line 31">
              <a:extLst>
                <a:ext uri="{FF2B5EF4-FFF2-40B4-BE49-F238E27FC236}">
                  <a16:creationId xmlns:a16="http://schemas.microsoft.com/office/drawing/2014/main" id="{50C39BDD-B383-EE85-D305-DAE774B695E3}"/>
                </a:ext>
              </a:extLst>
            </p:cNvPr>
            <p:cNvSpPr>
              <a:spLocks noChangeShapeType="1"/>
            </p:cNvSpPr>
            <p:nvPr/>
          </p:nvSpPr>
          <p:spPr bwMode="auto">
            <a:xfrm>
              <a:off x="2073"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0985" name="Group 59">
              <a:extLst>
                <a:ext uri="{FF2B5EF4-FFF2-40B4-BE49-F238E27FC236}">
                  <a16:creationId xmlns:a16="http://schemas.microsoft.com/office/drawing/2014/main" id="{E265151C-0F71-696C-93A6-DCD477C237CF}"/>
                </a:ext>
              </a:extLst>
            </p:cNvPr>
            <p:cNvGrpSpPr>
              <a:grpSpLocks/>
            </p:cNvGrpSpPr>
            <p:nvPr/>
          </p:nvGrpSpPr>
          <p:grpSpPr bwMode="auto">
            <a:xfrm>
              <a:off x="2240" y="1305"/>
              <a:ext cx="2190" cy="2111"/>
              <a:chOff x="2240" y="1305"/>
              <a:chExt cx="2190" cy="2111"/>
            </a:xfrm>
          </p:grpSpPr>
          <p:sp>
            <p:nvSpPr>
              <p:cNvPr id="40986" name="Line 33">
                <a:extLst>
                  <a:ext uri="{FF2B5EF4-FFF2-40B4-BE49-F238E27FC236}">
                    <a16:creationId xmlns:a16="http://schemas.microsoft.com/office/drawing/2014/main" id="{F47E7D3A-28FE-CA4D-FEA5-28215DECB5F7}"/>
                  </a:ext>
                </a:extLst>
              </p:cNvPr>
              <p:cNvSpPr>
                <a:spLocks noChangeShapeType="1"/>
              </p:cNvSpPr>
              <p:nvPr/>
            </p:nvSpPr>
            <p:spPr bwMode="auto">
              <a:xfrm flipV="1">
                <a:off x="2255" y="1389"/>
                <a:ext cx="0" cy="19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7" name="Rectangle 34">
                <a:extLst>
                  <a:ext uri="{FF2B5EF4-FFF2-40B4-BE49-F238E27FC236}">
                    <a16:creationId xmlns:a16="http://schemas.microsoft.com/office/drawing/2014/main" id="{975959FF-74C1-E938-19C3-4EE99E15BB00}"/>
                  </a:ext>
                </a:extLst>
              </p:cNvPr>
              <p:cNvSpPr>
                <a:spLocks noChangeArrowheads="1"/>
              </p:cNvSpPr>
              <p:nvPr/>
            </p:nvSpPr>
            <p:spPr bwMode="auto">
              <a:xfrm>
                <a:off x="4105" y="3203"/>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X1</a:t>
                </a:r>
              </a:p>
            </p:txBody>
          </p:sp>
          <p:sp>
            <p:nvSpPr>
              <p:cNvPr id="40988" name="Rectangle 35">
                <a:extLst>
                  <a:ext uri="{FF2B5EF4-FFF2-40B4-BE49-F238E27FC236}">
                    <a16:creationId xmlns:a16="http://schemas.microsoft.com/office/drawing/2014/main" id="{C423AF64-709B-DFDF-353A-683D7BE8FC81}"/>
                  </a:ext>
                </a:extLst>
              </p:cNvPr>
              <p:cNvSpPr>
                <a:spLocks noChangeArrowheads="1"/>
              </p:cNvSpPr>
              <p:nvPr/>
            </p:nvSpPr>
            <p:spPr bwMode="auto">
              <a:xfrm>
                <a:off x="2240" y="1305"/>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X2</a:t>
                </a:r>
              </a:p>
            </p:txBody>
          </p:sp>
        </p:grpSp>
      </p:grpSp>
      <p:sp>
        <p:nvSpPr>
          <p:cNvPr id="40972" name="Text Box 36">
            <a:extLst>
              <a:ext uri="{FF2B5EF4-FFF2-40B4-BE49-F238E27FC236}">
                <a16:creationId xmlns:a16="http://schemas.microsoft.com/office/drawing/2014/main" id="{3CB6D5E2-131F-9692-26F7-62CB27C34BD5}"/>
              </a:ext>
            </a:extLst>
          </p:cNvPr>
          <p:cNvSpPr txBox="1">
            <a:spLocks noChangeArrowheads="1"/>
          </p:cNvSpPr>
          <p:nvPr/>
        </p:nvSpPr>
        <p:spPr bwMode="auto">
          <a:xfrm>
            <a:off x="5018088" y="4113213"/>
            <a:ext cx="431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40973" name="Text Box 37">
            <a:extLst>
              <a:ext uri="{FF2B5EF4-FFF2-40B4-BE49-F238E27FC236}">
                <a16:creationId xmlns:a16="http://schemas.microsoft.com/office/drawing/2014/main" id="{9F8FD2F3-C6A3-E805-D6CD-2DF7CC54A5E9}"/>
              </a:ext>
            </a:extLst>
          </p:cNvPr>
          <p:cNvSpPr txBox="1">
            <a:spLocks noChangeArrowheads="1"/>
          </p:cNvSpPr>
          <p:nvPr/>
        </p:nvSpPr>
        <p:spPr bwMode="auto">
          <a:xfrm>
            <a:off x="6530975" y="4256088"/>
            <a:ext cx="287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40974" name="Text Box 38">
            <a:extLst>
              <a:ext uri="{FF2B5EF4-FFF2-40B4-BE49-F238E27FC236}">
                <a16:creationId xmlns:a16="http://schemas.microsoft.com/office/drawing/2014/main" id="{73F06D35-22D1-3731-3CFF-157DA675D108}"/>
              </a:ext>
            </a:extLst>
          </p:cNvPr>
          <p:cNvSpPr txBox="1">
            <a:spLocks noChangeArrowheads="1"/>
          </p:cNvSpPr>
          <p:nvPr/>
        </p:nvSpPr>
        <p:spPr bwMode="auto">
          <a:xfrm>
            <a:off x="5954713" y="2744788"/>
            <a:ext cx="5048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40975" name="Text Box 39">
            <a:extLst>
              <a:ext uri="{FF2B5EF4-FFF2-40B4-BE49-F238E27FC236}">
                <a16:creationId xmlns:a16="http://schemas.microsoft.com/office/drawing/2014/main" id="{8A2BAE3D-480B-1A12-7BDA-4C68BFFF6A17}"/>
              </a:ext>
            </a:extLst>
          </p:cNvPr>
          <p:cNvSpPr txBox="1">
            <a:spLocks noChangeArrowheads="1"/>
          </p:cNvSpPr>
          <p:nvPr/>
        </p:nvSpPr>
        <p:spPr bwMode="auto">
          <a:xfrm>
            <a:off x="5018088" y="2598738"/>
            <a:ext cx="576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40976" name="Oval 41">
            <a:extLst>
              <a:ext uri="{FF2B5EF4-FFF2-40B4-BE49-F238E27FC236}">
                <a16:creationId xmlns:a16="http://schemas.microsoft.com/office/drawing/2014/main" id="{2FB667F0-A886-C73A-FB55-A583D0A3B6CD}"/>
              </a:ext>
            </a:extLst>
          </p:cNvPr>
          <p:cNvSpPr>
            <a:spLocks noChangeArrowheads="1"/>
          </p:cNvSpPr>
          <p:nvPr/>
        </p:nvSpPr>
        <p:spPr bwMode="auto">
          <a:xfrm>
            <a:off x="6530975" y="3967163"/>
            <a:ext cx="360363" cy="361950"/>
          </a:xfrm>
          <a:prstGeom prst="ellipse">
            <a:avLst/>
          </a:prstGeom>
          <a:solidFill>
            <a:srgbClr val="99CCFF"/>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40977" name="Line 46">
            <a:extLst>
              <a:ext uri="{FF2B5EF4-FFF2-40B4-BE49-F238E27FC236}">
                <a16:creationId xmlns:a16="http://schemas.microsoft.com/office/drawing/2014/main" id="{E8612417-3BA4-C07F-6734-0701EFC29AC5}"/>
              </a:ext>
            </a:extLst>
          </p:cNvPr>
          <p:cNvSpPr>
            <a:spLocks noChangeShapeType="1"/>
          </p:cNvSpPr>
          <p:nvPr/>
        </p:nvSpPr>
        <p:spPr bwMode="auto">
          <a:xfrm>
            <a:off x="5270500" y="2671763"/>
            <a:ext cx="0" cy="1511300"/>
          </a:xfrm>
          <a:prstGeom prst="line">
            <a:avLst/>
          </a:prstGeom>
          <a:noFill/>
          <a:ln w="28575">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8" name="Line 47">
            <a:extLst>
              <a:ext uri="{FF2B5EF4-FFF2-40B4-BE49-F238E27FC236}">
                <a16:creationId xmlns:a16="http://schemas.microsoft.com/office/drawing/2014/main" id="{5DEED13D-C714-4012-72AE-2F122B30A9FA}"/>
              </a:ext>
            </a:extLst>
          </p:cNvPr>
          <p:cNvSpPr>
            <a:spLocks noChangeShapeType="1"/>
          </p:cNvSpPr>
          <p:nvPr/>
        </p:nvSpPr>
        <p:spPr bwMode="auto">
          <a:xfrm>
            <a:off x="5991225" y="3068638"/>
            <a:ext cx="755650" cy="1152525"/>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79" name="Line 48">
            <a:extLst>
              <a:ext uri="{FF2B5EF4-FFF2-40B4-BE49-F238E27FC236}">
                <a16:creationId xmlns:a16="http://schemas.microsoft.com/office/drawing/2014/main" id="{FC20BF57-0E11-8108-13DE-F475C6099299}"/>
              </a:ext>
            </a:extLst>
          </p:cNvPr>
          <p:cNvSpPr>
            <a:spLocks noChangeShapeType="1"/>
          </p:cNvSpPr>
          <p:nvPr/>
        </p:nvSpPr>
        <p:spPr bwMode="auto">
          <a:xfrm>
            <a:off x="5270500" y="4183063"/>
            <a:ext cx="1439863" cy="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0" name="Line 49">
            <a:extLst>
              <a:ext uri="{FF2B5EF4-FFF2-40B4-BE49-F238E27FC236}">
                <a16:creationId xmlns:a16="http://schemas.microsoft.com/office/drawing/2014/main" id="{01674B2A-30B1-0F9F-B3D2-29A23550AC9A}"/>
              </a:ext>
            </a:extLst>
          </p:cNvPr>
          <p:cNvSpPr>
            <a:spLocks noChangeShapeType="1"/>
          </p:cNvSpPr>
          <p:nvPr/>
        </p:nvSpPr>
        <p:spPr bwMode="auto">
          <a:xfrm>
            <a:off x="5270500" y="2671763"/>
            <a:ext cx="792163" cy="43180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81" name="Oval 50">
            <a:extLst>
              <a:ext uri="{FF2B5EF4-FFF2-40B4-BE49-F238E27FC236}">
                <a16:creationId xmlns:a16="http://schemas.microsoft.com/office/drawing/2014/main" id="{CFF1B109-A0F8-5A19-E215-2EF5EA50E42B}"/>
              </a:ext>
            </a:extLst>
          </p:cNvPr>
          <p:cNvSpPr>
            <a:spLocks noChangeArrowheads="1"/>
          </p:cNvSpPr>
          <p:nvPr/>
        </p:nvSpPr>
        <p:spPr bwMode="auto">
          <a:xfrm>
            <a:off x="6530975" y="3967163"/>
            <a:ext cx="360363" cy="361950"/>
          </a:xfrm>
          <a:prstGeom prst="ellipse">
            <a:avLst/>
          </a:prstGeom>
          <a:solidFill>
            <a:srgbClr val="99FFCC"/>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40982" name="Oval 51">
            <a:extLst>
              <a:ext uri="{FF2B5EF4-FFF2-40B4-BE49-F238E27FC236}">
                <a16:creationId xmlns:a16="http://schemas.microsoft.com/office/drawing/2014/main" id="{0D3EA1E4-F437-B0B5-C990-1F1DE90A20CF}"/>
              </a:ext>
            </a:extLst>
          </p:cNvPr>
          <p:cNvSpPr>
            <a:spLocks noChangeArrowheads="1"/>
          </p:cNvSpPr>
          <p:nvPr/>
        </p:nvSpPr>
        <p:spPr bwMode="auto">
          <a:xfrm>
            <a:off x="5449888" y="2744788"/>
            <a:ext cx="360362" cy="358775"/>
          </a:xfrm>
          <a:prstGeom prst="ellipse">
            <a:avLst/>
          </a:prstGeom>
          <a:solidFill>
            <a:srgbClr val="00CC66"/>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33" name="Text Box 35">
            <a:extLst>
              <a:ext uri="{FF2B5EF4-FFF2-40B4-BE49-F238E27FC236}">
                <a16:creationId xmlns:a16="http://schemas.microsoft.com/office/drawing/2014/main" id="{AA13EA73-DC03-DB57-7803-F3C1674B1390}"/>
              </a:ext>
            </a:extLst>
          </p:cNvPr>
          <p:cNvSpPr txBox="1">
            <a:spLocks noChangeArrowheads="1"/>
          </p:cNvSpPr>
          <p:nvPr/>
        </p:nvSpPr>
        <p:spPr bwMode="auto">
          <a:xfrm>
            <a:off x="5775325" y="4910138"/>
            <a:ext cx="2663825" cy="182086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 typeface="Wingdings" panose="05000000000000000000" pitchFamily="2" charset="2"/>
              <a:buNone/>
              <a:defRPr/>
            </a:pPr>
            <a:r>
              <a:rPr lang="en-US" altLang="zh-CN" sz="2400" dirty="0">
                <a:latin typeface="+mj-ea"/>
                <a:ea typeface="+mj-ea"/>
                <a:cs typeface="Times New Roman" panose="02020603050405020304" pitchFamily="18" charset="0"/>
              </a:rPr>
              <a:t>max  z = 5</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+3</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p>
          <a:p>
            <a:pPr eaLnBrk="1" hangingPunct="1">
              <a:lnSpc>
                <a:spcPct val="80000"/>
              </a:lnSpc>
              <a:spcBef>
                <a:spcPct val="50000"/>
              </a:spcBef>
              <a:buFont typeface="Wingdings" panose="05000000000000000000" pitchFamily="2" charset="2"/>
              <a:buNone/>
              <a:defRPr/>
            </a:pPr>
            <a:r>
              <a:rPr lang="en-US" altLang="zh-CN" sz="2400" dirty="0" err="1">
                <a:latin typeface="+mj-ea"/>
                <a:ea typeface="+mj-ea"/>
                <a:cs typeface="Times New Roman" panose="02020603050405020304" pitchFamily="18" charset="0"/>
              </a:rPr>
              <a:t>s.t.</a:t>
            </a:r>
            <a:r>
              <a:rPr lang="en-US" altLang="zh-CN" sz="2400" dirty="0">
                <a:latin typeface="+mj-ea"/>
                <a:ea typeface="+mj-ea"/>
                <a:cs typeface="Times New Roman" panose="02020603050405020304" pitchFamily="18" charset="0"/>
              </a:rPr>
              <a:t>    2</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≤40</a:t>
            </a:r>
          </a:p>
          <a:p>
            <a:pPr eaLnBrk="1" hangingPunct="1">
              <a:lnSpc>
                <a:spcPct val="80000"/>
              </a:lnSpc>
              <a:spcBef>
                <a:spcPct val="50000"/>
              </a:spcBef>
              <a:buFont typeface="Wingdings" panose="05000000000000000000" pitchFamily="2" charset="2"/>
              <a:buNone/>
              <a:defRPr/>
            </a:pPr>
            <a:r>
              <a:rPr lang="en-US" altLang="zh-CN" sz="2400" dirty="0">
                <a:latin typeface="+mj-ea"/>
                <a:ea typeface="+mj-ea"/>
                <a:cs typeface="Times New Roman" panose="02020603050405020304" pitchFamily="18" charset="0"/>
              </a:rPr>
              <a:t>         </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+2</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≤50 </a:t>
            </a:r>
          </a:p>
          <a:p>
            <a:pPr eaLnBrk="1" hangingPunct="1">
              <a:lnSpc>
                <a:spcPct val="80000"/>
              </a:lnSpc>
              <a:spcBef>
                <a:spcPct val="50000"/>
              </a:spcBef>
              <a:buFont typeface="Wingdings" panose="05000000000000000000" pitchFamily="2" charset="2"/>
              <a:buNone/>
              <a:defRPr/>
            </a:pPr>
            <a:r>
              <a:rPr lang="en-US" altLang="zh-CN" sz="2400" i="1" dirty="0">
                <a:latin typeface="+mj-ea"/>
                <a:ea typeface="+mj-ea"/>
                <a:cs typeface="Times New Roman" panose="02020603050405020304" pitchFamily="18" charset="0"/>
              </a:rPr>
              <a:t>         x</a:t>
            </a:r>
            <a:r>
              <a:rPr lang="en-US" altLang="zh-CN" sz="2400" baseline="-25000" dirty="0">
                <a:latin typeface="+mj-ea"/>
                <a:ea typeface="+mj-ea"/>
                <a:cs typeface="Times New Roman" panose="02020603050405020304" pitchFamily="18" charset="0"/>
              </a:rPr>
              <a:t>1</a:t>
            </a:r>
            <a:r>
              <a:rPr lang="zh-CN" altLang="en-US" sz="2400" dirty="0">
                <a:latin typeface="+mj-ea"/>
                <a:ea typeface="+mj-ea"/>
                <a:cs typeface="Times New Roman" panose="02020603050405020304" pitchFamily="18" charset="0"/>
              </a:rPr>
              <a:t>，</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0E3A854D-54F6-514A-D063-BA04BA9DCE40}"/>
              </a:ext>
            </a:extLst>
          </p:cNvPr>
          <p:cNvSpPr>
            <a:spLocks noGrp="1"/>
          </p:cNvSpPr>
          <p:nvPr>
            <p:ph type="title"/>
          </p:nvPr>
        </p:nvSpPr>
        <p:spPr/>
        <p:txBody>
          <a:bodyPr/>
          <a:lstStyle/>
          <a:p>
            <a:r>
              <a:rPr lang="zh-CN" altLang="en-US" sz="4400" b="1"/>
              <a:t>单纯性算法的数学基础</a:t>
            </a:r>
            <a:endParaRPr lang="zh-CN" altLang="en-US"/>
          </a:p>
        </p:txBody>
      </p:sp>
      <p:sp>
        <p:nvSpPr>
          <p:cNvPr id="3" name="内容占位符 2">
            <a:extLst>
              <a:ext uri="{FF2B5EF4-FFF2-40B4-BE49-F238E27FC236}">
                <a16:creationId xmlns:a16="http://schemas.microsoft.com/office/drawing/2014/main" id="{8E184D60-9491-A7F9-AF7F-F31529B5ADE5}"/>
              </a:ext>
            </a:extLst>
          </p:cNvPr>
          <p:cNvSpPr>
            <a:spLocks noGrp="1"/>
          </p:cNvSpPr>
          <p:nvPr>
            <p:ph idx="1"/>
          </p:nvPr>
        </p:nvSpPr>
        <p:spPr>
          <a:xfrm>
            <a:off x="168275" y="1222375"/>
            <a:ext cx="6891338" cy="4530725"/>
          </a:xfrm>
        </p:spPr>
        <p:txBody>
          <a:bodyPr/>
          <a:lstStyle/>
          <a:p>
            <a:pPr>
              <a:defRPr/>
            </a:pPr>
            <a:r>
              <a:rPr lang="zh-CN" altLang="en-US" b="1" dirty="0"/>
              <a:t>（</a:t>
            </a:r>
            <a:r>
              <a:rPr lang="en-US" altLang="zh-CN" b="1" dirty="0"/>
              <a:t>2</a:t>
            </a:r>
            <a:r>
              <a:rPr lang="zh-CN" altLang="en-US" b="1" dirty="0"/>
              <a:t>）优化方向选择</a:t>
            </a:r>
            <a:r>
              <a:rPr lang="zh-CN" altLang="en-US" dirty="0"/>
              <a:t> </a:t>
            </a:r>
            <a:endParaRPr lang="zh-CN" altLang="en-US" b="1" dirty="0"/>
          </a:p>
        </p:txBody>
      </p:sp>
      <p:sp>
        <p:nvSpPr>
          <p:cNvPr id="43012" name="矩形 46">
            <a:extLst>
              <a:ext uri="{FF2B5EF4-FFF2-40B4-BE49-F238E27FC236}">
                <a16:creationId xmlns:a16="http://schemas.microsoft.com/office/drawing/2014/main" id="{3956A99F-02C2-113B-24D5-90BAAB3DCDB1}"/>
              </a:ext>
            </a:extLst>
          </p:cNvPr>
          <p:cNvSpPr>
            <a:spLocks noChangeArrowheads="1"/>
          </p:cNvSpPr>
          <p:nvPr/>
        </p:nvSpPr>
        <p:spPr bwMode="auto">
          <a:xfrm>
            <a:off x="1171575" y="1936750"/>
            <a:ext cx="6473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2400">
                <a:solidFill>
                  <a:schemeClr val="tx1"/>
                </a:solidFill>
                <a:latin typeface="微软雅黑" panose="020B0503020204020204" pitchFamily="34" charset="-122"/>
                <a:ea typeface="微软雅黑" panose="020B0503020204020204" pitchFamily="34" charset="-122"/>
              </a:rPr>
              <a:t>从一个可行解换到另一个更好的解</a:t>
            </a:r>
          </a:p>
        </p:txBody>
      </p:sp>
      <p:grpSp>
        <p:nvGrpSpPr>
          <p:cNvPr id="13" name="Group 20">
            <a:extLst>
              <a:ext uri="{FF2B5EF4-FFF2-40B4-BE49-F238E27FC236}">
                <a16:creationId xmlns:a16="http://schemas.microsoft.com/office/drawing/2014/main" id="{8E39E399-4E5B-0DF7-FE87-F8A176F96097}"/>
              </a:ext>
            </a:extLst>
          </p:cNvPr>
          <p:cNvGrpSpPr>
            <a:grpSpLocks/>
          </p:cNvGrpSpPr>
          <p:nvPr/>
        </p:nvGrpSpPr>
        <p:grpSpPr bwMode="auto">
          <a:xfrm>
            <a:off x="1115401" y="3997473"/>
            <a:ext cx="1927225" cy="1512887"/>
            <a:chOff x="536" y="2205"/>
            <a:chExt cx="1214" cy="953"/>
          </a:xfrm>
          <a:solidFill>
            <a:schemeClr val="accent1"/>
          </a:solidFill>
        </p:grpSpPr>
        <p:sp>
          <p:nvSpPr>
            <p:cNvPr id="14" name="AutoShape 21">
              <a:extLst>
                <a:ext uri="{FF2B5EF4-FFF2-40B4-BE49-F238E27FC236}">
                  <a16:creationId xmlns:a16="http://schemas.microsoft.com/office/drawing/2014/main" id="{A70B8384-5AAD-D65A-8505-65F3303077AD}"/>
                </a:ext>
              </a:extLst>
            </p:cNvPr>
            <p:cNvSpPr>
              <a:spLocks noChangeArrowheads="1"/>
            </p:cNvSpPr>
            <p:nvPr/>
          </p:nvSpPr>
          <p:spPr bwMode="auto">
            <a:xfrm>
              <a:off x="703" y="2205"/>
              <a:ext cx="952" cy="953"/>
            </a:xfrm>
            <a:prstGeom prst="rtTriangle">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5" name="AutoShape 22">
              <a:extLst>
                <a:ext uri="{FF2B5EF4-FFF2-40B4-BE49-F238E27FC236}">
                  <a16:creationId xmlns:a16="http://schemas.microsoft.com/office/drawing/2014/main" id="{9EFC8736-B7E3-6725-6CFA-2CA17088264C}"/>
                </a:ext>
              </a:extLst>
            </p:cNvPr>
            <p:cNvSpPr>
              <a:spLocks noChangeArrowheads="1"/>
            </p:cNvSpPr>
            <p:nvPr/>
          </p:nvSpPr>
          <p:spPr bwMode="auto">
            <a:xfrm rot="2684067">
              <a:off x="536" y="2466"/>
              <a:ext cx="1214" cy="170"/>
            </a:xfrm>
            <a:prstGeom prst="triangle">
              <a:avLst>
                <a:gd name="adj" fmla="val 50000"/>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6" name="Rectangle 23">
              <a:extLst>
                <a:ext uri="{FF2B5EF4-FFF2-40B4-BE49-F238E27FC236}">
                  <a16:creationId xmlns:a16="http://schemas.microsoft.com/office/drawing/2014/main" id="{991AEDC1-C296-C5CA-900A-04D5CB18247C}"/>
                </a:ext>
              </a:extLst>
            </p:cNvPr>
            <p:cNvSpPr>
              <a:spLocks noChangeArrowheads="1"/>
            </p:cNvSpPr>
            <p:nvPr/>
          </p:nvSpPr>
          <p:spPr bwMode="auto">
            <a:xfrm rot="-1979862">
              <a:off x="1243" y="2691"/>
              <a:ext cx="183" cy="409"/>
            </a:xfrm>
            <a:prstGeom prst="rect">
              <a:avLst/>
            </a:prstGeom>
            <a:grpFill/>
            <a:ln w="9525">
              <a:noFill/>
              <a:miter lim="800000"/>
              <a:headEnd/>
              <a:tailEnd/>
            </a:ln>
          </p:spPr>
          <p:txBody>
            <a:bodyPr wrap="none" anchor="ctr"/>
            <a:lstStyle/>
            <a:p>
              <a:pPr eaLnBrk="1" hangingPunct="1">
                <a:spcBef>
                  <a:spcPct val="20000"/>
                </a:spcBef>
                <a:buClr>
                  <a:schemeClr val="accent1"/>
                </a:buClr>
                <a:buSzPct val="65000"/>
                <a:buFont typeface="Wingdings" panose="05000000000000000000" pitchFamily="2" charset="2"/>
                <a:buNone/>
                <a:defRPr/>
              </a:pPr>
              <a:endParaRPr lang="zh-CN" altLang="en-US">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43014" name="Line 24">
            <a:extLst>
              <a:ext uri="{FF2B5EF4-FFF2-40B4-BE49-F238E27FC236}">
                <a16:creationId xmlns:a16="http://schemas.microsoft.com/office/drawing/2014/main" id="{75C39319-382B-378A-F4EE-D2BBFD81DCDE}"/>
              </a:ext>
            </a:extLst>
          </p:cNvPr>
          <p:cNvSpPr>
            <a:spLocks noChangeShapeType="1"/>
          </p:cNvSpPr>
          <p:nvPr/>
        </p:nvSpPr>
        <p:spPr bwMode="auto">
          <a:xfrm>
            <a:off x="1116013" y="3854450"/>
            <a:ext cx="3168650" cy="172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5" name="Oval 25">
            <a:extLst>
              <a:ext uri="{FF2B5EF4-FFF2-40B4-BE49-F238E27FC236}">
                <a16:creationId xmlns:a16="http://schemas.microsoft.com/office/drawing/2014/main" id="{2301C3AB-7276-BBFC-3B8D-774DCFB6E600}"/>
              </a:ext>
            </a:extLst>
          </p:cNvPr>
          <p:cNvSpPr>
            <a:spLocks noChangeArrowheads="1"/>
          </p:cNvSpPr>
          <p:nvPr/>
        </p:nvSpPr>
        <p:spPr bwMode="auto">
          <a:xfrm>
            <a:off x="1735138" y="4860925"/>
            <a:ext cx="360362" cy="358775"/>
          </a:xfrm>
          <a:prstGeom prst="ellipse">
            <a:avLst/>
          </a:prstGeom>
          <a:solidFill>
            <a:srgbClr val="FF9900"/>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Ⅰ</a:t>
            </a:r>
          </a:p>
        </p:txBody>
      </p:sp>
      <p:sp>
        <p:nvSpPr>
          <p:cNvPr id="43016" name="Rectangle 26">
            <a:extLst>
              <a:ext uri="{FF2B5EF4-FFF2-40B4-BE49-F238E27FC236}">
                <a16:creationId xmlns:a16="http://schemas.microsoft.com/office/drawing/2014/main" id="{2C1C1F70-7929-C365-A5F5-C1CC3D5C2EDB}"/>
              </a:ext>
            </a:extLst>
          </p:cNvPr>
          <p:cNvSpPr>
            <a:spLocks noChangeArrowheads="1"/>
          </p:cNvSpPr>
          <p:nvPr/>
        </p:nvSpPr>
        <p:spPr bwMode="auto">
          <a:xfrm>
            <a:off x="1574800" y="3384550"/>
            <a:ext cx="1878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0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a:latin typeface="微软雅黑" panose="020B0503020204020204" pitchFamily="34" charset="-122"/>
                <a:ea typeface="微软雅黑" panose="020B0503020204020204" pitchFamily="34" charset="-122"/>
                <a:cs typeface="Times New Roman" panose="02020603050405020304" pitchFamily="18" charset="0"/>
              </a:rPr>
              <a:t>≤40</a:t>
            </a:r>
            <a:endParaRPr lang="en-US" altLang="zh-CN" sz="20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017" name="Rectangle 27">
            <a:extLst>
              <a:ext uri="{FF2B5EF4-FFF2-40B4-BE49-F238E27FC236}">
                <a16:creationId xmlns:a16="http://schemas.microsoft.com/office/drawing/2014/main" id="{37890554-E46B-70FF-5AB7-787B58429634}"/>
              </a:ext>
            </a:extLst>
          </p:cNvPr>
          <p:cNvSpPr>
            <a:spLocks noChangeArrowheads="1"/>
          </p:cNvSpPr>
          <p:nvPr/>
        </p:nvSpPr>
        <p:spPr bwMode="auto">
          <a:xfrm>
            <a:off x="3205163" y="4645025"/>
            <a:ext cx="1735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i="1">
                <a:latin typeface="微软雅黑" panose="020B0503020204020204" pitchFamily="34" charset="-122"/>
                <a:ea typeface="微软雅黑" panose="020B0503020204020204" pitchFamily="34" charset="-122"/>
                <a:cs typeface="Times New Roman" panose="02020603050405020304" pitchFamily="18" charset="0"/>
              </a:rPr>
              <a:t>x</a:t>
            </a:r>
            <a:r>
              <a:rPr lang="en-US" altLang="zh-CN" sz="2400" baseline="-2500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400">
                <a:latin typeface="微软雅黑" panose="020B0503020204020204" pitchFamily="34" charset="-122"/>
                <a:ea typeface="微软雅黑" panose="020B0503020204020204" pitchFamily="34" charset="-122"/>
                <a:cs typeface="Times New Roman" panose="02020603050405020304" pitchFamily="18" charset="0"/>
              </a:rPr>
              <a:t>≤50</a:t>
            </a:r>
            <a:endParaRPr lang="en-US" altLang="zh-CN" sz="2400" b="1">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018" name="Line 28">
            <a:extLst>
              <a:ext uri="{FF2B5EF4-FFF2-40B4-BE49-F238E27FC236}">
                <a16:creationId xmlns:a16="http://schemas.microsoft.com/office/drawing/2014/main" id="{959F9172-B4EC-B7B1-FE9C-1672EC389B8A}"/>
              </a:ext>
            </a:extLst>
          </p:cNvPr>
          <p:cNvSpPr>
            <a:spLocks noChangeShapeType="1"/>
          </p:cNvSpPr>
          <p:nvPr/>
        </p:nvSpPr>
        <p:spPr bwMode="auto">
          <a:xfrm>
            <a:off x="1404938" y="3997325"/>
            <a:ext cx="0"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9" name="Line 29">
            <a:extLst>
              <a:ext uri="{FF2B5EF4-FFF2-40B4-BE49-F238E27FC236}">
                <a16:creationId xmlns:a16="http://schemas.microsoft.com/office/drawing/2014/main" id="{80E299E1-8BDC-3F8C-38A7-C36A8BA6D29F}"/>
              </a:ext>
            </a:extLst>
          </p:cNvPr>
          <p:cNvSpPr>
            <a:spLocks noChangeShapeType="1"/>
          </p:cNvSpPr>
          <p:nvPr/>
        </p:nvSpPr>
        <p:spPr bwMode="auto">
          <a:xfrm>
            <a:off x="1116013" y="2917825"/>
            <a:ext cx="1944687" cy="2952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020" name="Group 60">
            <a:extLst>
              <a:ext uri="{FF2B5EF4-FFF2-40B4-BE49-F238E27FC236}">
                <a16:creationId xmlns:a16="http://schemas.microsoft.com/office/drawing/2014/main" id="{D48E838B-B049-A4BB-2622-2ACDFD1F5115}"/>
              </a:ext>
            </a:extLst>
          </p:cNvPr>
          <p:cNvGrpSpPr>
            <a:grpSpLocks/>
          </p:cNvGrpSpPr>
          <p:nvPr/>
        </p:nvGrpSpPr>
        <p:grpSpPr bwMode="auto">
          <a:xfrm>
            <a:off x="1116013" y="2568575"/>
            <a:ext cx="3741737" cy="3349625"/>
            <a:chOff x="2073" y="1305"/>
            <a:chExt cx="2357" cy="2111"/>
          </a:xfrm>
        </p:grpSpPr>
        <p:sp>
          <p:nvSpPr>
            <p:cNvPr id="43033" name="Line 31">
              <a:extLst>
                <a:ext uri="{FF2B5EF4-FFF2-40B4-BE49-F238E27FC236}">
                  <a16:creationId xmlns:a16="http://schemas.microsoft.com/office/drawing/2014/main" id="{DDD1A087-F08C-394C-284F-E6EDE84948DC}"/>
                </a:ext>
              </a:extLst>
            </p:cNvPr>
            <p:cNvSpPr>
              <a:spLocks noChangeShapeType="1"/>
            </p:cNvSpPr>
            <p:nvPr/>
          </p:nvSpPr>
          <p:spPr bwMode="auto">
            <a:xfrm>
              <a:off x="2073" y="3158"/>
              <a:ext cx="231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3034" name="Group 59">
              <a:extLst>
                <a:ext uri="{FF2B5EF4-FFF2-40B4-BE49-F238E27FC236}">
                  <a16:creationId xmlns:a16="http://schemas.microsoft.com/office/drawing/2014/main" id="{594FBDB8-A23C-886C-CD32-A654FF875E95}"/>
                </a:ext>
              </a:extLst>
            </p:cNvPr>
            <p:cNvGrpSpPr>
              <a:grpSpLocks/>
            </p:cNvGrpSpPr>
            <p:nvPr/>
          </p:nvGrpSpPr>
          <p:grpSpPr bwMode="auto">
            <a:xfrm>
              <a:off x="2240" y="1305"/>
              <a:ext cx="2190" cy="2111"/>
              <a:chOff x="2240" y="1305"/>
              <a:chExt cx="2190" cy="2111"/>
            </a:xfrm>
          </p:grpSpPr>
          <p:sp>
            <p:nvSpPr>
              <p:cNvPr id="43035" name="Line 33">
                <a:extLst>
                  <a:ext uri="{FF2B5EF4-FFF2-40B4-BE49-F238E27FC236}">
                    <a16:creationId xmlns:a16="http://schemas.microsoft.com/office/drawing/2014/main" id="{6334D443-5438-885D-37CF-D25BCEC739EF}"/>
                  </a:ext>
                </a:extLst>
              </p:cNvPr>
              <p:cNvSpPr>
                <a:spLocks noChangeShapeType="1"/>
              </p:cNvSpPr>
              <p:nvPr/>
            </p:nvSpPr>
            <p:spPr bwMode="auto">
              <a:xfrm flipV="1">
                <a:off x="2255" y="1389"/>
                <a:ext cx="0" cy="19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36" name="Rectangle 34">
                <a:extLst>
                  <a:ext uri="{FF2B5EF4-FFF2-40B4-BE49-F238E27FC236}">
                    <a16:creationId xmlns:a16="http://schemas.microsoft.com/office/drawing/2014/main" id="{A9F29C94-8DC8-7286-01C8-1B2B57F249D2}"/>
                  </a:ext>
                </a:extLst>
              </p:cNvPr>
              <p:cNvSpPr>
                <a:spLocks noChangeArrowheads="1"/>
              </p:cNvSpPr>
              <p:nvPr/>
            </p:nvSpPr>
            <p:spPr bwMode="auto">
              <a:xfrm>
                <a:off x="4105" y="3203"/>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X1</a:t>
                </a:r>
              </a:p>
            </p:txBody>
          </p:sp>
          <p:sp>
            <p:nvSpPr>
              <p:cNvPr id="43037" name="Rectangle 35">
                <a:extLst>
                  <a:ext uri="{FF2B5EF4-FFF2-40B4-BE49-F238E27FC236}">
                    <a16:creationId xmlns:a16="http://schemas.microsoft.com/office/drawing/2014/main" id="{F49ED415-8D64-CB6B-2CBE-8F6543E54C58}"/>
                  </a:ext>
                </a:extLst>
              </p:cNvPr>
              <p:cNvSpPr>
                <a:spLocks noChangeArrowheads="1"/>
              </p:cNvSpPr>
              <p:nvPr/>
            </p:nvSpPr>
            <p:spPr bwMode="auto">
              <a:xfrm>
                <a:off x="2240" y="1305"/>
                <a:ext cx="3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160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b="1">
                    <a:latin typeface="微软雅黑" panose="020B0503020204020204" pitchFamily="34" charset="-122"/>
                    <a:ea typeface="微软雅黑" panose="020B0503020204020204" pitchFamily="34" charset="-122"/>
                    <a:cs typeface="Times New Roman" panose="02020603050405020304" pitchFamily="18" charset="0"/>
                  </a:rPr>
                  <a:t>X2</a:t>
                </a:r>
              </a:p>
            </p:txBody>
          </p:sp>
        </p:grpSp>
      </p:grpSp>
      <p:sp>
        <p:nvSpPr>
          <p:cNvPr id="43021" name="Text Box 36">
            <a:extLst>
              <a:ext uri="{FF2B5EF4-FFF2-40B4-BE49-F238E27FC236}">
                <a16:creationId xmlns:a16="http://schemas.microsoft.com/office/drawing/2014/main" id="{1B6B7F42-6DAE-87A0-5D3E-20BE34531809}"/>
              </a:ext>
            </a:extLst>
          </p:cNvPr>
          <p:cNvSpPr txBox="1">
            <a:spLocks noChangeArrowheads="1"/>
          </p:cNvSpPr>
          <p:nvPr/>
        </p:nvSpPr>
        <p:spPr bwMode="auto">
          <a:xfrm>
            <a:off x="1116013" y="5438775"/>
            <a:ext cx="431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a</a:t>
            </a:r>
          </a:p>
        </p:txBody>
      </p:sp>
      <p:sp>
        <p:nvSpPr>
          <p:cNvPr id="43022" name="Text Box 37">
            <a:extLst>
              <a:ext uri="{FF2B5EF4-FFF2-40B4-BE49-F238E27FC236}">
                <a16:creationId xmlns:a16="http://schemas.microsoft.com/office/drawing/2014/main" id="{FEF5FA2D-3A40-2C75-C495-646D9DC9AD33}"/>
              </a:ext>
            </a:extLst>
          </p:cNvPr>
          <p:cNvSpPr txBox="1">
            <a:spLocks noChangeArrowheads="1"/>
          </p:cNvSpPr>
          <p:nvPr/>
        </p:nvSpPr>
        <p:spPr bwMode="auto">
          <a:xfrm>
            <a:off x="2628900" y="5581650"/>
            <a:ext cx="287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20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43023" name="Text Box 38">
            <a:extLst>
              <a:ext uri="{FF2B5EF4-FFF2-40B4-BE49-F238E27FC236}">
                <a16:creationId xmlns:a16="http://schemas.microsoft.com/office/drawing/2014/main" id="{59CB4A4B-CDF1-F72F-EF04-CCDC4A556E89}"/>
              </a:ext>
            </a:extLst>
          </p:cNvPr>
          <p:cNvSpPr txBox="1">
            <a:spLocks noChangeArrowheads="1"/>
          </p:cNvSpPr>
          <p:nvPr/>
        </p:nvSpPr>
        <p:spPr bwMode="auto">
          <a:xfrm>
            <a:off x="2052638" y="4070350"/>
            <a:ext cx="5048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c</a:t>
            </a:r>
          </a:p>
        </p:txBody>
      </p:sp>
      <p:sp>
        <p:nvSpPr>
          <p:cNvPr id="43024" name="Text Box 39">
            <a:extLst>
              <a:ext uri="{FF2B5EF4-FFF2-40B4-BE49-F238E27FC236}">
                <a16:creationId xmlns:a16="http://schemas.microsoft.com/office/drawing/2014/main" id="{7B7E06DD-6CBD-ACC2-3289-7DA9B59405B3}"/>
              </a:ext>
            </a:extLst>
          </p:cNvPr>
          <p:cNvSpPr txBox="1">
            <a:spLocks noChangeArrowheads="1"/>
          </p:cNvSpPr>
          <p:nvPr/>
        </p:nvSpPr>
        <p:spPr bwMode="auto">
          <a:xfrm>
            <a:off x="1116013" y="3924300"/>
            <a:ext cx="576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d</a:t>
            </a:r>
          </a:p>
        </p:txBody>
      </p:sp>
      <p:sp>
        <p:nvSpPr>
          <p:cNvPr id="43025" name="Oval 41">
            <a:extLst>
              <a:ext uri="{FF2B5EF4-FFF2-40B4-BE49-F238E27FC236}">
                <a16:creationId xmlns:a16="http://schemas.microsoft.com/office/drawing/2014/main" id="{71E355F6-BE8C-2CC2-DE82-9CBABE58DFAC}"/>
              </a:ext>
            </a:extLst>
          </p:cNvPr>
          <p:cNvSpPr>
            <a:spLocks noChangeArrowheads="1"/>
          </p:cNvSpPr>
          <p:nvPr/>
        </p:nvSpPr>
        <p:spPr bwMode="auto">
          <a:xfrm>
            <a:off x="2628900" y="5292725"/>
            <a:ext cx="360363" cy="361950"/>
          </a:xfrm>
          <a:prstGeom prst="ellipse">
            <a:avLst/>
          </a:prstGeom>
          <a:solidFill>
            <a:srgbClr val="99CCFF"/>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43026" name="Line 46">
            <a:extLst>
              <a:ext uri="{FF2B5EF4-FFF2-40B4-BE49-F238E27FC236}">
                <a16:creationId xmlns:a16="http://schemas.microsoft.com/office/drawing/2014/main" id="{1C69F61F-145A-BB4C-68C8-8DD295D95808}"/>
              </a:ext>
            </a:extLst>
          </p:cNvPr>
          <p:cNvSpPr>
            <a:spLocks noChangeShapeType="1"/>
          </p:cNvSpPr>
          <p:nvPr/>
        </p:nvSpPr>
        <p:spPr bwMode="auto">
          <a:xfrm>
            <a:off x="1368425" y="3997325"/>
            <a:ext cx="0" cy="1511300"/>
          </a:xfrm>
          <a:prstGeom prst="line">
            <a:avLst/>
          </a:prstGeom>
          <a:noFill/>
          <a:ln w="28575">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7" name="Line 47">
            <a:extLst>
              <a:ext uri="{FF2B5EF4-FFF2-40B4-BE49-F238E27FC236}">
                <a16:creationId xmlns:a16="http://schemas.microsoft.com/office/drawing/2014/main" id="{0FED9DEB-B1CA-C7A7-A329-728F450CCF8A}"/>
              </a:ext>
            </a:extLst>
          </p:cNvPr>
          <p:cNvSpPr>
            <a:spLocks noChangeShapeType="1"/>
          </p:cNvSpPr>
          <p:nvPr/>
        </p:nvSpPr>
        <p:spPr bwMode="auto">
          <a:xfrm>
            <a:off x="2089150" y="4394200"/>
            <a:ext cx="755650" cy="1152525"/>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8" name="Line 48">
            <a:extLst>
              <a:ext uri="{FF2B5EF4-FFF2-40B4-BE49-F238E27FC236}">
                <a16:creationId xmlns:a16="http://schemas.microsoft.com/office/drawing/2014/main" id="{C2349AB7-E001-C1E7-9D22-5ADA0B936152}"/>
              </a:ext>
            </a:extLst>
          </p:cNvPr>
          <p:cNvSpPr>
            <a:spLocks noChangeShapeType="1"/>
          </p:cNvSpPr>
          <p:nvPr/>
        </p:nvSpPr>
        <p:spPr bwMode="auto">
          <a:xfrm>
            <a:off x="1368425" y="5508625"/>
            <a:ext cx="1439863" cy="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9" name="Line 49">
            <a:extLst>
              <a:ext uri="{FF2B5EF4-FFF2-40B4-BE49-F238E27FC236}">
                <a16:creationId xmlns:a16="http://schemas.microsoft.com/office/drawing/2014/main" id="{810FC830-DFDA-FB76-5E28-0054C8C2C7E6}"/>
              </a:ext>
            </a:extLst>
          </p:cNvPr>
          <p:cNvSpPr>
            <a:spLocks noChangeShapeType="1"/>
          </p:cNvSpPr>
          <p:nvPr/>
        </p:nvSpPr>
        <p:spPr bwMode="auto">
          <a:xfrm>
            <a:off x="1368425" y="3997325"/>
            <a:ext cx="792163" cy="431800"/>
          </a:xfrm>
          <a:prstGeom prst="line">
            <a:avLst/>
          </a:prstGeom>
          <a:noFill/>
          <a:ln w="5715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0" name="Oval 50">
            <a:extLst>
              <a:ext uri="{FF2B5EF4-FFF2-40B4-BE49-F238E27FC236}">
                <a16:creationId xmlns:a16="http://schemas.microsoft.com/office/drawing/2014/main" id="{AC6FC857-83E1-A984-0C11-8216C2219C8C}"/>
              </a:ext>
            </a:extLst>
          </p:cNvPr>
          <p:cNvSpPr>
            <a:spLocks noChangeArrowheads="1"/>
          </p:cNvSpPr>
          <p:nvPr/>
        </p:nvSpPr>
        <p:spPr bwMode="auto">
          <a:xfrm>
            <a:off x="2628900" y="5292725"/>
            <a:ext cx="360363" cy="361950"/>
          </a:xfrm>
          <a:prstGeom prst="ellipse">
            <a:avLst/>
          </a:prstGeom>
          <a:solidFill>
            <a:srgbClr val="99FFCC"/>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cs typeface="Times New Roman" panose="02020603050405020304" pitchFamily="18" charset="0"/>
              </a:rPr>
              <a:t>v</a:t>
            </a:r>
          </a:p>
        </p:txBody>
      </p:sp>
      <p:sp>
        <p:nvSpPr>
          <p:cNvPr id="43031" name="Oval 51">
            <a:extLst>
              <a:ext uri="{FF2B5EF4-FFF2-40B4-BE49-F238E27FC236}">
                <a16:creationId xmlns:a16="http://schemas.microsoft.com/office/drawing/2014/main" id="{AD8F486F-DAC7-E798-A9E0-C1B13BA8EBD7}"/>
              </a:ext>
            </a:extLst>
          </p:cNvPr>
          <p:cNvSpPr>
            <a:spLocks noChangeArrowheads="1"/>
          </p:cNvSpPr>
          <p:nvPr/>
        </p:nvSpPr>
        <p:spPr bwMode="auto">
          <a:xfrm>
            <a:off x="1547813" y="4070350"/>
            <a:ext cx="360362" cy="358775"/>
          </a:xfrm>
          <a:prstGeom prst="ellipse">
            <a:avLst/>
          </a:prstGeom>
          <a:solidFill>
            <a:srgbClr val="00CC66"/>
          </a:solidFill>
          <a:ln w="28575">
            <a:solidFill>
              <a:schemeClr val="tx1"/>
            </a:solidFill>
            <a:round/>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zh-CN" sz="1800" b="1">
                <a:latin typeface="微软雅黑" panose="020B0503020204020204" pitchFamily="34" charset="-122"/>
                <a:ea typeface="微软雅黑" panose="020B0503020204020204" pitchFamily="34" charset="-122"/>
                <a:cs typeface="Times New Roman" panose="02020603050405020304" pitchFamily="18" charset="0"/>
              </a:rPr>
              <a:t>B</a:t>
            </a:r>
          </a:p>
        </p:txBody>
      </p:sp>
      <p:sp>
        <p:nvSpPr>
          <p:cNvPr id="40" name="Text Box 35">
            <a:extLst>
              <a:ext uri="{FF2B5EF4-FFF2-40B4-BE49-F238E27FC236}">
                <a16:creationId xmlns:a16="http://schemas.microsoft.com/office/drawing/2014/main" id="{41C08214-BA90-C7A7-1EB2-0BE31A4C98D0}"/>
              </a:ext>
            </a:extLst>
          </p:cNvPr>
          <p:cNvSpPr txBox="1">
            <a:spLocks noChangeArrowheads="1"/>
          </p:cNvSpPr>
          <p:nvPr/>
        </p:nvSpPr>
        <p:spPr bwMode="auto">
          <a:xfrm>
            <a:off x="5741988" y="3540125"/>
            <a:ext cx="2663825" cy="1820863"/>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50000"/>
              </a:spcBef>
              <a:buFont typeface="Wingdings" panose="05000000000000000000" pitchFamily="2" charset="2"/>
              <a:buNone/>
              <a:defRPr/>
            </a:pPr>
            <a:r>
              <a:rPr lang="en-US" altLang="zh-CN" sz="2400" dirty="0">
                <a:latin typeface="+mj-ea"/>
                <a:ea typeface="+mj-ea"/>
                <a:cs typeface="Times New Roman" panose="02020603050405020304" pitchFamily="18" charset="0"/>
              </a:rPr>
              <a:t>max  z = 5</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+3</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p>
          <a:p>
            <a:pPr eaLnBrk="1" hangingPunct="1">
              <a:lnSpc>
                <a:spcPct val="80000"/>
              </a:lnSpc>
              <a:spcBef>
                <a:spcPct val="50000"/>
              </a:spcBef>
              <a:buFont typeface="Wingdings" panose="05000000000000000000" pitchFamily="2" charset="2"/>
              <a:buNone/>
              <a:defRPr/>
            </a:pPr>
            <a:r>
              <a:rPr lang="en-US" altLang="zh-CN" sz="2400" dirty="0" err="1">
                <a:latin typeface="+mj-ea"/>
                <a:ea typeface="+mj-ea"/>
                <a:cs typeface="Times New Roman" panose="02020603050405020304" pitchFamily="18" charset="0"/>
              </a:rPr>
              <a:t>s.t.</a:t>
            </a:r>
            <a:r>
              <a:rPr lang="en-US" altLang="zh-CN" sz="2400" dirty="0">
                <a:latin typeface="+mj-ea"/>
                <a:ea typeface="+mj-ea"/>
                <a:cs typeface="Times New Roman" panose="02020603050405020304" pitchFamily="18" charset="0"/>
              </a:rPr>
              <a:t>    2</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≤40</a:t>
            </a:r>
          </a:p>
          <a:p>
            <a:pPr eaLnBrk="1" hangingPunct="1">
              <a:lnSpc>
                <a:spcPct val="80000"/>
              </a:lnSpc>
              <a:spcBef>
                <a:spcPct val="50000"/>
              </a:spcBef>
              <a:buFont typeface="Wingdings" panose="05000000000000000000" pitchFamily="2" charset="2"/>
              <a:buNone/>
              <a:defRPr/>
            </a:pPr>
            <a:r>
              <a:rPr lang="en-US" altLang="zh-CN" sz="2400" dirty="0">
                <a:latin typeface="+mj-ea"/>
                <a:ea typeface="+mj-ea"/>
                <a:cs typeface="Times New Roman" panose="02020603050405020304" pitchFamily="18" charset="0"/>
              </a:rPr>
              <a:t>         </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1</a:t>
            </a:r>
            <a:r>
              <a:rPr lang="en-US" altLang="zh-CN" sz="2400" dirty="0">
                <a:latin typeface="+mj-ea"/>
                <a:ea typeface="+mj-ea"/>
                <a:cs typeface="Times New Roman" panose="02020603050405020304" pitchFamily="18" charset="0"/>
              </a:rPr>
              <a:t>+2</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≤50 </a:t>
            </a:r>
          </a:p>
          <a:p>
            <a:pPr eaLnBrk="1" hangingPunct="1">
              <a:lnSpc>
                <a:spcPct val="80000"/>
              </a:lnSpc>
              <a:spcBef>
                <a:spcPct val="50000"/>
              </a:spcBef>
              <a:buFont typeface="Wingdings" panose="05000000000000000000" pitchFamily="2" charset="2"/>
              <a:buNone/>
              <a:defRPr/>
            </a:pPr>
            <a:r>
              <a:rPr lang="en-US" altLang="zh-CN" sz="2400" i="1" dirty="0">
                <a:latin typeface="+mj-ea"/>
                <a:ea typeface="+mj-ea"/>
                <a:cs typeface="Times New Roman" panose="02020603050405020304" pitchFamily="18" charset="0"/>
              </a:rPr>
              <a:t>         x</a:t>
            </a:r>
            <a:r>
              <a:rPr lang="en-US" altLang="zh-CN" sz="2400" baseline="-25000" dirty="0">
                <a:latin typeface="+mj-ea"/>
                <a:ea typeface="+mj-ea"/>
                <a:cs typeface="Times New Roman" panose="02020603050405020304" pitchFamily="18" charset="0"/>
              </a:rPr>
              <a:t>1</a:t>
            </a:r>
            <a:r>
              <a:rPr lang="zh-CN" altLang="en-US" sz="2400" dirty="0">
                <a:latin typeface="+mj-ea"/>
                <a:ea typeface="+mj-ea"/>
                <a:cs typeface="Times New Roman" panose="02020603050405020304" pitchFamily="18" charset="0"/>
              </a:rPr>
              <a:t>，</a:t>
            </a:r>
            <a:r>
              <a:rPr lang="en-US" altLang="zh-CN" sz="2400" i="1" dirty="0">
                <a:latin typeface="+mj-ea"/>
                <a:ea typeface="+mj-ea"/>
                <a:cs typeface="Times New Roman" panose="02020603050405020304" pitchFamily="18" charset="0"/>
              </a:rPr>
              <a:t>x</a:t>
            </a:r>
            <a:r>
              <a:rPr lang="en-US" altLang="zh-CN" sz="2400" baseline="-25000" dirty="0">
                <a:latin typeface="+mj-ea"/>
                <a:ea typeface="+mj-ea"/>
                <a:cs typeface="Times New Roman" panose="02020603050405020304" pitchFamily="18" charset="0"/>
              </a:rPr>
              <a:t>2</a:t>
            </a:r>
            <a:r>
              <a:rPr lang="en-US" altLang="zh-CN" sz="2400" dirty="0">
                <a:latin typeface="+mj-ea"/>
                <a:ea typeface="+mj-ea"/>
                <a:cs typeface="Times New Roman" panose="02020603050405020304" pitchFamily="18" charset="0"/>
              </a:rPr>
              <a:t>≥0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B7D142B1-D852-3280-1E64-85D1FEF89FDE}"/>
              </a:ext>
            </a:extLst>
          </p:cNvPr>
          <p:cNvSpPr>
            <a:spLocks noGrp="1"/>
          </p:cNvSpPr>
          <p:nvPr>
            <p:ph type="title"/>
          </p:nvPr>
        </p:nvSpPr>
        <p:spPr/>
        <p:txBody>
          <a:bodyPr/>
          <a:lstStyle/>
          <a:p>
            <a:r>
              <a:rPr lang="zh-CN" altLang="en-US" sz="4400" b="1"/>
              <a:t>单纯性算法的数学基础</a:t>
            </a:r>
            <a:endParaRPr lang="zh-CN" altLang="en-US"/>
          </a:p>
        </p:txBody>
      </p:sp>
      <p:sp>
        <p:nvSpPr>
          <p:cNvPr id="3" name="内容占位符 2">
            <a:extLst>
              <a:ext uri="{FF2B5EF4-FFF2-40B4-BE49-F238E27FC236}">
                <a16:creationId xmlns:a16="http://schemas.microsoft.com/office/drawing/2014/main" id="{1DBC3735-F9CA-BC92-9772-446FC79662FB}"/>
              </a:ext>
            </a:extLst>
          </p:cNvPr>
          <p:cNvSpPr>
            <a:spLocks noGrp="1"/>
          </p:cNvSpPr>
          <p:nvPr>
            <p:ph idx="1"/>
          </p:nvPr>
        </p:nvSpPr>
        <p:spPr>
          <a:xfrm>
            <a:off x="57150" y="1611313"/>
            <a:ext cx="4762500" cy="4530725"/>
          </a:xfrm>
        </p:spPr>
        <p:txBody>
          <a:bodyPr/>
          <a:lstStyle/>
          <a:p>
            <a:pPr>
              <a:defRPr/>
            </a:pPr>
            <a:r>
              <a:rPr lang="zh-CN" altLang="en-US" b="1" dirty="0"/>
              <a:t>（</a:t>
            </a:r>
            <a:r>
              <a:rPr lang="en-US" altLang="zh-CN" b="1" dirty="0"/>
              <a:t>3</a:t>
            </a:r>
            <a:r>
              <a:rPr lang="zh-CN" altLang="en-US" b="1" dirty="0"/>
              <a:t>）线性代数与基变换</a:t>
            </a:r>
          </a:p>
        </p:txBody>
      </p:sp>
      <p:sp>
        <p:nvSpPr>
          <p:cNvPr id="37" name="矩形 36">
            <a:extLst>
              <a:ext uri="{FF2B5EF4-FFF2-40B4-BE49-F238E27FC236}">
                <a16:creationId xmlns:a16="http://schemas.microsoft.com/office/drawing/2014/main" id="{F7CD63E7-CA37-6659-CF44-33F43B01B7D5}"/>
              </a:ext>
            </a:extLst>
          </p:cNvPr>
          <p:cNvSpPr/>
          <p:nvPr/>
        </p:nvSpPr>
        <p:spPr>
          <a:xfrm>
            <a:off x="511175" y="2398713"/>
            <a:ext cx="8021638" cy="554037"/>
          </a:xfrm>
          <a:prstGeom prst="rect">
            <a:avLst/>
          </a:prstGeom>
        </p:spPr>
        <p:txBody>
          <a:bodyPr>
            <a:spAutoFit/>
          </a:bodyPr>
          <a:lstStyle/>
          <a:p>
            <a:pPr>
              <a:lnSpc>
                <a:spcPct val="150000"/>
              </a:lnSpc>
              <a:defRPr/>
            </a:pPr>
            <a:r>
              <a:rPr lang="zh-CN" altLang="en-US" sz="2000" b="1" dirty="0">
                <a:solidFill>
                  <a:schemeClr val="tx1"/>
                </a:solidFill>
                <a:latin typeface="+mj-ea"/>
                <a:ea typeface="+mj-ea"/>
              </a:rPr>
              <a:t>线性代数中的高斯消元法，</a:t>
            </a:r>
            <a:r>
              <a:rPr lang="zh-CN" altLang="en-US" sz="2000" dirty="0">
                <a:solidFill>
                  <a:schemeClr val="tx1"/>
                </a:solidFill>
                <a:latin typeface="+mj-ea"/>
                <a:ea typeface="+mj-ea"/>
              </a:rPr>
              <a:t>调整基变量，同时保证</a:t>
            </a:r>
            <a:r>
              <a:rPr lang="zh-CN" altLang="en-US" sz="2000" dirty="0">
                <a:solidFill>
                  <a:srgbClr val="FF0000"/>
                </a:solidFill>
                <a:latin typeface="+mj-ea"/>
                <a:ea typeface="+mj-ea"/>
              </a:rPr>
              <a:t>问题的等价性</a:t>
            </a:r>
            <a:r>
              <a:rPr lang="zh-CN" altLang="en-US" sz="2000" dirty="0">
                <a:solidFill>
                  <a:schemeClr val="tx1"/>
                </a:solidFill>
                <a:latin typeface="+mj-ea"/>
                <a:ea typeface="+mj-ea"/>
              </a:rPr>
              <a:t>。</a:t>
            </a:r>
          </a:p>
        </p:txBody>
      </p:sp>
      <p:graphicFrame>
        <p:nvGraphicFramePr>
          <p:cNvPr id="45061" name="Object 2">
            <a:extLst>
              <a:ext uri="{FF2B5EF4-FFF2-40B4-BE49-F238E27FC236}">
                <a16:creationId xmlns:a16="http://schemas.microsoft.com/office/drawing/2014/main" id="{EAC270FD-BE04-D362-9C29-A16BE529D197}"/>
              </a:ext>
            </a:extLst>
          </p:cNvPr>
          <p:cNvGraphicFramePr>
            <a:graphicFrameLocks noChangeAspect="1"/>
          </p:cNvGraphicFramePr>
          <p:nvPr/>
        </p:nvGraphicFramePr>
        <p:xfrm>
          <a:off x="323850" y="3744913"/>
          <a:ext cx="3267075" cy="430212"/>
        </p:xfrm>
        <a:graphic>
          <a:graphicData uri="http://schemas.openxmlformats.org/presentationml/2006/ole">
            <mc:AlternateContent xmlns:mc="http://schemas.openxmlformats.org/markup-compatibility/2006">
              <mc:Choice xmlns:v="urn:schemas-microsoft-com:vml" Requires="v">
                <p:oleObj name="Equation" r:id="rId2" imgW="1739900" imgH="228600" progId="Equation.DSMT4">
                  <p:embed/>
                </p:oleObj>
              </mc:Choice>
              <mc:Fallback>
                <p:oleObj name="Equation" r:id="rId2" imgW="173990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3744913"/>
                        <a:ext cx="32670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2" name="Object 3">
            <a:extLst>
              <a:ext uri="{FF2B5EF4-FFF2-40B4-BE49-F238E27FC236}">
                <a16:creationId xmlns:a16="http://schemas.microsoft.com/office/drawing/2014/main" id="{0082082B-E539-D52A-9728-B353FC275E5E}"/>
              </a:ext>
            </a:extLst>
          </p:cNvPr>
          <p:cNvGraphicFramePr>
            <a:graphicFrameLocks noChangeAspect="1"/>
          </p:cNvGraphicFramePr>
          <p:nvPr/>
        </p:nvGraphicFramePr>
        <p:xfrm>
          <a:off x="879475" y="4505325"/>
          <a:ext cx="2884488" cy="1169988"/>
        </p:xfrm>
        <a:graphic>
          <a:graphicData uri="http://schemas.openxmlformats.org/presentationml/2006/ole">
            <mc:AlternateContent xmlns:mc="http://schemas.openxmlformats.org/markup-compatibility/2006">
              <mc:Choice xmlns:v="urn:schemas-microsoft-com:vml" Requires="v">
                <p:oleObj name="公式" r:id="rId4" imgW="1689100" imgH="685800" progId="Equation.3">
                  <p:embed/>
                </p:oleObj>
              </mc:Choice>
              <mc:Fallback>
                <p:oleObj name="公式" r:id="rId4" imgW="16891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9475" y="4505325"/>
                        <a:ext cx="2884488"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3" name="Object 2">
            <a:extLst>
              <a:ext uri="{FF2B5EF4-FFF2-40B4-BE49-F238E27FC236}">
                <a16:creationId xmlns:a16="http://schemas.microsoft.com/office/drawing/2014/main" id="{568B9A25-EFB8-5D80-4AA2-2F281E6876C6}"/>
              </a:ext>
            </a:extLst>
          </p:cNvPr>
          <p:cNvGraphicFramePr>
            <a:graphicFrameLocks noChangeAspect="1"/>
          </p:cNvGraphicFramePr>
          <p:nvPr/>
        </p:nvGraphicFramePr>
        <p:xfrm>
          <a:off x="5148263" y="5913438"/>
          <a:ext cx="2509837" cy="785812"/>
        </p:xfrm>
        <a:graphic>
          <a:graphicData uri="http://schemas.openxmlformats.org/presentationml/2006/ole">
            <mc:AlternateContent xmlns:mc="http://schemas.openxmlformats.org/markup-compatibility/2006">
              <mc:Choice xmlns:v="urn:schemas-microsoft-com:vml" Requires="v">
                <p:oleObj name="公式" r:id="rId6" imgW="1244600" imgH="393700" progId="Equation.3">
                  <p:embed/>
                </p:oleObj>
              </mc:Choice>
              <mc:Fallback>
                <p:oleObj name="公式" r:id="rId6" imgW="1244600" imgH="3937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5913438"/>
                        <a:ext cx="2509837"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4" name="Object 3">
            <a:extLst>
              <a:ext uri="{FF2B5EF4-FFF2-40B4-BE49-F238E27FC236}">
                <a16:creationId xmlns:a16="http://schemas.microsoft.com/office/drawing/2014/main" id="{33254DEB-2460-BDCD-5BE0-F2ABDF08D745}"/>
              </a:ext>
            </a:extLst>
          </p:cNvPr>
          <p:cNvGraphicFramePr>
            <a:graphicFrameLocks noChangeAspect="1"/>
          </p:cNvGraphicFramePr>
          <p:nvPr/>
        </p:nvGraphicFramePr>
        <p:xfrm>
          <a:off x="5148263" y="4395788"/>
          <a:ext cx="3225800" cy="1566862"/>
        </p:xfrm>
        <a:graphic>
          <a:graphicData uri="http://schemas.openxmlformats.org/presentationml/2006/ole">
            <mc:AlternateContent xmlns:mc="http://schemas.openxmlformats.org/markup-compatibility/2006">
              <mc:Choice xmlns:v="urn:schemas-microsoft-com:vml" Requires="v">
                <p:oleObj name="公式" r:id="rId8" imgW="1663700" imgH="812800" progId="Equation.3">
                  <p:embed/>
                </p:oleObj>
              </mc:Choice>
              <mc:Fallback>
                <p:oleObj name="公式" r:id="rId8" imgW="1663700" imgH="8128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48263" y="4395788"/>
                        <a:ext cx="32258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5065" name="Object 4">
            <a:extLst>
              <a:ext uri="{FF2B5EF4-FFF2-40B4-BE49-F238E27FC236}">
                <a16:creationId xmlns:a16="http://schemas.microsoft.com/office/drawing/2014/main" id="{C542743E-4C3B-4451-D907-74939C7CFF05}"/>
              </a:ext>
            </a:extLst>
          </p:cNvPr>
          <p:cNvGraphicFramePr>
            <a:graphicFrameLocks noChangeAspect="1"/>
          </p:cNvGraphicFramePr>
          <p:nvPr/>
        </p:nvGraphicFramePr>
        <p:xfrm>
          <a:off x="5757863" y="3500438"/>
          <a:ext cx="2928937" cy="752475"/>
        </p:xfrm>
        <a:graphic>
          <a:graphicData uri="http://schemas.openxmlformats.org/presentationml/2006/ole">
            <mc:AlternateContent xmlns:mc="http://schemas.openxmlformats.org/markup-compatibility/2006">
              <mc:Choice xmlns:v="urn:schemas-microsoft-com:vml" Requires="v">
                <p:oleObj name="公式" r:id="rId10" imgW="1524000" imgH="393700" progId="Equation.3">
                  <p:embed/>
                </p:oleObj>
              </mc:Choice>
              <mc:Fallback>
                <p:oleObj name="公式" r:id="rId10" imgW="1524000" imgH="3937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57863" y="3500438"/>
                        <a:ext cx="2928937"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6" name="文本框 1">
            <a:extLst>
              <a:ext uri="{FF2B5EF4-FFF2-40B4-BE49-F238E27FC236}">
                <a16:creationId xmlns:a16="http://schemas.microsoft.com/office/drawing/2014/main" id="{9B5FEEF2-1653-825E-CBA3-648F6F6AE271}"/>
              </a:ext>
            </a:extLst>
          </p:cNvPr>
          <p:cNvSpPr txBox="1">
            <a:spLocks noChangeArrowheads="1"/>
          </p:cNvSpPr>
          <p:nvPr/>
        </p:nvSpPr>
        <p:spPr bwMode="auto">
          <a:xfrm>
            <a:off x="4954588" y="3659188"/>
            <a:ext cx="668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en-US" altLang="zh-CN" sz="2000">
                <a:solidFill>
                  <a:schemeClr val="tx1"/>
                </a:solidFill>
              </a:rPr>
              <a:t>max</a:t>
            </a:r>
            <a:endParaRPr lang="zh-CN" altLang="en-US" sz="2000">
              <a:solidFill>
                <a:schemeClr val="tx1"/>
              </a:solidFill>
            </a:endParaRPr>
          </a:p>
        </p:txBody>
      </p:sp>
      <p:sp>
        <p:nvSpPr>
          <p:cNvPr id="45067" name="右箭头 3">
            <a:extLst>
              <a:ext uri="{FF2B5EF4-FFF2-40B4-BE49-F238E27FC236}">
                <a16:creationId xmlns:a16="http://schemas.microsoft.com/office/drawing/2014/main" id="{A915DD63-9E70-0D91-E261-B0893346B56D}"/>
              </a:ext>
            </a:extLst>
          </p:cNvPr>
          <p:cNvSpPr>
            <a:spLocks noChangeArrowheads="1"/>
          </p:cNvSpPr>
          <p:nvPr/>
        </p:nvSpPr>
        <p:spPr bwMode="auto">
          <a:xfrm>
            <a:off x="4092575" y="4657725"/>
            <a:ext cx="647700" cy="433388"/>
          </a:xfrm>
          <a:prstGeom prst="rightArrow">
            <a:avLst>
              <a:gd name="adj1" fmla="val 50000"/>
              <a:gd name="adj2" fmla="val 49817"/>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01758755-B4A2-1355-2550-7BB3CEF3FCC8}"/>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FA80FE5-F8A1-43B6-8576-BA0684AC9C2F}"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24</a:t>
            </a:fld>
            <a:endParaRPr lang="en-US" altLang="zh-CN" sz="1200">
              <a:latin typeface="微软雅黑" panose="020B0503020204020204" pitchFamily="34" charset="-122"/>
              <a:ea typeface="微软雅黑" panose="020B0503020204020204" pitchFamily="34" charset="-122"/>
            </a:endParaRPr>
          </a:p>
        </p:txBody>
      </p:sp>
      <p:sp>
        <p:nvSpPr>
          <p:cNvPr id="24579" name="Rectangle 2">
            <a:extLst>
              <a:ext uri="{FF2B5EF4-FFF2-40B4-BE49-F238E27FC236}">
                <a16:creationId xmlns:a16="http://schemas.microsoft.com/office/drawing/2014/main" id="{4BA02616-6FB9-FE98-5236-1AF834B17453}"/>
              </a:ext>
            </a:extLst>
          </p:cNvPr>
          <p:cNvSpPr>
            <a:spLocks noGrp="1" noChangeArrowheads="1"/>
          </p:cNvSpPr>
          <p:nvPr>
            <p:ph type="title"/>
          </p:nvPr>
        </p:nvSpPr>
        <p:spPr/>
        <p:txBody>
          <a:bodyPr/>
          <a:lstStyle/>
          <a:p>
            <a:pPr>
              <a:defRPr/>
            </a:pPr>
            <a:r>
              <a:rPr lang="zh-CN" altLang="en-US" sz="3600" b="1">
                <a:latin typeface="+mj-ea"/>
              </a:rPr>
              <a:t>约束标准型线性规划问题的单纯形算法 </a:t>
            </a:r>
          </a:p>
        </p:txBody>
      </p:sp>
      <p:sp>
        <p:nvSpPr>
          <p:cNvPr id="24580" name="Rectangle 3">
            <a:extLst>
              <a:ext uri="{FF2B5EF4-FFF2-40B4-BE49-F238E27FC236}">
                <a16:creationId xmlns:a16="http://schemas.microsoft.com/office/drawing/2014/main" id="{B99C7030-967D-4636-500D-A8D1688A9C52}"/>
              </a:ext>
            </a:extLst>
          </p:cNvPr>
          <p:cNvSpPr>
            <a:spLocks noGrp="1" noChangeArrowheads="1"/>
          </p:cNvSpPr>
          <p:nvPr>
            <p:ph type="body" idx="1"/>
          </p:nvPr>
        </p:nvSpPr>
        <p:spPr>
          <a:xfrm>
            <a:off x="357188" y="1131888"/>
            <a:ext cx="8572500" cy="5143500"/>
          </a:xfrm>
        </p:spPr>
        <p:txBody>
          <a:bodyPr/>
          <a:lstStyle/>
          <a:p>
            <a:pPr>
              <a:lnSpc>
                <a:spcPct val="130000"/>
              </a:lnSpc>
              <a:defRPr/>
            </a:pPr>
            <a:r>
              <a:rPr lang="zh-CN" altLang="en-US" sz="2200" dirty="0"/>
              <a:t>在每一约束方程中</a:t>
            </a:r>
            <a:r>
              <a:rPr lang="zh-CN" altLang="en-US" sz="2200" dirty="0">
                <a:solidFill>
                  <a:srgbClr val="FF0000"/>
                </a:solidFill>
              </a:rPr>
              <a:t>选择一个这样的变量</a:t>
            </a:r>
            <a:r>
              <a:rPr lang="zh-CN" altLang="en-US" sz="2200" dirty="0"/>
              <a:t>，并以它作为变量求解该约束方程。这样选出来的变量称为</a:t>
            </a:r>
            <a:r>
              <a:rPr lang="zh-CN" altLang="en-US" sz="2200" b="1" dirty="0">
                <a:solidFill>
                  <a:schemeClr val="hlink"/>
                </a:solidFill>
              </a:rPr>
              <a:t>基本变量</a:t>
            </a:r>
            <a:r>
              <a:rPr lang="zh-CN" altLang="en-US" sz="2200" dirty="0"/>
              <a:t>，其总数为</a:t>
            </a:r>
            <a:r>
              <a:rPr lang="en-US" altLang="zh-CN" sz="2200" dirty="0">
                <a:solidFill>
                  <a:srgbClr val="FF0000"/>
                </a:solidFill>
              </a:rPr>
              <a:t>m</a:t>
            </a:r>
            <a:r>
              <a:rPr lang="zh-CN" altLang="en-US" sz="2200" dirty="0">
                <a:solidFill>
                  <a:srgbClr val="FF0000"/>
                </a:solidFill>
              </a:rPr>
              <a:t>个</a:t>
            </a:r>
            <a:r>
              <a:rPr lang="zh-CN" altLang="en-US" sz="2200" dirty="0"/>
              <a:t>。剩下的</a:t>
            </a:r>
            <a:r>
              <a:rPr lang="en-US" altLang="zh-CN" sz="2200" dirty="0"/>
              <a:t>n-m</a:t>
            </a:r>
            <a:r>
              <a:rPr lang="zh-CN" altLang="en-US" sz="2200" dirty="0"/>
              <a:t>个变量称为</a:t>
            </a:r>
            <a:r>
              <a:rPr lang="zh-CN" altLang="en-US" sz="2200" b="1" dirty="0">
                <a:solidFill>
                  <a:schemeClr val="hlink"/>
                </a:solidFill>
              </a:rPr>
              <a:t>非基本变量</a:t>
            </a:r>
            <a:r>
              <a:rPr lang="zh-CN" altLang="en-US" sz="2200" dirty="0"/>
              <a:t>。</a:t>
            </a:r>
          </a:p>
          <a:p>
            <a:pPr>
              <a:lnSpc>
                <a:spcPct val="130000"/>
              </a:lnSpc>
              <a:defRPr/>
            </a:pPr>
            <a:r>
              <a:rPr lang="zh-CN" altLang="en-US" sz="2200" dirty="0"/>
              <a:t>这一类特殊的标准形式线性规划问题称为</a:t>
            </a:r>
            <a:r>
              <a:rPr lang="zh-CN" altLang="en-US" sz="2200" b="1" dirty="0">
                <a:solidFill>
                  <a:schemeClr val="hlink"/>
                </a:solidFill>
              </a:rPr>
              <a:t>约束标准型线性规划问题。</a:t>
            </a:r>
            <a:r>
              <a:rPr lang="en-US" altLang="zh-CN" sz="2200" u="sng" dirty="0"/>
              <a:t>1.</a:t>
            </a:r>
            <a:r>
              <a:rPr lang="zh-CN" altLang="en-US" sz="2200" u="sng" dirty="0"/>
              <a:t>目标函数为求最大值；</a:t>
            </a:r>
            <a:r>
              <a:rPr lang="en-US" altLang="zh-CN" sz="2200" u="sng" dirty="0"/>
              <a:t>2.</a:t>
            </a:r>
            <a:r>
              <a:rPr lang="zh-CN" altLang="en-US" sz="2200" u="sng" dirty="0"/>
              <a:t>约束条件为等式；</a:t>
            </a:r>
            <a:r>
              <a:rPr lang="en-US" altLang="zh-CN" sz="2200" u="sng" dirty="0"/>
              <a:t>3.</a:t>
            </a:r>
            <a:r>
              <a:rPr lang="zh-CN" altLang="en-US" sz="2200" u="sng" dirty="0"/>
              <a:t>约束条件右端常数大于等于</a:t>
            </a:r>
            <a:r>
              <a:rPr lang="en-US" altLang="zh-CN" sz="2200" u="sng" dirty="0"/>
              <a:t>0</a:t>
            </a:r>
            <a:r>
              <a:rPr lang="zh-CN" altLang="en-US" sz="2200" u="sng" dirty="0"/>
              <a:t>；</a:t>
            </a:r>
            <a:r>
              <a:rPr lang="en-US" altLang="zh-CN" sz="2200" u="sng" dirty="0"/>
              <a:t>4.</a:t>
            </a:r>
            <a:r>
              <a:rPr lang="zh-CN" altLang="en-US" sz="2200" u="sng" dirty="0"/>
              <a:t>变量非负</a:t>
            </a:r>
          </a:p>
          <a:p>
            <a:pPr>
              <a:lnSpc>
                <a:spcPct val="130000"/>
              </a:lnSpc>
              <a:defRPr/>
            </a:pPr>
            <a:r>
              <a:rPr lang="zh-CN" altLang="en-US" sz="2200" dirty="0">
                <a:solidFill>
                  <a:srgbClr val="FF0000"/>
                </a:solidFill>
              </a:rPr>
              <a:t>任意一个线性规划问题可以转换为这类问题。</a:t>
            </a:r>
          </a:p>
          <a:p>
            <a:pPr>
              <a:lnSpc>
                <a:spcPct val="130000"/>
              </a:lnSpc>
              <a:defRPr/>
            </a:pPr>
            <a:endParaRPr lang="zh-CN" altLang="en-US" sz="2200" dirty="0"/>
          </a:p>
        </p:txBody>
      </p:sp>
      <p:graphicFrame>
        <p:nvGraphicFramePr>
          <p:cNvPr id="46085" name="Object 2">
            <a:extLst>
              <a:ext uri="{FF2B5EF4-FFF2-40B4-BE49-F238E27FC236}">
                <a16:creationId xmlns:a16="http://schemas.microsoft.com/office/drawing/2014/main" id="{BDFCE029-7D7B-D0F7-EB85-5F04C9354538}"/>
              </a:ext>
            </a:extLst>
          </p:cNvPr>
          <p:cNvGraphicFramePr>
            <a:graphicFrameLocks noChangeAspect="1"/>
          </p:cNvGraphicFramePr>
          <p:nvPr/>
        </p:nvGraphicFramePr>
        <p:xfrm>
          <a:off x="1543050" y="4319588"/>
          <a:ext cx="4238625" cy="557212"/>
        </p:xfrm>
        <a:graphic>
          <a:graphicData uri="http://schemas.openxmlformats.org/presentationml/2006/ole">
            <mc:AlternateContent xmlns:mc="http://schemas.openxmlformats.org/markup-compatibility/2006">
              <mc:Choice xmlns:v="urn:schemas-microsoft-com:vml" Requires="v">
                <p:oleObj name="Equation" r:id="rId3" imgW="1739900" imgH="228600" progId="Equation.DSMT4">
                  <p:embed/>
                </p:oleObj>
              </mc:Choice>
              <mc:Fallback>
                <p:oleObj name="Equation" r:id="rId3" imgW="1739900" imgH="228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4319588"/>
                        <a:ext cx="42386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6" name="Object 3">
            <a:extLst>
              <a:ext uri="{FF2B5EF4-FFF2-40B4-BE49-F238E27FC236}">
                <a16:creationId xmlns:a16="http://schemas.microsoft.com/office/drawing/2014/main" id="{26C6349B-13FD-00C1-3F9A-E29A83C8F432}"/>
              </a:ext>
            </a:extLst>
          </p:cNvPr>
          <p:cNvGraphicFramePr>
            <a:graphicFrameLocks noChangeAspect="1"/>
          </p:cNvGraphicFramePr>
          <p:nvPr/>
        </p:nvGraphicFramePr>
        <p:xfrm>
          <a:off x="2987675" y="4887913"/>
          <a:ext cx="3565525" cy="1446212"/>
        </p:xfrm>
        <a:graphic>
          <a:graphicData uri="http://schemas.openxmlformats.org/presentationml/2006/ole">
            <mc:AlternateContent xmlns:mc="http://schemas.openxmlformats.org/markup-compatibility/2006">
              <mc:Choice xmlns:v="urn:schemas-microsoft-com:vml" Requires="v">
                <p:oleObj name="公式" r:id="rId5" imgW="1689100" imgH="685800" progId="Equation.3">
                  <p:embed/>
                </p:oleObj>
              </mc:Choice>
              <mc:Fallback>
                <p:oleObj name="公式" r:id="rId5" imgW="16891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4887913"/>
                        <a:ext cx="3565525"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7" name="Object 4">
            <a:extLst>
              <a:ext uri="{FF2B5EF4-FFF2-40B4-BE49-F238E27FC236}">
                <a16:creationId xmlns:a16="http://schemas.microsoft.com/office/drawing/2014/main" id="{B1B27CF3-3130-5DF5-F7FF-685389041689}"/>
              </a:ext>
            </a:extLst>
          </p:cNvPr>
          <p:cNvGraphicFramePr>
            <a:graphicFrameLocks noChangeAspect="1"/>
          </p:cNvGraphicFramePr>
          <p:nvPr/>
        </p:nvGraphicFramePr>
        <p:xfrm>
          <a:off x="2965450" y="6345238"/>
          <a:ext cx="3567113" cy="512762"/>
        </p:xfrm>
        <a:graphic>
          <a:graphicData uri="http://schemas.openxmlformats.org/presentationml/2006/ole">
            <mc:AlternateContent xmlns:mc="http://schemas.openxmlformats.org/markup-compatibility/2006">
              <mc:Choice xmlns:v="urn:schemas-microsoft-com:vml" Requires="v">
                <p:oleObj name="公式" r:id="rId7" imgW="1587500" imgH="228600" progId="Equation.3">
                  <p:embed/>
                </p:oleObj>
              </mc:Choice>
              <mc:Fallback>
                <p:oleObj name="公式" r:id="rId7" imgW="1587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65450" y="6345238"/>
                        <a:ext cx="356711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4" name="矩形 7">
            <a:extLst>
              <a:ext uri="{FF2B5EF4-FFF2-40B4-BE49-F238E27FC236}">
                <a16:creationId xmlns:a16="http://schemas.microsoft.com/office/drawing/2014/main" id="{FD74C374-0B08-F0FA-D76F-FCE03CD2D847}"/>
              </a:ext>
            </a:extLst>
          </p:cNvPr>
          <p:cNvSpPr>
            <a:spLocks noChangeArrowheads="1"/>
          </p:cNvSpPr>
          <p:nvPr/>
        </p:nvSpPr>
        <p:spPr bwMode="auto">
          <a:xfrm>
            <a:off x="1439863" y="4808538"/>
            <a:ext cx="1157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3200">
                <a:latin typeface="+mj-ea"/>
                <a:ea typeface="+mj-ea"/>
              </a:rPr>
              <a:t>s.t.</a:t>
            </a:r>
            <a:endParaRPr lang="zh-CN" altLang="en-US">
              <a:latin typeface="+mj-ea"/>
              <a:ea typeface="+mj-ea"/>
            </a:endParaRPr>
          </a:p>
        </p:txBody>
      </p:sp>
      <p:sp>
        <p:nvSpPr>
          <p:cNvPr id="46089" name="矩形 1">
            <a:extLst>
              <a:ext uri="{FF2B5EF4-FFF2-40B4-BE49-F238E27FC236}">
                <a16:creationId xmlns:a16="http://schemas.microsoft.com/office/drawing/2014/main" id="{BB76EA56-B309-7B1F-6B60-127120631629}"/>
              </a:ext>
            </a:extLst>
          </p:cNvPr>
          <p:cNvSpPr>
            <a:spLocks noChangeArrowheads="1"/>
          </p:cNvSpPr>
          <p:nvPr/>
        </p:nvSpPr>
        <p:spPr bwMode="auto">
          <a:xfrm>
            <a:off x="2965450" y="5013325"/>
            <a:ext cx="382588" cy="1262063"/>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Tree>
  </p:cSld>
  <p:clrMapOvr>
    <a:masterClrMapping/>
  </p:clrMapOvr>
  <p:transition>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B3146F32-0078-B274-0452-E346E269DC3B}"/>
              </a:ext>
            </a:extLst>
          </p:cNvPr>
          <p:cNvSpPr>
            <a:spLocks noGrp="1" noChangeArrowheads="1"/>
          </p:cNvSpPr>
          <p:nvPr>
            <p:ph idx="1"/>
          </p:nvPr>
        </p:nvSpPr>
        <p:spPr>
          <a:xfrm>
            <a:off x="341313" y="188913"/>
            <a:ext cx="8229600" cy="5500687"/>
          </a:xfrm>
        </p:spPr>
        <p:txBody>
          <a:bodyPr/>
          <a:lstStyle/>
          <a:p>
            <a:pPr>
              <a:lnSpc>
                <a:spcPct val="130000"/>
              </a:lnSpc>
              <a:defRPr/>
            </a:pPr>
            <a:r>
              <a:rPr lang="zh-CN" altLang="en-US" sz="2400" dirty="0">
                <a:solidFill>
                  <a:srgbClr val="FF0000"/>
                </a:solidFill>
              </a:rPr>
              <a:t>单纯形算法的基本思想</a:t>
            </a:r>
            <a:r>
              <a:rPr lang="zh-CN" altLang="en-US" sz="2400" dirty="0"/>
              <a:t>就是从一个基本可行解出发，进行一系列的基本可行解的</a:t>
            </a:r>
            <a:r>
              <a:rPr lang="zh-CN" altLang="en-US" sz="2400" dirty="0">
                <a:solidFill>
                  <a:srgbClr val="FF0000"/>
                </a:solidFill>
              </a:rPr>
              <a:t>变换</a:t>
            </a:r>
            <a:r>
              <a:rPr lang="zh-CN" altLang="en-US" sz="2400" dirty="0"/>
              <a:t>。</a:t>
            </a:r>
            <a:endParaRPr lang="en-US" altLang="zh-CN" sz="2400" dirty="0"/>
          </a:p>
          <a:p>
            <a:pPr>
              <a:lnSpc>
                <a:spcPct val="130000"/>
              </a:lnSpc>
              <a:defRPr/>
            </a:pPr>
            <a:endParaRPr lang="zh-CN" altLang="en-US" sz="2400" dirty="0"/>
          </a:p>
          <a:p>
            <a:pPr>
              <a:lnSpc>
                <a:spcPct val="130000"/>
              </a:lnSpc>
              <a:defRPr/>
            </a:pPr>
            <a:r>
              <a:rPr lang="zh-CN" altLang="en-US" sz="2400" u="sng" dirty="0"/>
              <a:t>每次变换将一个非基本变量与一个基本变量互调位置</a:t>
            </a:r>
            <a:r>
              <a:rPr lang="zh-CN" altLang="en-US" sz="2400" dirty="0"/>
              <a:t>，且保持当前的线性规划问题是一个</a:t>
            </a:r>
            <a:r>
              <a:rPr lang="zh-CN" altLang="en-US" sz="2400" dirty="0">
                <a:solidFill>
                  <a:srgbClr val="FF0000"/>
                </a:solidFill>
              </a:rPr>
              <a:t>与原问题完全等价</a:t>
            </a:r>
            <a:r>
              <a:rPr lang="zh-CN" altLang="en-US" sz="2400" dirty="0"/>
              <a:t>的标准线性规划问题。</a:t>
            </a:r>
            <a:endParaRPr lang="en-US" altLang="zh-CN" sz="2400" dirty="0"/>
          </a:p>
        </p:txBody>
      </p:sp>
      <p:graphicFrame>
        <p:nvGraphicFramePr>
          <p:cNvPr id="48131" name="Object 2">
            <a:extLst>
              <a:ext uri="{FF2B5EF4-FFF2-40B4-BE49-F238E27FC236}">
                <a16:creationId xmlns:a16="http://schemas.microsoft.com/office/drawing/2014/main" id="{4673627C-36C9-094B-A750-A6FE6585C439}"/>
              </a:ext>
            </a:extLst>
          </p:cNvPr>
          <p:cNvGraphicFramePr>
            <a:graphicFrameLocks noChangeAspect="1"/>
          </p:cNvGraphicFramePr>
          <p:nvPr/>
        </p:nvGraphicFramePr>
        <p:xfrm>
          <a:off x="530225" y="3897313"/>
          <a:ext cx="3267075" cy="430212"/>
        </p:xfrm>
        <a:graphic>
          <a:graphicData uri="http://schemas.openxmlformats.org/presentationml/2006/ole">
            <mc:AlternateContent xmlns:mc="http://schemas.openxmlformats.org/markup-compatibility/2006">
              <mc:Choice xmlns:v="urn:schemas-microsoft-com:vml" Requires="v">
                <p:oleObj name="Equation" r:id="rId2" imgW="1739900" imgH="228600" progId="Equation.DSMT4">
                  <p:embed/>
                </p:oleObj>
              </mc:Choice>
              <mc:Fallback>
                <p:oleObj name="Equation" r:id="rId2" imgW="173990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3897313"/>
                        <a:ext cx="32670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2" name="Object 3">
            <a:extLst>
              <a:ext uri="{FF2B5EF4-FFF2-40B4-BE49-F238E27FC236}">
                <a16:creationId xmlns:a16="http://schemas.microsoft.com/office/drawing/2014/main" id="{B9CB41BE-416B-DBA0-D079-6B2315649B49}"/>
              </a:ext>
            </a:extLst>
          </p:cNvPr>
          <p:cNvGraphicFramePr>
            <a:graphicFrameLocks noChangeAspect="1"/>
          </p:cNvGraphicFramePr>
          <p:nvPr/>
        </p:nvGraphicFramePr>
        <p:xfrm>
          <a:off x="1074738" y="4327525"/>
          <a:ext cx="2884487" cy="1169988"/>
        </p:xfrm>
        <a:graphic>
          <a:graphicData uri="http://schemas.openxmlformats.org/presentationml/2006/ole">
            <mc:AlternateContent xmlns:mc="http://schemas.openxmlformats.org/markup-compatibility/2006">
              <mc:Choice xmlns:v="urn:schemas-microsoft-com:vml" Requires="v">
                <p:oleObj name="公式" r:id="rId4" imgW="1689100" imgH="685800" progId="Equation.3">
                  <p:embed/>
                </p:oleObj>
              </mc:Choice>
              <mc:Fallback>
                <p:oleObj name="公式" r:id="rId4" imgW="16891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4738" y="4327525"/>
                        <a:ext cx="2884487"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灯片编号占位符 3">
            <a:extLst>
              <a:ext uri="{FF2B5EF4-FFF2-40B4-BE49-F238E27FC236}">
                <a16:creationId xmlns:a16="http://schemas.microsoft.com/office/drawing/2014/main" id="{7BC4256F-C317-2747-DC4B-165F94701FF7}"/>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1587EC-BC9A-4B3F-9C6F-CF83FD15B773}"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25</a:t>
            </a:fld>
            <a:endParaRPr lang="en-US" altLang="zh-CN" sz="1200">
              <a:latin typeface="微软雅黑" panose="020B0503020204020204" pitchFamily="34" charset="-122"/>
              <a:ea typeface="微软雅黑" panose="020B0503020204020204" pitchFamily="34" charset="-122"/>
            </a:endParaRPr>
          </a:p>
        </p:txBody>
      </p:sp>
      <p:graphicFrame>
        <p:nvGraphicFramePr>
          <p:cNvPr id="9" name="Group 239">
            <a:extLst>
              <a:ext uri="{FF2B5EF4-FFF2-40B4-BE49-F238E27FC236}">
                <a16:creationId xmlns:a16="http://schemas.microsoft.com/office/drawing/2014/main" id="{6A3A52E0-84F0-89E2-7C6A-5AAA6856CD80}"/>
              </a:ext>
            </a:extLst>
          </p:cNvPr>
          <p:cNvGraphicFramePr>
            <a:graphicFrameLocks noGrp="1"/>
          </p:cNvGraphicFramePr>
          <p:nvPr/>
        </p:nvGraphicFramePr>
        <p:xfrm>
          <a:off x="5000625" y="3846513"/>
          <a:ext cx="4119563" cy="2906712"/>
        </p:xfrm>
        <a:graphic>
          <a:graphicData uri="http://schemas.openxmlformats.org/drawingml/2006/table">
            <a:tbl>
              <a:tblPr/>
              <a:tblGrid>
                <a:gridCol w="823913">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835025">
                  <a:extLst>
                    <a:ext uri="{9D8B030D-6E8A-4147-A177-3AD203B41FA5}">
                      <a16:colId xmlns:a16="http://schemas.microsoft.com/office/drawing/2014/main" val="20003"/>
                    </a:ext>
                  </a:extLst>
                </a:gridCol>
                <a:gridCol w="823913">
                  <a:extLst>
                    <a:ext uri="{9D8B030D-6E8A-4147-A177-3AD203B41FA5}">
                      <a16:colId xmlns:a16="http://schemas.microsoft.com/office/drawing/2014/main" val="20004"/>
                    </a:ext>
                  </a:extLst>
                </a:gridCol>
              </a:tblGrid>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chemeClr val="tx1"/>
                          </a:solidFill>
                          <a:effectLst/>
                          <a:latin typeface="Arial" charset="0"/>
                          <a:ea typeface="宋体" pitchFamily="2" charset="-122"/>
                        </a:rPr>
                        <a:t>x</a:t>
                      </a:r>
                      <a:r>
                        <a:rPr kumimoji="0" lang="en-US" altLang="zh-CN" sz="3200" b="0" i="0" u="none" strike="noStrike" cap="none" normalizeH="0" baseline="-25000" dirty="0">
                          <a:ln>
                            <a:noFill/>
                          </a:ln>
                          <a:solidFill>
                            <a:schemeClr val="tx1"/>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chemeClr val="tx1"/>
                          </a:solidFill>
                          <a:effectLst/>
                          <a:latin typeface="Arial" charset="0"/>
                          <a:ea typeface="宋体" pitchFamily="2" charset="-122"/>
                        </a:rPr>
                        <a:t>x</a:t>
                      </a:r>
                      <a:r>
                        <a:rPr kumimoji="0" lang="en-US" altLang="zh-CN" sz="3200" b="0" i="0" u="none" strike="noStrike" cap="none" normalizeH="0" baseline="-25000" dirty="0">
                          <a:ln>
                            <a:noFill/>
                          </a:ln>
                          <a:solidFill>
                            <a:schemeClr val="tx1"/>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10" name="矩形 1">
            <a:extLst>
              <a:ext uri="{FF2B5EF4-FFF2-40B4-BE49-F238E27FC236}">
                <a16:creationId xmlns:a16="http://schemas.microsoft.com/office/drawing/2014/main" id="{3E580123-3561-72A2-1F6E-102F022B1F6B}"/>
              </a:ext>
            </a:extLst>
          </p:cNvPr>
          <p:cNvSpPr>
            <a:spLocks noChangeArrowheads="1"/>
          </p:cNvSpPr>
          <p:nvPr/>
        </p:nvSpPr>
        <p:spPr bwMode="auto">
          <a:xfrm>
            <a:off x="4344988" y="3281363"/>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solidFill>
                  <a:srgbClr val="FF0000"/>
                </a:solidFill>
                <a:latin typeface="+mj-ea"/>
                <a:ea typeface="+mj-ea"/>
              </a:rPr>
              <a:t>单纯形表</a:t>
            </a:r>
            <a:endParaRPr lang="zh-CN" altLang="en-US" dirty="0">
              <a:solidFill>
                <a:srgbClr val="FF0000"/>
              </a:solidFill>
              <a:latin typeface="+mj-ea"/>
              <a:ea typeface="+mj-ea"/>
            </a:endParaRPr>
          </a:p>
        </p:txBody>
      </p:sp>
      <p:sp>
        <p:nvSpPr>
          <p:cNvPr id="11" name="矩形 2">
            <a:extLst>
              <a:ext uri="{FF2B5EF4-FFF2-40B4-BE49-F238E27FC236}">
                <a16:creationId xmlns:a16="http://schemas.microsoft.com/office/drawing/2014/main" id="{7689FF41-AEF9-8EF1-F85B-C6B0962B7A78}"/>
              </a:ext>
            </a:extLst>
          </p:cNvPr>
          <p:cNvSpPr>
            <a:spLocks noChangeArrowheads="1"/>
          </p:cNvSpPr>
          <p:nvPr/>
        </p:nvSpPr>
        <p:spPr bwMode="auto">
          <a:xfrm>
            <a:off x="3646488" y="5759450"/>
            <a:ext cx="15065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dirty="0">
                <a:latin typeface="+mj-ea"/>
                <a:ea typeface="+mj-ea"/>
              </a:rPr>
              <a:t> </a:t>
            </a:r>
            <a:r>
              <a:rPr lang="zh-CN" altLang="en-US" sz="2400" b="1" dirty="0">
                <a:solidFill>
                  <a:schemeClr val="hlink"/>
                </a:solidFill>
                <a:latin typeface="+mj-ea"/>
                <a:ea typeface="+mj-ea"/>
              </a:rPr>
              <a:t>基本变量</a:t>
            </a:r>
            <a:endParaRPr lang="zh-CN" altLang="en-US" sz="2400" dirty="0">
              <a:latin typeface="+mj-ea"/>
              <a:ea typeface="+mj-ea"/>
            </a:endParaRPr>
          </a:p>
        </p:txBody>
      </p:sp>
      <p:sp>
        <p:nvSpPr>
          <p:cNvPr id="12" name="矩形 2">
            <a:extLst>
              <a:ext uri="{FF2B5EF4-FFF2-40B4-BE49-F238E27FC236}">
                <a16:creationId xmlns:a16="http://schemas.microsoft.com/office/drawing/2014/main" id="{90F471B9-9654-1318-1B6E-B2FBCEA4BDE9}"/>
              </a:ext>
            </a:extLst>
          </p:cNvPr>
          <p:cNvSpPr>
            <a:spLocks noChangeArrowheads="1"/>
          </p:cNvSpPr>
          <p:nvPr/>
        </p:nvSpPr>
        <p:spPr bwMode="auto">
          <a:xfrm>
            <a:off x="6619875" y="3470275"/>
            <a:ext cx="1506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b="1" dirty="0">
                <a:solidFill>
                  <a:schemeClr val="hlink"/>
                </a:solidFill>
                <a:latin typeface="+mj-ea"/>
                <a:ea typeface="+mj-ea"/>
              </a:rPr>
              <a:t> 非基变量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3">
            <a:extLst>
              <a:ext uri="{FF2B5EF4-FFF2-40B4-BE49-F238E27FC236}">
                <a16:creationId xmlns:a16="http://schemas.microsoft.com/office/drawing/2014/main" id="{CED5C4FB-CCBE-831C-D41D-61BACDCDF859}"/>
              </a:ext>
            </a:extLst>
          </p:cNvPr>
          <p:cNvSpPr>
            <a:spLocks noGrp="1" noChangeArrowheads="1"/>
          </p:cNvSpPr>
          <p:nvPr>
            <p:ph type="body" idx="1"/>
          </p:nvPr>
        </p:nvSpPr>
        <p:spPr>
          <a:xfrm>
            <a:off x="395288" y="476250"/>
            <a:ext cx="8540750" cy="6191250"/>
          </a:xfrm>
        </p:spPr>
        <p:txBody>
          <a:bodyPr/>
          <a:lstStyle/>
          <a:p>
            <a:pPr>
              <a:lnSpc>
                <a:spcPct val="130000"/>
              </a:lnSpc>
              <a:buFont typeface="Wingdings" panose="05000000000000000000" pitchFamily="2" charset="2"/>
              <a:buNone/>
              <a:defRPr/>
            </a:pPr>
            <a:r>
              <a:rPr lang="zh-CN" altLang="en-US" sz="2800" b="1" dirty="0">
                <a:solidFill>
                  <a:schemeClr val="accent2">
                    <a:lumMod val="75000"/>
                  </a:schemeClr>
                </a:solidFill>
              </a:rPr>
              <a:t>单纯形算法计算步骤</a:t>
            </a:r>
            <a:endParaRPr lang="zh-CN" altLang="en-US" sz="2000" b="1" dirty="0"/>
          </a:p>
          <a:p>
            <a:pPr>
              <a:lnSpc>
                <a:spcPct val="130000"/>
              </a:lnSpc>
              <a:buFont typeface="Wingdings" panose="05000000000000000000" pitchFamily="2" charset="2"/>
              <a:buNone/>
              <a:defRPr/>
            </a:pPr>
            <a:r>
              <a:rPr lang="zh-CN" altLang="en-US" sz="2400" b="1" dirty="0">
                <a:solidFill>
                  <a:srgbClr val="996600"/>
                </a:solidFill>
              </a:rPr>
              <a:t>步骤</a:t>
            </a:r>
            <a:r>
              <a:rPr lang="en-US" altLang="zh-CN" sz="2400" b="1" dirty="0">
                <a:solidFill>
                  <a:srgbClr val="996600"/>
                </a:solidFill>
              </a:rPr>
              <a:t>0</a:t>
            </a:r>
            <a:r>
              <a:rPr lang="zh-CN" altLang="en-US" sz="2400" b="1" dirty="0">
                <a:solidFill>
                  <a:srgbClr val="996600"/>
                </a:solidFill>
              </a:rPr>
              <a:t>：</a:t>
            </a:r>
            <a:r>
              <a:rPr lang="zh-CN" altLang="en-US" sz="2400" b="1" dirty="0">
                <a:solidFill>
                  <a:srgbClr val="FF3300"/>
                </a:solidFill>
              </a:rPr>
              <a:t>初始基本可行解</a:t>
            </a:r>
          </a:p>
          <a:p>
            <a:pPr>
              <a:lnSpc>
                <a:spcPct val="130000"/>
              </a:lnSpc>
              <a:buFont typeface="Wingdings" panose="05000000000000000000" pitchFamily="2" charset="2"/>
              <a:buNone/>
              <a:defRPr/>
            </a:pPr>
            <a:r>
              <a:rPr lang="zh-CN" altLang="en-US" sz="2400" b="1" dirty="0">
                <a:solidFill>
                  <a:schemeClr val="hlink"/>
                </a:solidFill>
                <a:cs typeface="Times New Roman" panose="02020603050405020304" pitchFamily="18" charset="0"/>
              </a:rPr>
              <a:t>步骤</a:t>
            </a:r>
            <a:r>
              <a:rPr lang="en-US" altLang="zh-CN" sz="2400" b="1" dirty="0">
                <a:solidFill>
                  <a:schemeClr val="hlink"/>
                </a:solidFill>
                <a:cs typeface="Times New Roman" panose="02020603050405020304" pitchFamily="18" charset="0"/>
              </a:rPr>
              <a:t>1</a:t>
            </a:r>
            <a:r>
              <a:rPr lang="zh-CN" altLang="en-US" sz="2400" b="1" dirty="0">
                <a:solidFill>
                  <a:schemeClr val="hlink"/>
                </a:solidFill>
                <a:cs typeface="Times New Roman" panose="02020603050405020304" pitchFamily="18" charset="0"/>
              </a:rPr>
              <a:t>：</a:t>
            </a:r>
            <a:r>
              <a:rPr lang="zh-CN" altLang="en-US" sz="2400" b="1" dirty="0">
                <a:solidFill>
                  <a:srgbClr val="FF3300"/>
                </a:solidFill>
              </a:rPr>
              <a:t>选入基变量</a:t>
            </a:r>
            <a:r>
              <a:rPr lang="zh-CN" altLang="en-US" sz="2400" dirty="0"/>
              <a:t>。</a:t>
            </a:r>
          </a:p>
          <a:p>
            <a:pPr>
              <a:lnSpc>
                <a:spcPct val="130000"/>
              </a:lnSpc>
              <a:defRPr/>
            </a:pPr>
            <a:r>
              <a:rPr lang="zh-CN" altLang="en-US" sz="2400" dirty="0"/>
              <a:t>从非基本变量中选择一个，为入基变量。</a:t>
            </a:r>
            <a:endParaRPr lang="zh-CN" altLang="en-US" sz="2400" b="1" dirty="0"/>
          </a:p>
          <a:p>
            <a:pPr>
              <a:lnSpc>
                <a:spcPct val="130000"/>
              </a:lnSpc>
              <a:buFont typeface="Wingdings" panose="05000000000000000000" pitchFamily="2" charset="2"/>
              <a:buNone/>
              <a:defRPr/>
            </a:pPr>
            <a:r>
              <a:rPr lang="zh-CN" altLang="en-US" sz="2400" b="1" dirty="0">
                <a:solidFill>
                  <a:schemeClr val="hlink"/>
                </a:solidFill>
                <a:cs typeface="Times New Roman" panose="02020603050405020304" pitchFamily="18" charset="0"/>
              </a:rPr>
              <a:t>步骤</a:t>
            </a:r>
            <a:r>
              <a:rPr lang="en-US" altLang="zh-CN" sz="2400" b="1" dirty="0">
                <a:solidFill>
                  <a:schemeClr val="hlink"/>
                </a:solidFill>
                <a:cs typeface="Times New Roman" panose="02020603050405020304" pitchFamily="18" charset="0"/>
              </a:rPr>
              <a:t>2</a:t>
            </a:r>
            <a:r>
              <a:rPr lang="zh-CN" altLang="en-US" sz="2400" b="1" dirty="0">
                <a:solidFill>
                  <a:schemeClr val="hlink"/>
                </a:solidFill>
                <a:cs typeface="Times New Roman" panose="02020603050405020304" pitchFamily="18" charset="0"/>
              </a:rPr>
              <a:t>：</a:t>
            </a:r>
            <a:r>
              <a:rPr lang="zh-CN" altLang="en-US" sz="2400" b="1" dirty="0">
                <a:solidFill>
                  <a:srgbClr val="FF3300"/>
                </a:solidFill>
              </a:rPr>
              <a:t>选离基变量</a:t>
            </a:r>
            <a:r>
              <a:rPr lang="zh-CN" altLang="en-US" sz="2400" dirty="0"/>
              <a:t>。</a:t>
            </a:r>
          </a:p>
          <a:p>
            <a:pPr>
              <a:lnSpc>
                <a:spcPct val="130000"/>
              </a:lnSpc>
              <a:defRPr/>
            </a:pPr>
            <a:r>
              <a:rPr lang="zh-CN" altLang="en-US" sz="2400" dirty="0"/>
              <a:t>选取一个基本变量</a:t>
            </a:r>
            <a:r>
              <a:rPr lang="zh-CN" altLang="en-US" sz="2400" i="1" dirty="0"/>
              <a:t>，</a:t>
            </a:r>
            <a:r>
              <a:rPr lang="zh-CN" altLang="en-US" sz="2400" dirty="0"/>
              <a:t>为离基变量。</a:t>
            </a:r>
            <a:endParaRPr lang="en-US" altLang="zh-CN" sz="2400" dirty="0"/>
          </a:p>
          <a:p>
            <a:pPr>
              <a:lnSpc>
                <a:spcPct val="130000"/>
              </a:lnSpc>
              <a:defRPr/>
            </a:pPr>
            <a:endParaRPr lang="en-US" altLang="zh-CN" sz="2400" dirty="0"/>
          </a:p>
          <a:p>
            <a:pPr marL="0" indent="0">
              <a:lnSpc>
                <a:spcPct val="130000"/>
              </a:lnSpc>
              <a:buFont typeface="Wingdings" panose="05000000000000000000" pitchFamily="2" charset="2"/>
              <a:buNone/>
              <a:defRPr/>
            </a:pPr>
            <a:r>
              <a:rPr lang="zh-CN" altLang="en-US" sz="2400" b="1" dirty="0">
                <a:solidFill>
                  <a:schemeClr val="hlink"/>
                </a:solidFill>
                <a:cs typeface="Times New Roman" panose="02020603050405020304" pitchFamily="18" charset="0"/>
              </a:rPr>
              <a:t>步骤</a:t>
            </a:r>
            <a:r>
              <a:rPr lang="en-US" altLang="zh-CN" sz="2400" b="1" dirty="0">
                <a:solidFill>
                  <a:schemeClr val="hlink"/>
                </a:solidFill>
                <a:cs typeface="Times New Roman" panose="02020603050405020304" pitchFamily="18" charset="0"/>
              </a:rPr>
              <a:t>3</a:t>
            </a:r>
            <a:r>
              <a:rPr lang="zh-CN" altLang="en-US" sz="2400" b="1" dirty="0">
                <a:solidFill>
                  <a:schemeClr val="hlink"/>
                </a:solidFill>
                <a:cs typeface="Times New Roman" panose="02020603050405020304" pitchFamily="18" charset="0"/>
              </a:rPr>
              <a:t>：</a:t>
            </a:r>
            <a:r>
              <a:rPr lang="zh-CN" altLang="en-US" sz="2400" b="1" dirty="0">
                <a:solidFill>
                  <a:srgbClr val="FF3300"/>
                </a:solidFill>
                <a:cs typeface="Times New Roman" panose="02020603050405020304" pitchFamily="18" charset="0"/>
              </a:rPr>
              <a:t>转轴变换</a:t>
            </a:r>
            <a:r>
              <a:rPr lang="zh-CN" altLang="en-US" sz="2400" dirty="0">
                <a:solidFill>
                  <a:srgbClr val="000066"/>
                </a:solidFill>
                <a:cs typeface="Times New Roman" panose="02020603050405020304" pitchFamily="18" charset="0"/>
              </a:rPr>
              <a:t>。</a:t>
            </a:r>
            <a:endParaRPr lang="en-US" altLang="zh-CN" sz="2400" dirty="0">
              <a:solidFill>
                <a:srgbClr val="000066"/>
              </a:solidFill>
              <a:cs typeface="Times New Roman" panose="02020603050405020304" pitchFamily="18" charset="0"/>
            </a:endParaRPr>
          </a:p>
          <a:p>
            <a:pPr>
              <a:lnSpc>
                <a:spcPct val="130000"/>
              </a:lnSpc>
              <a:defRPr/>
            </a:pPr>
            <a:endParaRPr lang="en-US" altLang="zh-CN" sz="2400" dirty="0">
              <a:solidFill>
                <a:srgbClr val="000066"/>
              </a:solidFill>
              <a:cs typeface="Times New Roman" panose="02020603050405020304" pitchFamily="18" charset="0"/>
            </a:endParaRPr>
          </a:p>
          <a:p>
            <a:pPr marL="0" indent="0">
              <a:lnSpc>
                <a:spcPct val="130000"/>
              </a:lnSpc>
              <a:buFont typeface="Wingdings" panose="05000000000000000000" pitchFamily="2" charset="2"/>
              <a:buNone/>
              <a:defRPr/>
            </a:pPr>
            <a:r>
              <a:rPr lang="zh-CN" altLang="en-US" sz="2400" b="1" dirty="0">
                <a:solidFill>
                  <a:schemeClr val="hlink"/>
                </a:solidFill>
                <a:cs typeface="Times New Roman" panose="02020603050405020304" pitchFamily="18" charset="0"/>
              </a:rPr>
              <a:t>步骤</a:t>
            </a:r>
            <a:r>
              <a:rPr lang="en-US" altLang="zh-CN" sz="2400" b="1" dirty="0">
                <a:solidFill>
                  <a:schemeClr val="hlink"/>
                </a:solidFill>
                <a:cs typeface="Times New Roman" panose="02020603050405020304" pitchFamily="18" charset="0"/>
              </a:rPr>
              <a:t>4</a:t>
            </a:r>
            <a:r>
              <a:rPr lang="zh-CN" altLang="en-US" sz="2400" b="1" dirty="0">
                <a:solidFill>
                  <a:schemeClr val="hlink"/>
                </a:solidFill>
                <a:cs typeface="Times New Roman" panose="02020603050405020304" pitchFamily="18" charset="0"/>
              </a:rPr>
              <a:t>：</a:t>
            </a:r>
            <a:r>
              <a:rPr lang="zh-CN" altLang="en-US" sz="2400" dirty="0">
                <a:solidFill>
                  <a:srgbClr val="000066"/>
                </a:solidFill>
                <a:cs typeface="Times New Roman" panose="02020603050405020304" pitchFamily="18" charset="0"/>
              </a:rPr>
              <a:t>转步骤</a:t>
            </a:r>
            <a:r>
              <a:rPr lang="en-US" altLang="zh-CN" sz="2400" dirty="0">
                <a:solidFill>
                  <a:srgbClr val="000066"/>
                </a:solidFill>
                <a:cs typeface="Times New Roman" panose="02020603050405020304" pitchFamily="18" charset="0"/>
              </a:rPr>
              <a:t>1</a:t>
            </a:r>
            <a:r>
              <a:rPr lang="zh-CN" altLang="en-US" sz="2400" dirty="0">
                <a:solidFill>
                  <a:srgbClr val="000066"/>
                </a:solidFill>
                <a:cs typeface="Times New Roman" panose="02020603050405020304" pitchFamily="18" charset="0"/>
              </a:rPr>
              <a:t>，直到目标函数值不能再增加为止。</a:t>
            </a:r>
          </a:p>
          <a:p>
            <a:pPr>
              <a:lnSpc>
                <a:spcPct val="130000"/>
              </a:lnSpc>
              <a:defRPr/>
            </a:pPr>
            <a:endParaRPr lang="zh-CN" altLang="en-US" sz="2400" dirty="0">
              <a:solidFill>
                <a:srgbClr val="000066"/>
              </a:solidFill>
              <a:cs typeface="Times New Roman" panose="02020603050405020304" pitchFamily="18" charset="0"/>
            </a:endParaRPr>
          </a:p>
          <a:p>
            <a:pPr>
              <a:lnSpc>
                <a:spcPct val="130000"/>
              </a:lnSpc>
              <a:defRPr/>
            </a:pPr>
            <a:endParaRPr lang="zh-CN" altLang="en-US" sz="2400" dirty="0"/>
          </a:p>
        </p:txBody>
      </p:sp>
      <p:sp>
        <p:nvSpPr>
          <p:cNvPr id="49155" name="Rectangle 5">
            <a:extLst>
              <a:ext uri="{FF2B5EF4-FFF2-40B4-BE49-F238E27FC236}">
                <a16:creationId xmlns:a16="http://schemas.microsoft.com/office/drawing/2014/main" id="{9A191A03-4411-53F0-DFA4-92AF19AF09A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zh-CN" altLang="en-US">
              <a:solidFill>
                <a:srgbClr val="000066"/>
              </a:solidFill>
              <a:cs typeface="Times New Roman" panose="02020603050405020304" pitchFamily="18" charset="0"/>
            </a:endParaRPr>
          </a:p>
        </p:txBody>
      </p:sp>
      <p:sp>
        <p:nvSpPr>
          <p:cNvPr id="49156" name="Rectangle 7">
            <a:extLst>
              <a:ext uri="{FF2B5EF4-FFF2-40B4-BE49-F238E27FC236}">
                <a16:creationId xmlns:a16="http://schemas.microsoft.com/office/drawing/2014/main" id="{9B895FFB-3260-1633-8F93-04034CDDD7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zh-CN" altLang="en-US">
              <a:solidFill>
                <a:srgbClr val="000066"/>
              </a:solidFill>
              <a:cs typeface="Times New Roman" panose="02020603050405020304" pitchFamily="18" charset="0"/>
            </a:endParaRPr>
          </a:p>
        </p:txBody>
      </p:sp>
      <p:sp>
        <p:nvSpPr>
          <p:cNvPr id="49157" name="Rectangle 9">
            <a:extLst>
              <a:ext uri="{FF2B5EF4-FFF2-40B4-BE49-F238E27FC236}">
                <a16:creationId xmlns:a16="http://schemas.microsoft.com/office/drawing/2014/main" id="{30938598-38B4-806E-92D0-057039E03BB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endParaRPr lang="zh-CN" altLang="en-US">
              <a:solidFill>
                <a:srgbClr val="000066"/>
              </a:solidFill>
              <a:cs typeface="Times New Roman" panose="02020603050405020304" pitchFamily="18" charset="0"/>
            </a:endParaRPr>
          </a:p>
        </p:txBody>
      </p:sp>
    </p:spTree>
  </p:cSld>
  <p:clrMapOvr>
    <a:masterClrMapping/>
  </p:clrMapOvr>
  <p:transition>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0F918E15-F514-567D-E1B0-56CADF33FD9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2C6BDC9-E693-48DC-A000-5804B79EA180}"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27</a:t>
            </a:fld>
            <a:endParaRPr lang="en-US" altLang="zh-CN" sz="1200">
              <a:latin typeface="微软雅黑" panose="020B0503020204020204" pitchFamily="34" charset="-122"/>
              <a:ea typeface="微软雅黑" panose="020B0503020204020204" pitchFamily="34" charset="-122"/>
            </a:endParaRPr>
          </a:p>
        </p:txBody>
      </p:sp>
      <p:sp>
        <p:nvSpPr>
          <p:cNvPr id="26627" name="Rectangle 5">
            <a:extLst>
              <a:ext uri="{FF2B5EF4-FFF2-40B4-BE49-F238E27FC236}">
                <a16:creationId xmlns:a16="http://schemas.microsoft.com/office/drawing/2014/main" id="{A1FB1D16-76AF-6F09-BFCC-AAD59B539D1D}"/>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0180" name="Object 2">
            <a:extLst>
              <a:ext uri="{FF2B5EF4-FFF2-40B4-BE49-F238E27FC236}">
                <a16:creationId xmlns:a16="http://schemas.microsoft.com/office/drawing/2014/main" id="{6C8B97D9-02C2-CF36-9604-077764BC937D}"/>
              </a:ext>
            </a:extLst>
          </p:cNvPr>
          <p:cNvGraphicFramePr>
            <a:graphicFrameLocks noChangeAspect="1"/>
          </p:cNvGraphicFramePr>
          <p:nvPr/>
        </p:nvGraphicFramePr>
        <p:xfrm>
          <a:off x="625475" y="428625"/>
          <a:ext cx="4902200" cy="644525"/>
        </p:xfrm>
        <a:graphic>
          <a:graphicData uri="http://schemas.openxmlformats.org/presentationml/2006/ole">
            <mc:AlternateContent xmlns:mc="http://schemas.openxmlformats.org/markup-compatibility/2006">
              <mc:Choice xmlns:v="urn:schemas-microsoft-com:vml" Requires="v">
                <p:oleObj name="Equation" r:id="rId2" imgW="1739900" imgH="228600" progId="Equation.DSMT4">
                  <p:embed/>
                </p:oleObj>
              </mc:Choice>
              <mc:Fallback>
                <p:oleObj name="Equation" r:id="rId2" imgW="173990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75" y="428625"/>
                        <a:ext cx="4902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9" name="Rectangle 7">
            <a:extLst>
              <a:ext uri="{FF2B5EF4-FFF2-40B4-BE49-F238E27FC236}">
                <a16:creationId xmlns:a16="http://schemas.microsoft.com/office/drawing/2014/main" id="{78D79039-AC87-0EE1-A61F-8CD6E2E9DEF2}"/>
              </a:ext>
            </a:extLst>
          </p:cNvPr>
          <p:cNvSpPr>
            <a:spLocks noChangeArrowheads="1"/>
          </p:cNvSpPr>
          <p:nvPr/>
        </p:nvSpPr>
        <p:spPr bwMode="auto">
          <a:xfrm>
            <a:off x="0" y="28098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0182" name="Object 3">
            <a:extLst>
              <a:ext uri="{FF2B5EF4-FFF2-40B4-BE49-F238E27FC236}">
                <a16:creationId xmlns:a16="http://schemas.microsoft.com/office/drawing/2014/main" id="{ACFFED0C-1DCA-AA24-6BEF-B81FE2EFFDAE}"/>
              </a:ext>
            </a:extLst>
          </p:cNvPr>
          <p:cNvGraphicFramePr>
            <a:graphicFrameLocks noChangeAspect="1"/>
          </p:cNvGraphicFramePr>
          <p:nvPr/>
        </p:nvGraphicFramePr>
        <p:xfrm>
          <a:off x="928688" y="1143000"/>
          <a:ext cx="4518025" cy="1831975"/>
        </p:xfrm>
        <a:graphic>
          <a:graphicData uri="http://schemas.openxmlformats.org/presentationml/2006/ole">
            <mc:AlternateContent xmlns:mc="http://schemas.openxmlformats.org/markup-compatibility/2006">
              <mc:Choice xmlns:v="urn:schemas-microsoft-com:vml" Requires="v">
                <p:oleObj name="公式" r:id="rId4" imgW="1689100" imgH="685800" progId="Equation.3">
                  <p:embed/>
                </p:oleObj>
              </mc:Choice>
              <mc:Fallback>
                <p:oleObj name="公式" r:id="rId4" imgW="16891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1143000"/>
                        <a:ext cx="4518025"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1" name="Rectangle 9">
            <a:extLst>
              <a:ext uri="{FF2B5EF4-FFF2-40B4-BE49-F238E27FC236}">
                <a16:creationId xmlns:a16="http://schemas.microsoft.com/office/drawing/2014/main" id="{CCC48213-B08D-EB52-05D3-9896776802EC}"/>
              </a:ext>
            </a:extLst>
          </p:cNvPr>
          <p:cNvSpPr>
            <a:spLocks noChangeArrowheads="1"/>
          </p:cNvSpPr>
          <p:nvPr/>
        </p:nvSpPr>
        <p:spPr bwMode="auto">
          <a:xfrm>
            <a:off x="0" y="30384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0184" name="Object 4">
            <a:extLst>
              <a:ext uri="{FF2B5EF4-FFF2-40B4-BE49-F238E27FC236}">
                <a16:creationId xmlns:a16="http://schemas.microsoft.com/office/drawing/2014/main" id="{4F104F18-23D7-D607-3B25-6118115EC6B9}"/>
              </a:ext>
            </a:extLst>
          </p:cNvPr>
          <p:cNvGraphicFramePr>
            <a:graphicFrameLocks noChangeAspect="1"/>
          </p:cNvGraphicFramePr>
          <p:nvPr/>
        </p:nvGraphicFramePr>
        <p:xfrm>
          <a:off x="1000125" y="3071813"/>
          <a:ext cx="4513263" cy="649287"/>
        </p:xfrm>
        <a:graphic>
          <a:graphicData uri="http://schemas.openxmlformats.org/presentationml/2006/ole">
            <mc:AlternateContent xmlns:mc="http://schemas.openxmlformats.org/markup-compatibility/2006">
              <mc:Choice xmlns:v="urn:schemas-microsoft-com:vml" Requires="v">
                <p:oleObj name="公式" r:id="rId6" imgW="1587500" imgH="228600" progId="Equation.3">
                  <p:embed/>
                </p:oleObj>
              </mc:Choice>
              <mc:Fallback>
                <p:oleObj name="公式" r:id="rId6" imgW="15875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125" y="3071813"/>
                        <a:ext cx="451326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33" name="Rectangle 19">
            <a:extLst>
              <a:ext uri="{FF2B5EF4-FFF2-40B4-BE49-F238E27FC236}">
                <a16:creationId xmlns:a16="http://schemas.microsoft.com/office/drawing/2014/main" id="{14764E8D-CD69-E714-57B4-08C49984E794}"/>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4" name="Rectangle 21">
            <a:extLst>
              <a:ext uri="{FF2B5EF4-FFF2-40B4-BE49-F238E27FC236}">
                <a16:creationId xmlns:a16="http://schemas.microsoft.com/office/drawing/2014/main" id="{A498D93E-1926-35AE-C69C-C11004A3B80A}"/>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5" name="Rectangle 23">
            <a:extLst>
              <a:ext uri="{FF2B5EF4-FFF2-40B4-BE49-F238E27FC236}">
                <a16:creationId xmlns:a16="http://schemas.microsoft.com/office/drawing/2014/main" id="{E9CB3B2F-4103-5BC6-7832-FE78CAC8B031}"/>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6" name="Rectangle 25">
            <a:extLst>
              <a:ext uri="{FF2B5EF4-FFF2-40B4-BE49-F238E27FC236}">
                <a16:creationId xmlns:a16="http://schemas.microsoft.com/office/drawing/2014/main" id="{FA87E15D-7A7F-A29F-BE51-B7BA8C4E8952}"/>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7" name="Rectangle 31">
            <a:extLst>
              <a:ext uri="{FF2B5EF4-FFF2-40B4-BE49-F238E27FC236}">
                <a16:creationId xmlns:a16="http://schemas.microsoft.com/office/drawing/2014/main" id="{D44F4FD5-E1FB-4930-EDEE-DA501EDC676E}"/>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8" name="Rectangle 37">
            <a:extLst>
              <a:ext uri="{FF2B5EF4-FFF2-40B4-BE49-F238E27FC236}">
                <a16:creationId xmlns:a16="http://schemas.microsoft.com/office/drawing/2014/main" id="{A4F24077-4BAF-25C9-1F62-7412A3E1C898}"/>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26639" name="Rectangle 43">
            <a:extLst>
              <a:ext uri="{FF2B5EF4-FFF2-40B4-BE49-F238E27FC236}">
                <a16:creationId xmlns:a16="http://schemas.microsoft.com/office/drawing/2014/main" id="{068EA514-1E86-8E7F-C756-DF508F2B8EB9}"/>
              </a:ext>
            </a:extLst>
          </p:cNvPr>
          <p:cNvSpPr>
            <a:spLocks noChangeArrowheads="1"/>
          </p:cNvSpPr>
          <p:nvPr/>
        </p:nvSpPr>
        <p:spPr bwMode="auto">
          <a:xfrm>
            <a:off x="1489075" y="185896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335087" name="Group 239">
            <a:extLst>
              <a:ext uri="{FF2B5EF4-FFF2-40B4-BE49-F238E27FC236}">
                <a16:creationId xmlns:a16="http://schemas.microsoft.com/office/drawing/2014/main" id="{8B3779D7-88A4-3ED8-20C3-5174A1E7BDED}"/>
              </a:ext>
            </a:extLst>
          </p:cNvPr>
          <p:cNvGraphicFramePr>
            <a:graphicFrameLocks noGrp="1"/>
          </p:cNvGraphicFramePr>
          <p:nvPr/>
        </p:nvGraphicFramePr>
        <p:xfrm>
          <a:off x="4143375" y="3214688"/>
          <a:ext cx="4714875" cy="2906712"/>
        </p:xfrm>
        <a:graphic>
          <a:graphicData uri="http://schemas.openxmlformats.org/drawingml/2006/table">
            <a:tbl>
              <a:tblPr/>
              <a:tblGrid>
                <a:gridCol w="942975">
                  <a:extLst>
                    <a:ext uri="{9D8B030D-6E8A-4147-A177-3AD203B41FA5}">
                      <a16:colId xmlns:a16="http://schemas.microsoft.com/office/drawing/2014/main" val="20000"/>
                    </a:ext>
                  </a:extLst>
                </a:gridCol>
                <a:gridCol w="1006475">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954087">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tblGrid>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dirty="0">
                          <a:ln>
                            <a:noFill/>
                          </a:ln>
                          <a:solidFill>
                            <a:srgbClr val="FF0000"/>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2800" b="0" i="0" u="none" strike="noStrike" cap="none" normalizeH="0" baseline="0" dirty="0">
                        <a:ln>
                          <a:noFill/>
                        </a:ln>
                        <a:solidFill>
                          <a:schemeClr val="tx1"/>
                        </a:solidFill>
                        <a:effectLst/>
                        <a:latin typeface="Arial" charset="0"/>
                        <a:ea typeface="宋体" pitchFamily="2" charset="-122"/>
                      </a:endParaRP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26680" name="矩形 16">
            <a:extLst>
              <a:ext uri="{FF2B5EF4-FFF2-40B4-BE49-F238E27FC236}">
                <a16:creationId xmlns:a16="http://schemas.microsoft.com/office/drawing/2014/main" id="{989E34F8-B4E1-2D69-4615-AAED9A99E405}"/>
              </a:ext>
            </a:extLst>
          </p:cNvPr>
          <p:cNvSpPr>
            <a:spLocks noChangeArrowheads="1"/>
          </p:cNvSpPr>
          <p:nvPr/>
        </p:nvSpPr>
        <p:spPr bwMode="auto">
          <a:xfrm>
            <a:off x="0" y="1087438"/>
            <a:ext cx="727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3200" dirty="0" err="1">
                <a:latin typeface="+mj-ea"/>
                <a:ea typeface="+mj-ea"/>
              </a:rPr>
              <a:t>s.t.</a:t>
            </a:r>
            <a:endParaRPr lang="zh-CN" altLang="en-US" dirty="0">
              <a:latin typeface="+mj-ea"/>
              <a:ea typeface="+mj-ea"/>
            </a:endParaRPr>
          </a:p>
        </p:txBody>
      </p:sp>
      <p:sp>
        <p:nvSpPr>
          <p:cNvPr id="26681" name="矩形 1">
            <a:extLst>
              <a:ext uri="{FF2B5EF4-FFF2-40B4-BE49-F238E27FC236}">
                <a16:creationId xmlns:a16="http://schemas.microsoft.com/office/drawing/2014/main" id="{B7F02351-2BB2-BD61-348D-92786911311E}"/>
              </a:ext>
            </a:extLst>
          </p:cNvPr>
          <p:cNvSpPr>
            <a:spLocks noChangeArrowheads="1"/>
          </p:cNvSpPr>
          <p:nvPr/>
        </p:nvSpPr>
        <p:spPr bwMode="auto">
          <a:xfrm>
            <a:off x="6553200" y="1474788"/>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solidFill>
                  <a:srgbClr val="FF0000"/>
                </a:solidFill>
                <a:latin typeface="+mj-ea"/>
                <a:ea typeface="+mj-ea"/>
              </a:rPr>
              <a:t>单纯形表</a:t>
            </a:r>
            <a:endParaRPr lang="zh-CN" altLang="en-US" dirty="0">
              <a:solidFill>
                <a:srgbClr val="FF0000"/>
              </a:solidFill>
              <a:latin typeface="+mj-ea"/>
              <a:ea typeface="+mj-ea"/>
            </a:endParaRPr>
          </a:p>
        </p:txBody>
      </p:sp>
      <p:sp>
        <p:nvSpPr>
          <p:cNvPr id="26682" name="矩形 2">
            <a:extLst>
              <a:ext uri="{FF2B5EF4-FFF2-40B4-BE49-F238E27FC236}">
                <a16:creationId xmlns:a16="http://schemas.microsoft.com/office/drawing/2014/main" id="{5DAA7965-1EEA-51C9-0D34-EB4B055CC5CF}"/>
              </a:ext>
            </a:extLst>
          </p:cNvPr>
          <p:cNvSpPr>
            <a:spLocks noChangeArrowheads="1"/>
          </p:cNvSpPr>
          <p:nvPr/>
        </p:nvSpPr>
        <p:spPr bwMode="auto">
          <a:xfrm>
            <a:off x="2771775" y="4876800"/>
            <a:ext cx="15065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dirty="0">
                <a:latin typeface="+mj-ea"/>
                <a:ea typeface="+mj-ea"/>
              </a:rPr>
              <a:t> </a:t>
            </a:r>
            <a:r>
              <a:rPr lang="zh-CN" altLang="en-US" sz="2400" b="1" dirty="0">
                <a:solidFill>
                  <a:schemeClr val="hlink"/>
                </a:solidFill>
                <a:latin typeface="+mj-ea"/>
                <a:ea typeface="+mj-ea"/>
              </a:rPr>
              <a:t>基本变量</a:t>
            </a:r>
            <a:endParaRPr lang="zh-CN" altLang="en-US" sz="2400" dirty="0">
              <a:latin typeface="+mj-ea"/>
              <a:ea typeface="+mj-ea"/>
            </a:endParaRPr>
          </a:p>
        </p:txBody>
      </p:sp>
      <p:sp>
        <p:nvSpPr>
          <p:cNvPr id="20" name="矩形 2">
            <a:extLst>
              <a:ext uri="{FF2B5EF4-FFF2-40B4-BE49-F238E27FC236}">
                <a16:creationId xmlns:a16="http://schemas.microsoft.com/office/drawing/2014/main" id="{310FAE90-A4AD-5543-7D17-1C9620EA37B6}"/>
              </a:ext>
            </a:extLst>
          </p:cNvPr>
          <p:cNvSpPr>
            <a:spLocks noChangeArrowheads="1"/>
          </p:cNvSpPr>
          <p:nvPr/>
        </p:nvSpPr>
        <p:spPr bwMode="auto">
          <a:xfrm>
            <a:off x="6629400" y="2884488"/>
            <a:ext cx="1506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b="1" dirty="0">
                <a:solidFill>
                  <a:schemeClr val="hlink"/>
                </a:solidFill>
                <a:latin typeface="+mj-ea"/>
                <a:ea typeface="+mj-ea"/>
              </a:rPr>
              <a:t> 非基变量</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8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5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82" grpId="0"/>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6A4777A4-D728-EC25-16C6-BE1F136C601B}"/>
              </a:ext>
            </a:extLst>
          </p:cNvPr>
          <p:cNvSpPr>
            <a:spLocks noGrp="1" noChangeArrowheads="1"/>
          </p:cNvSpPr>
          <p:nvPr>
            <p:ph idx="1"/>
          </p:nvPr>
        </p:nvSpPr>
        <p:spPr>
          <a:xfrm>
            <a:off x="398463" y="1436688"/>
            <a:ext cx="8229600" cy="5500687"/>
          </a:xfrm>
        </p:spPr>
        <p:txBody>
          <a:bodyPr/>
          <a:lstStyle/>
          <a:p>
            <a:pPr>
              <a:lnSpc>
                <a:spcPct val="130000"/>
              </a:lnSpc>
              <a:defRPr/>
            </a:pPr>
            <a:r>
              <a:rPr lang="zh-CN" altLang="en-US" sz="2400" dirty="0"/>
              <a:t>任何约束标准型线性规划问题，只要将</a:t>
            </a:r>
            <a:r>
              <a:rPr lang="zh-CN" altLang="en-US" sz="2400" dirty="0">
                <a:solidFill>
                  <a:srgbClr val="FF0000"/>
                </a:solidFill>
              </a:rPr>
              <a:t>所有非基本变量都置为</a:t>
            </a:r>
            <a:r>
              <a:rPr lang="en-US" altLang="zh-CN" sz="2400" dirty="0">
                <a:solidFill>
                  <a:srgbClr val="FF0000"/>
                </a:solidFill>
              </a:rPr>
              <a:t>0</a:t>
            </a:r>
            <a:r>
              <a:rPr lang="zh-CN" altLang="en-US" sz="2400" dirty="0"/>
              <a:t>，从约束方程式中解出满足约束的基本变量的值，可求得</a:t>
            </a:r>
            <a:r>
              <a:rPr lang="zh-CN" altLang="en-US" sz="2400" dirty="0">
                <a:solidFill>
                  <a:srgbClr val="FF0000"/>
                </a:solidFill>
              </a:rPr>
              <a:t>一个基本可行解</a:t>
            </a:r>
            <a:r>
              <a:rPr lang="zh-CN" altLang="en-US" sz="2400" dirty="0"/>
              <a:t>。</a:t>
            </a:r>
          </a:p>
          <a:p>
            <a:pPr>
              <a:lnSpc>
                <a:spcPct val="130000"/>
              </a:lnSpc>
              <a:defRPr/>
            </a:pPr>
            <a:endParaRPr lang="zh-CN" altLang="en-US" sz="2400" dirty="0"/>
          </a:p>
          <a:p>
            <a:pPr>
              <a:defRPr/>
            </a:pPr>
            <a:r>
              <a:rPr lang="zh-CN" altLang="en-US" sz="2400" dirty="0"/>
              <a:t>基本可行解</a:t>
            </a:r>
            <a:endParaRPr lang="en-US" altLang="zh-CN" sz="2400" dirty="0"/>
          </a:p>
          <a:p>
            <a:pPr>
              <a:buFont typeface="Wingdings" panose="05000000000000000000" pitchFamily="2" charset="2"/>
              <a:buNone/>
              <a:defRPr/>
            </a:pPr>
            <a:r>
              <a:rPr lang="en-US" altLang="zh-CN" sz="2400" dirty="0"/>
              <a:t>x=(7,</a:t>
            </a:r>
            <a:r>
              <a:rPr lang="en-US" altLang="zh-CN" sz="2400" dirty="0">
                <a:solidFill>
                  <a:srgbClr val="FF0000"/>
                </a:solidFill>
              </a:rPr>
              <a:t>0</a:t>
            </a:r>
            <a:r>
              <a:rPr lang="en-US" altLang="zh-CN" sz="2400" dirty="0"/>
              <a:t>,</a:t>
            </a:r>
            <a:r>
              <a:rPr lang="en-US" altLang="zh-CN" sz="2400" dirty="0">
                <a:solidFill>
                  <a:srgbClr val="FF0000"/>
                </a:solidFill>
              </a:rPr>
              <a:t>0</a:t>
            </a:r>
            <a:r>
              <a:rPr lang="en-US" altLang="zh-CN" sz="2400" dirty="0"/>
              <a:t>,12,</a:t>
            </a:r>
            <a:r>
              <a:rPr lang="en-US" altLang="zh-CN" sz="2400" dirty="0">
                <a:solidFill>
                  <a:srgbClr val="FF0000"/>
                </a:solidFill>
              </a:rPr>
              <a:t>0</a:t>
            </a:r>
            <a:r>
              <a:rPr lang="en-US" altLang="zh-CN" sz="2400" dirty="0"/>
              <a:t>,10)</a:t>
            </a:r>
            <a:r>
              <a:rPr lang="zh-CN" altLang="en-US" sz="2400" dirty="0"/>
              <a:t>。</a:t>
            </a:r>
          </a:p>
        </p:txBody>
      </p:sp>
      <p:sp>
        <p:nvSpPr>
          <p:cNvPr id="27651" name="灯片编号占位符 3">
            <a:extLst>
              <a:ext uri="{FF2B5EF4-FFF2-40B4-BE49-F238E27FC236}">
                <a16:creationId xmlns:a16="http://schemas.microsoft.com/office/drawing/2014/main" id="{9DEFF05E-BFB5-CC9C-0AAC-0CBF06C9646F}"/>
              </a:ext>
            </a:extLst>
          </p:cNvPr>
          <p:cNvSpPr>
            <a:spLocks noGrp="1"/>
          </p:cNvSpPr>
          <p:nvPr>
            <p:ph type="sldNum" sz="quarter" idx="12"/>
          </p:nvPr>
        </p:nvSpPr>
        <p:spPr>
          <a:xfrm>
            <a:off x="6588125" y="6172200"/>
            <a:ext cx="21336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033EC2B-B0C2-4C9E-BF0E-E371CDF3E60B}"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28</a:t>
            </a:fld>
            <a:endParaRPr lang="en-US" altLang="zh-CN" sz="1200">
              <a:latin typeface="微软雅黑" panose="020B0503020204020204" pitchFamily="34" charset="-122"/>
              <a:ea typeface="微软雅黑" panose="020B0503020204020204" pitchFamily="34" charset="-122"/>
            </a:endParaRPr>
          </a:p>
        </p:txBody>
      </p:sp>
      <p:graphicFrame>
        <p:nvGraphicFramePr>
          <p:cNvPr id="5" name="Group 239">
            <a:extLst>
              <a:ext uri="{FF2B5EF4-FFF2-40B4-BE49-F238E27FC236}">
                <a16:creationId xmlns:a16="http://schemas.microsoft.com/office/drawing/2014/main" id="{7F6A30AB-4272-2834-CB25-8DC329C8293D}"/>
              </a:ext>
            </a:extLst>
          </p:cNvPr>
          <p:cNvGraphicFramePr>
            <a:graphicFrameLocks noGrp="1"/>
          </p:cNvGraphicFramePr>
          <p:nvPr/>
        </p:nvGraphicFramePr>
        <p:xfrm>
          <a:off x="3708400" y="3141663"/>
          <a:ext cx="4714875" cy="2906712"/>
        </p:xfrm>
        <a:graphic>
          <a:graphicData uri="http://schemas.openxmlformats.org/drawingml/2006/table">
            <a:tbl>
              <a:tblPr/>
              <a:tblGrid>
                <a:gridCol w="942975">
                  <a:extLst>
                    <a:ext uri="{9D8B030D-6E8A-4147-A177-3AD203B41FA5}">
                      <a16:colId xmlns:a16="http://schemas.microsoft.com/office/drawing/2014/main" val="20000"/>
                    </a:ext>
                  </a:extLst>
                </a:gridCol>
                <a:gridCol w="1006475">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954087">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tblGrid>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chemeClr val="tx1"/>
                          </a:solidFill>
                          <a:effectLst/>
                          <a:latin typeface="Arial" charset="0"/>
                          <a:ea typeface="宋体" pitchFamily="2" charset="-122"/>
                        </a:rPr>
                        <a:t>x</a:t>
                      </a:r>
                      <a:r>
                        <a:rPr kumimoji="0" lang="en-US" altLang="zh-CN" sz="3200" b="0" i="0" u="none" strike="noStrike" cap="none" normalizeH="0" baseline="-25000" dirty="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2" name="矩形 1">
            <a:extLst>
              <a:ext uri="{FF2B5EF4-FFF2-40B4-BE49-F238E27FC236}">
                <a16:creationId xmlns:a16="http://schemas.microsoft.com/office/drawing/2014/main" id="{39790E44-ABAB-282A-3248-2F9661E47F3B}"/>
              </a:ext>
            </a:extLst>
          </p:cNvPr>
          <p:cNvSpPr/>
          <p:nvPr/>
        </p:nvSpPr>
        <p:spPr>
          <a:xfrm>
            <a:off x="398463" y="188913"/>
            <a:ext cx="7005637" cy="652462"/>
          </a:xfrm>
          <a:prstGeom prst="rect">
            <a:avLst/>
          </a:prstGeom>
        </p:spPr>
        <p:txBody>
          <a:bodyPr wrap="none">
            <a:spAutoFit/>
          </a:bodyPr>
          <a:lstStyle/>
          <a:p>
            <a:pPr>
              <a:lnSpc>
                <a:spcPct val="130000"/>
              </a:lnSpc>
              <a:buFont typeface="Wingdings" panose="05000000000000000000" pitchFamily="2" charset="2"/>
              <a:buNone/>
              <a:defRPr/>
            </a:pPr>
            <a:r>
              <a:rPr lang="zh-CN" altLang="en-US" sz="2800" b="1" dirty="0">
                <a:solidFill>
                  <a:schemeClr val="accent2">
                    <a:lumMod val="75000"/>
                  </a:schemeClr>
                </a:solidFill>
                <a:latin typeface="+mj-ea"/>
                <a:ea typeface="+mj-ea"/>
              </a:rPr>
              <a:t>单纯形算法计算步骤   </a:t>
            </a:r>
            <a:r>
              <a:rPr lang="zh-CN" altLang="en-US" sz="2400" b="1" kern="0" dirty="0">
                <a:solidFill>
                  <a:srgbClr val="996600"/>
                </a:solidFill>
                <a:latin typeface="微软雅黑" panose="020B0503020204020204" pitchFamily="34" charset="-122"/>
                <a:ea typeface="微软雅黑" panose="020B0503020204020204" pitchFamily="34" charset="-122"/>
              </a:rPr>
              <a:t>步骤</a:t>
            </a:r>
            <a:r>
              <a:rPr lang="en-US" altLang="zh-CN" sz="2400" b="1" kern="0" dirty="0">
                <a:solidFill>
                  <a:srgbClr val="996600"/>
                </a:solidFill>
                <a:latin typeface="微软雅黑" panose="020B0503020204020204" pitchFamily="34" charset="-122"/>
                <a:ea typeface="微软雅黑" panose="020B0503020204020204" pitchFamily="34" charset="-122"/>
              </a:rPr>
              <a:t>0</a:t>
            </a:r>
            <a:r>
              <a:rPr lang="zh-CN" altLang="en-US" sz="2400" b="1" kern="0" dirty="0">
                <a:solidFill>
                  <a:srgbClr val="996600"/>
                </a:solidFill>
                <a:latin typeface="微软雅黑" panose="020B0503020204020204" pitchFamily="34" charset="-122"/>
                <a:ea typeface="微软雅黑" panose="020B0503020204020204" pitchFamily="34" charset="-122"/>
              </a:rPr>
              <a:t>：初始基本可行解</a:t>
            </a:r>
            <a:endParaRPr lang="zh-CN" altLang="en-US" sz="2800" b="1" dirty="0">
              <a:solidFill>
                <a:schemeClr val="accent2">
                  <a:lumMod val="75000"/>
                </a:schemeClr>
              </a:solidFill>
              <a:latin typeface="+mj-ea"/>
              <a:ea typeface="+mj-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a:extLst>
              <a:ext uri="{FF2B5EF4-FFF2-40B4-BE49-F238E27FC236}">
                <a16:creationId xmlns:a16="http://schemas.microsoft.com/office/drawing/2014/main" id="{16CF1F3A-5445-CB45-8C0C-8468D8E0256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2043FC4-3539-45A8-8D50-AF8C8B6C888A}"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29</a:t>
            </a:fld>
            <a:endParaRPr lang="en-US" altLang="zh-CN" sz="1200">
              <a:latin typeface="微软雅黑" panose="020B0503020204020204" pitchFamily="34" charset="-122"/>
              <a:ea typeface="微软雅黑" panose="020B0503020204020204" pitchFamily="34" charset="-122"/>
            </a:endParaRPr>
          </a:p>
        </p:txBody>
      </p:sp>
      <p:sp>
        <p:nvSpPr>
          <p:cNvPr id="28675" name="Rectangle 3">
            <a:extLst>
              <a:ext uri="{FF2B5EF4-FFF2-40B4-BE49-F238E27FC236}">
                <a16:creationId xmlns:a16="http://schemas.microsoft.com/office/drawing/2014/main" id="{A6B1C825-2CF2-6ADD-AF0F-DE34958B5902}"/>
              </a:ext>
            </a:extLst>
          </p:cNvPr>
          <p:cNvSpPr>
            <a:spLocks noGrp="1" noChangeArrowheads="1"/>
          </p:cNvSpPr>
          <p:nvPr>
            <p:ph type="body" idx="1"/>
          </p:nvPr>
        </p:nvSpPr>
        <p:spPr>
          <a:xfrm>
            <a:off x="428625" y="285750"/>
            <a:ext cx="8540750" cy="4714875"/>
          </a:xfrm>
        </p:spPr>
        <p:txBody>
          <a:bodyPr/>
          <a:lstStyle/>
          <a:p>
            <a:pPr>
              <a:lnSpc>
                <a:spcPct val="130000"/>
              </a:lnSpc>
              <a:defRPr/>
            </a:pPr>
            <a:r>
              <a:rPr lang="zh-CN" altLang="en-US" sz="2400" b="1" dirty="0">
                <a:solidFill>
                  <a:schemeClr val="hlink"/>
                </a:solidFill>
              </a:rPr>
              <a:t>单纯形算法的第</a:t>
            </a:r>
            <a:r>
              <a:rPr lang="en-US" altLang="zh-CN" sz="2400" b="1" dirty="0">
                <a:solidFill>
                  <a:schemeClr val="hlink"/>
                </a:solidFill>
              </a:rPr>
              <a:t>1</a:t>
            </a:r>
            <a:r>
              <a:rPr lang="zh-CN" altLang="en-US" sz="2400" b="1" dirty="0">
                <a:solidFill>
                  <a:schemeClr val="hlink"/>
                </a:solidFill>
              </a:rPr>
              <a:t>步：</a:t>
            </a:r>
            <a:r>
              <a:rPr lang="zh-CN" altLang="en-US" sz="2400" dirty="0"/>
              <a:t>选出使</a:t>
            </a:r>
            <a:r>
              <a:rPr lang="zh-CN" altLang="en-US" sz="2400" u="sng" dirty="0"/>
              <a:t>目标函数增加</a:t>
            </a:r>
            <a:r>
              <a:rPr lang="zh-CN" altLang="en-US" sz="2400" dirty="0"/>
              <a:t>的非基本变量作为</a:t>
            </a:r>
            <a:r>
              <a:rPr lang="zh-CN" altLang="en-US" sz="2400" b="1" dirty="0">
                <a:solidFill>
                  <a:schemeClr val="hlink"/>
                </a:solidFill>
              </a:rPr>
              <a:t>入基变量</a:t>
            </a:r>
            <a:r>
              <a:rPr lang="zh-CN" altLang="en-US" sz="2400" dirty="0"/>
              <a:t>。</a:t>
            </a:r>
          </a:p>
          <a:p>
            <a:pPr>
              <a:lnSpc>
                <a:spcPct val="130000"/>
              </a:lnSpc>
              <a:defRPr/>
            </a:pPr>
            <a:r>
              <a:rPr lang="zh-CN" altLang="en-US" sz="2400" dirty="0"/>
              <a:t>查看单纯形表的第</a:t>
            </a:r>
            <a:r>
              <a:rPr lang="en-US" altLang="zh-CN" sz="2400" dirty="0"/>
              <a:t>1</a:t>
            </a:r>
            <a:r>
              <a:rPr lang="zh-CN" altLang="en-US" sz="2400" dirty="0"/>
              <a:t>行（也称之为</a:t>
            </a:r>
            <a:r>
              <a:rPr lang="en-US" altLang="zh-CN" sz="2400" dirty="0"/>
              <a:t>z</a:t>
            </a:r>
            <a:r>
              <a:rPr lang="zh-CN" altLang="en-US" sz="2400" dirty="0"/>
              <a:t>行）中标有非基本变量的各列中的值。</a:t>
            </a:r>
            <a:r>
              <a:rPr lang="zh-CN" altLang="en-US" sz="2400" u="sng" dirty="0"/>
              <a:t>选出使目标函数增加的非基本变量作为入基变量</a:t>
            </a:r>
            <a:r>
              <a:rPr lang="zh-CN" altLang="en-US" sz="2400" dirty="0"/>
              <a:t>。</a:t>
            </a:r>
            <a:r>
              <a:rPr lang="en-US" altLang="zh-CN" sz="2400" dirty="0"/>
              <a:t>z</a:t>
            </a:r>
            <a:r>
              <a:rPr lang="zh-CN" altLang="en-US" sz="2400" dirty="0"/>
              <a:t>行中的正系数非基本变量都满足要求。</a:t>
            </a:r>
          </a:p>
          <a:p>
            <a:pPr>
              <a:lnSpc>
                <a:spcPct val="130000"/>
              </a:lnSpc>
              <a:defRPr/>
            </a:pPr>
            <a:r>
              <a:rPr lang="zh-CN" altLang="en-US" sz="2400" dirty="0"/>
              <a:t>示例中</a:t>
            </a:r>
            <a:r>
              <a:rPr lang="en-US" altLang="zh-CN" sz="2400" dirty="0"/>
              <a:t>z</a:t>
            </a:r>
            <a:r>
              <a:rPr lang="zh-CN" altLang="en-US" sz="2400" dirty="0"/>
              <a:t>行只有</a:t>
            </a:r>
            <a:r>
              <a:rPr lang="en-US" altLang="zh-CN" sz="2400" dirty="0"/>
              <a:t>1</a:t>
            </a:r>
            <a:r>
              <a:rPr lang="zh-CN" altLang="en-US" sz="2400" dirty="0"/>
              <a:t>列为正，即非基本变量相应列，其值为</a:t>
            </a:r>
            <a:r>
              <a:rPr lang="en-US" altLang="zh-CN" sz="2400" dirty="0"/>
              <a:t>3</a:t>
            </a:r>
            <a:r>
              <a:rPr lang="zh-CN" altLang="en-US" sz="2400" dirty="0"/>
              <a:t>。</a:t>
            </a:r>
          </a:p>
          <a:p>
            <a:pPr>
              <a:lnSpc>
                <a:spcPct val="130000"/>
              </a:lnSpc>
              <a:defRPr/>
            </a:pPr>
            <a:endParaRPr lang="en-US" altLang="zh-CN" sz="2400" dirty="0"/>
          </a:p>
          <a:p>
            <a:pPr>
              <a:lnSpc>
                <a:spcPct val="130000"/>
              </a:lnSpc>
              <a:defRPr/>
            </a:pPr>
            <a:endParaRPr lang="en-US" altLang="zh-CN" sz="2400" dirty="0"/>
          </a:p>
          <a:p>
            <a:pPr>
              <a:lnSpc>
                <a:spcPct val="130000"/>
              </a:lnSpc>
              <a:defRPr/>
            </a:pPr>
            <a:r>
              <a:rPr lang="zh-CN" altLang="en-US" sz="2400" dirty="0"/>
              <a:t>选取非基本变量</a:t>
            </a:r>
            <a:r>
              <a:rPr lang="en-US" altLang="zh-CN" sz="2400" dirty="0">
                <a:solidFill>
                  <a:srgbClr val="FF0000"/>
                </a:solidFill>
              </a:rPr>
              <a:t>x</a:t>
            </a:r>
            <a:r>
              <a:rPr lang="en-US" altLang="zh-CN" sz="2400" baseline="-25000" dirty="0">
                <a:solidFill>
                  <a:srgbClr val="FF0000"/>
                </a:solidFill>
              </a:rPr>
              <a:t>3</a:t>
            </a:r>
          </a:p>
          <a:p>
            <a:pPr>
              <a:lnSpc>
                <a:spcPct val="130000"/>
              </a:lnSpc>
              <a:buFont typeface="Wingdings" panose="05000000000000000000" pitchFamily="2" charset="2"/>
              <a:buNone/>
              <a:defRPr/>
            </a:pPr>
            <a:r>
              <a:rPr lang="zh-CN" altLang="en-US" sz="2400" dirty="0">
                <a:solidFill>
                  <a:srgbClr val="FF0000"/>
                </a:solidFill>
              </a:rPr>
              <a:t>作为入基变量</a:t>
            </a:r>
            <a:r>
              <a:rPr lang="zh-CN" altLang="en-US" sz="2400" dirty="0"/>
              <a:t>。</a:t>
            </a:r>
          </a:p>
        </p:txBody>
      </p:sp>
      <p:graphicFrame>
        <p:nvGraphicFramePr>
          <p:cNvPr id="4" name="Group 239">
            <a:extLst>
              <a:ext uri="{FF2B5EF4-FFF2-40B4-BE49-F238E27FC236}">
                <a16:creationId xmlns:a16="http://schemas.microsoft.com/office/drawing/2014/main" id="{79CE3F88-5EE6-8C64-124F-BF06A2EA5953}"/>
              </a:ext>
            </a:extLst>
          </p:cNvPr>
          <p:cNvGraphicFramePr>
            <a:graphicFrameLocks noGrp="1"/>
          </p:cNvGraphicFramePr>
          <p:nvPr/>
        </p:nvGraphicFramePr>
        <p:xfrm>
          <a:off x="4143375" y="3844925"/>
          <a:ext cx="4714875" cy="2906713"/>
        </p:xfrm>
        <a:graphic>
          <a:graphicData uri="http://schemas.openxmlformats.org/drawingml/2006/table">
            <a:tbl>
              <a:tblPr/>
              <a:tblGrid>
                <a:gridCol w="942975">
                  <a:extLst>
                    <a:ext uri="{9D8B030D-6E8A-4147-A177-3AD203B41FA5}">
                      <a16:colId xmlns:a16="http://schemas.microsoft.com/office/drawing/2014/main" val="20000"/>
                    </a:ext>
                  </a:extLst>
                </a:gridCol>
                <a:gridCol w="1006475">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954087">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tblGrid>
              <a:tr h="58134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rgbClr val="FF0000"/>
                          </a:solidFill>
                          <a:effectLst/>
                          <a:latin typeface="Arial" charset="0"/>
                          <a:ea typeface="宋体" pitchFamily="2" charset="-122"/>
                        </a:rPr>
                        <a:t>x</a:t>
                      </a:r>
                      <a:r>
                        <a:rPr kumimoji="0" lang="en-US" altLang="zh-CN" sz="3200" b="0" i="0" u="none" strike="noStrike" cap="none" normalizeH="0" baseline="-25000">
                          <a:ln>
                            <a:noFill/>
                          </a:ln>
                          <a:solidFill>
                            <a:srgbClr val="FF0000"/>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rgbClr val="FF0000"/>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graphicFrame>
        <p:nvGraphicFramePr>
          <p:cNvPr id="52268" name="Object 2">
            <a:extLst>
              <a:ext uri="{FF2B5EF4-FFF2-40B4-BE49-F238E27FC236}">
                <a16:creationId xmlns:a16="http://schemas.microsoft.com/office/drawing/2014/main" id="{314F19AD-C4D9-4825-A286-9FC1703B2B31}"/>
              </a:ext>
            </a:extLst>
          </p:cNvPr>
          <p:cNvGraphicFramePr>
            <a:graphicFrameLocks noChangeAspect="1"/>
          </p:cNvGraphicFramePr>
          <p:nvPr/>
        </p:nvGraphicFramePr>
        <p:xfrm>
          <a:off x="611188" y="3522663"/>
          <a:ext cx="4902200" cy="644525"/>
        </p:xfrm>
        <a:graphic>
          <a:graphicData uri="http://schemas.openxmlformats.org/presentationml/2006/ole">
            <mc:AlternateContent xmlns:mc="http://schemas.openxmlformats.org/markup-compatibility/2006">
              <mc:Choice xmlns:v="urn:schemas-microsoft-com:vml" Requires="v">
                <p:oleObj name="Equation" r:id="rId2" imgW="1739900" imgH="228600" progId="Equation.DSMT4">
                  <p:embed/>
                </p:oleObj>
              </mc:Choice>
              <mc:Fallback>
                <p:oleObj name="Equation" r:id="rId2" imgW="1739900"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3522663"/>
                        <a:ext cx="49022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F331BBA4-C913-4DEC-BFC8-92735F6FCD0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6B95B87-E346-4F9D-88FA-1522D4FE788B}"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30</a:t>
            </a:fld>
            <a:endParaRPr lang="en-US" altLang="zh-CN" sz="1200">
              <a:latin typeface="微软雅黑" panose="020B0503020204020204" pitchFamily="34" charset="-122"/>
              <a:ea typeface="微软雅黑" panose="020B0503020204020204" pitchFamily="34" charset="-122"/>
            </a:endParaRPr>
          </a:p>
        </p:txBody>
      </p:sp>
      <p:sp>
        <p:nvSpPr>
          <p:cNvPr id="29699" name="Rectangle 3">
            <a:extLst>
              <a:ext uri="{FF2B5EF4-FFF2-40B4-BE49-F238E27FC236}">
                <a16:creationId xmlns:a16="http://schemas.microsoft.com/office/drawing/2014/main" id="{5C990DFC-4527-51A7-2F72-40D489C5BE64}"/>
              </a:ext>
            </a:extLst>
          </p:cNvPr>
          <p:cNvSpPr>
            <a:spLocks noGrp="1" noChangeArrowheads="1"/>
          </p:cNvSpPr>
          <p:nvPr>
            <p:ph type="body" idx="1"/>
          </p:nvPr>
        </p:nvSpPr>
        <p:spPr>
          <a:xfrm>
            <a:off x="393700" y="227013"/>
            <a:ext cx="8540750" cy="6345237"/>
          </a:xfrm>
        </p:spPr>
        <p:txBody>
          <a:bodyPr/>
          <a:lstStyle/>
          <a:p>
            <a:pPr>
              <a:lnSpc>
                <a:spcPct val="130000"/>
              </a:lnSpc>
              <a:defRPr/>
            </a:pPr>
            <a:r>
              <a:rPr lang="zh-CN" altLang="en-US" sz="2400" b="1" dirty="0">
                <a:solidFill>
                  <a:schemeClr val="hlink"/>
                </a:solidFill>
              </a:rPr>
              <a:t>单纯形算法的第</a:t>
            </a:r>
            <a:r>
              <a:rPr lang="en-US" altLang="zh-CN" sz="2400" b="1" dirty="0">
                <a:solidFill>
                  <a:schemeClr val="hlink"/>
                </a:solidFill>
              </a:rPr>
              <a:t>2</a:t>
            </a:r>
            <a:r>
              <a:rPr lang="zh-CN" altLang="en-US" sz="2400" b="1" dirty="0">
                <a:solidFill>
                  <a:schemeClr val="hlink"/>
                </a:solidFill>
              </a:rPr>
              <a:t>步：</a:t>
            </a:r>
            <a:r>
              <a:rPr lang="zh-CN" altLang="en-US" sz="2400" dirty="0"/>
              <a:t>选取</a:t>
            </a:r>
            <a:r>
              <a:rPr lang="zh-CN" altLang="en-US" sz="2400" b="1" dirty="0">
                <a:solidFill>
                  <a:schemeClr val="hlink"/>
                </a:solidFill>
              </a:rPr>
              <a:t>离基变量</a:t>
            </a:r>
            <a:r>
              <a:rPr lang="zh-CN" altLang="en-US" sz="2400" dirty="0"/>
              <a:t>。</a:t>
            </a:r>
          </a:p>
          <a:p>
            <a:pPr>
              <a:lnSpc>
                <a:spcPct val="130000"/>
              </a:lnSpc>
              <a:defRPr/>
            </a:pPr>
            <a:r>
              <a:rPr lang="zh-CN" altLang="en-US" sz="2400" dirty="0"/>
              <a:t>在单纯形表中考察由第</a:t>
            </a:r>
            <a:r>
              <a:rPr lang="en-US" altLang="zh-CN" sz="2400" dirty="0"/>
              <a:t>1</a:t>
            </a:r>
            <a:r>
              <a:rPr lang="zh-CN" altLang="en-US" sz="2400" dirty="0"/>
              <a:t>步选出的入基变量所相应的列。</a:t>
            </a:r>
          </a:p>
          <a:p>
            <a:pPr>
              <a:lnSpc>
                <a:spcPct val="130000"/>
              </a:lnSpc>
              <a:defRPr/>
            </a:pPr>
            <a:r>
              <a:rPr lang="zh-CN" altLang="en-US" sz="2400" dirty="0"/>
              <a:t>判断入基变量可以增到多大</a:t>
            </a:r>
            <a:endParaRPr lang="en-US" altLang="zh-CN" sz="2400" dirty="0"/>
          </a:p>
          <a:p>
            <a:pPr lvl="1">
              <a:lnSpc>
                <a:spcPct val="130000"/>
              </a:lnSpc>
              <a:defRPr/>
            </a:pPr>
            <a:r>
              <a:rPr lang="zh-CN" altLang="en-US" sz="2000" dirty="0"/>
              <a:t>如果入基变量所在的列与基本变量所在行交叉处的表元素为负数，那么该元素将不受任何限制，相应的基本变量只会越变越大。</a:t>
            </a:r>
          </a:p>
          <a:p>
            <a:pPr lvl="1">
              <a:lnSpc>
                <a:spcPct val="130000"/>
              </a:lnSpc>
              <a:defRPr/>
            </a:pPr>
            <a:r>
              <a:rPr lang="zh-CN" altLang="en-US" sz="2000" dirty="0"/>
              <a:t>如果</a:t>
            </a:r>
            <a:r>
              <a:rPr lang="zh-CN" altLang="en-US" sz="2000" u="sng" dirty="0"/>
              <a:t>入基变量所在列的所有元素都是负值</a:t>
            </a:r>
            <a:r>
              <a:rPr lang="zh-CN" altLang="en-US" sz="2000" dirty="0"/>
              <a:t>，则</a:t>
            </a:r>
            <a:r>
              <a:rPr lang="zh-CN" altLang="en-US" sz="2000" dirty="0">
                <a:solidFill>
                  <a:srgbClr val="FF0000"/>
                </a:solidFill>
              </a:rPr>
              <a:t>目标函数无界</a:t>
            </a:r>
            <a:r>
              <a:rPr lang="zh-CN" altLang="en-US" sz="2000" dirty="0"/>
              <a:t>，已经得到了</a:t>
            </a:r>
            <a:r>
              <a:rPr lang="zh-CN" altLang="en-US" sz="2000" dirty="0">
                <a:solidFill>
                  <a:srgbClr val="FF0000"/>
                </a:solidFill>
              </a:rPr>
              <a:t>问题的无界解</a:t>
            </a:r>
            <a:r>
              <a:rPr lang="zh-CN" altLang="en-US" sz="2000" dirty="0"/>
              <a:t>。</a:t>
            </a:r>
          </a:p>
          <a:p>
            <a:pPr lvl="1">
              <a:lnSpc>
                <a:spcPct val="130000"/>
              </a:lnSpc>
              <a:defRPr/>
            </a:pPr>
            <a:r>
              <a:rPr lang="zh-CN" altLang="en-US" sz="2000" dirty="0"/>
              <a:t>如果选出的列中有一个或多个元素为正数，要</a:t>
            </a:r>
            <a:r>
              <a:rPr lang="zh-CN" altLang="en-US" sz="2000" dirty="0">
                <a:solidFill>
                  <a:srgbClr val="FF0000"/>
                </a:solidFill>
              </a:rPr>
              <a:t>弄清是哪个数限制了入基变量值的增加</a:t>
            </a:r>
            <a:r>
              <a:rPr lang="zh-CN" altLang="en-US" sz="2000" dirty="0"/>
              <a:t>。</a:t>
            </a:r>
          </a:p>
        </p:txBody>
      </p:sp>
      <p:graphicFrame>
        <p:nvGraphicFramePr>
          <p:cNvPr id="4" name="Group 239">
            <a:extLst>
              <a:ext uri="{FF2B5EF4-FFF2-40B4-BE49-F238E27FC236}">
                <a16:creationId xmlns:a16="http://schemas.microsoft.com/office/drawing/2014/main" id="{EE6BF5D1-45F7-DC88-752F-FD56F4A940A6}"/>
              </a:ext>
            </a:extLst>
          </p:cNvPr>
          <p:cNvGraphicFramePr>
            <a:graphicFrameLocks noGrp="1"/>
          </p:cNvGraphicFramePr>
          <p:nvPr/>
        </p:nvGraphicFramePr>
        <p:xfrm>
          <a:off x="4071938" y="3833813"/>
          <a:ext cx="4714875" cy="2995612"/>
        </p:xfrm>
        <a:graphic>
          <a:graphicData uri="http://schemas.openxmlformats.org/drawingml/2006/table">
            <a:tbl>
              <a:tblPr/>
              <a:tblGrid>
                <a:gridCol w="942975">
                  <a:extLst>
                    <a:ext uri="{9D8B030D-6E8A-4147-A177-3AD203B41FA5}">
                      <a16:colId xmlns:a16="http://schemas.microsoft.com/office/drawing/2014/main" val="20000"/>
                    </a:ext>
                  </a:extLst>
                </a:gridCol>
                <a:gridCol w="1006475">
                  <a:extLst>
                    <a:ext uri="{9D8B030D-6E8A-4147-A177-3AD203B41FA5}">
                      <a16:colId xmlns:a16="http://schemas.microsoft.com/office/drawing/2014/main" val="20001"/>
                    </a:ext>
                  </a:extLst>
                </a:gridCol>
                <a:gridCol w="868362">
                  <a:extLst>
                    <a:ext uri="{9D8B030D-6E8A-4147-A177-3AD203B41FA5}">
                      <a16:colId xmlns:a16="http://schemas.microsoft.com/office/drawing/2014/main" val="20002"/>
                    </a:ext>
                  </a:extLst>
                </a:gridCol>
                <a:gridCol w="954088">
                  <a:extLst>
                    <a:ext uri="{9D8B030D-6E8A-4147-A177-3AD203B41FA5}">
                      <a16:colId xmlns:a16="http://schemas.microsoft.com/office/drawing/2014/main" val="20003"/>
                    </a:ext>
                  </a:extLst>
                </a:gridCol>
                <a:gridCol w="942975">
                  <a:extLst>
                    <a:ext uri="{9D8B030D-6E8A-4147-A177-3AD203B41FA5}">
                      <a16:colId xmlns:a16="http://schemas.microsoft.com/office/drawing/2014/main" val="20004"/>
                    </a:ext>
                  </a:extLst>
                </a:gridCol>
              </a:tblGrid>
              <a:tr h="581384">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8" marB="46808"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8" marB="46808"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8" marB="46808"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rgbClr val="FF0000"/>
                          </a:solidFill>
                          <a:effectLst/>
                          <a:latin typeface="Arial" charset="0"/>
                          <a:ea typeface="宋体" pitchFamily="2" charset="-122"/>
                        </a:rPr>
                        <a:t>x</a:t>
                      </a:r>
                      <a:r>
                        <a:rPr kumimoji="0" lang="en-US" altLang="zh-CN" sz="3200" b="0" i="0" u="none" strike="noStrike" cap="none" normalizeH="0" baseline="-25000" dirty="0">
                          <a:ln>
                            <a:noFill/>
                          </a:ln>
                          <a:solidFill>
                            <a:srgbClr val="FF0000"/>
                          </a:solidFill>
                          <a:effectLst/>
                          <a:latin typeface="Arial" charset="0"/>
                          <a:ea typeface="宋体" pitchFamily="2" charset="-122"/>
                        </a:rPr>
                        <a:t>3</a:t>
                      </a:r>
                    </a:p>
                  </a:txBody>
                  <a:tcPr marL="90000" marR="90000" marT="46808" marB="46808"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8" marB="46808"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007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8" marB="46808"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84">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8" marB="46808"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8" marB="46808"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84">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4</a:t>
                      </a:r>
                    </a:p>
                  </a:txBody>
                  <a:tcPr marL="90000" marR="90000" marT="46808" marB="46808"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12</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8" marB="46808"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4</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84">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8" marB="46808"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-4</a:t>
                      </a:r>
                    </a:p>
                  </a:txBody>
                  <a:tcPr marL="90000" marR="90000" marT="46808" marB="46808"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8" marB="4680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8" marB="46808"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graphicFrame>
        <p:nvGraphicFramePr>
          <p:cNvPr id="53292" name="Object 2">
            <a:extLst>
              <a:ext uri="{FF2B5EF4-FFF2-40B4-BE49-F238E27FC236}">
                <a16:creationId xmlns:a16="http://schemas.microsoft.com/office/drawing/2014/main" id="{BADE8955-7287-63AD-0E1B-7C7D9DB4E400}"/>
              </a:ext>
            </a:extLst>
          </p:cNvPr>
          <p:cNvGraphicFramePr>
            <a:graphicFrameLocks noChangeAspect="1"/>
          </p:cNvGraphicFramePr>
          <p:nvPr/>
        </p:nvGraphicFramePr>
        <p:xfrm>
          <a:off x="250825" y="4600575"/>
          <a:ext cx="3267075" cy="430213"/>
        </p:xfrm>
        <a:graphic>
          <a:graphicData uri="http://schemas.openxmlformats.org/presentationml/2006/ole">
            <mc:AlternateContent xmlns:mc="http://schemas.openxmlformats.org/markup-compatibility/2006">
              <mc:Choice xmlns:v="urn:schemas-microsoft-com:vml" Requires="v">
                <p:oleObj name="Equation" r:id="rId3" imgW="1739900" imgH="228600" progId="Equation.DSMT4">
                  <p:embed/>
                </p:oleObj>
              </mc:Choice>
              <mc:Fallback>
                <p:oleObj name="Equation" r:id="rId3" imgW="1739900" imgH="228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4600575"/>
                        <a:ext cx="32670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93" name="Object 3">
            <a:extLst>
              <a:ext uri="{FF2B5EF4-FFF2-40B4-BE49-F238E27FC236}">
                <a16:creationId xmlns:a16="http://schemas.microsoft.com/office/drawing/2014/main" id="{BDFBCF1F-7927-8D8F-2285-7556A1974745}"/>
              </a:ext>
            </a:extLst>
          </p:cNvPr>
          <p:cNvGraphicFramePr>
            <a:graphicFrameLocks noChangeAspect="1"/>
          </p:cNvGraphicFramePr>
          <p:nvPr/>
        </p:nvGraphicFramePr>
        <p:xfrm>
          <a:off x="1258888" y="5006975"/>
          <a:ext cx="2884487" cy="1169988"/>
        </p:xfrm>
        <a:graphic>
          <a:graphicData uri="http://schemas.openxmlformats.org/presentationml/2006/ole">
            <mc:AlternateContent xmlns:mc="http://schemas.openxmlformats.org/markup-compatibility/2006">
              <mc:Choice xmlns:v="urn:schemas-microsoft-com:vml" Requires="v">
                <p:oleObj name="公式" r:id="rId5" imgW="1689100" imgH="685800" progId="Equation.3">
                  <p:embed/>
                </p:oleObj>
              </mc:Choice>
              <mc:Fallback>
                <p:oleObj name="公式" r:id="rId5" imgW="16891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5006975"/>
                        <a:ext cx="2884487"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294" name="Object 4">
            <a:extLst>
              <a:ext uri="{FF2B5EF4-FFF2-40B4-BE49-F238E27FC236}">
                <a16:creationId xmlns:a16="http://schemas.microsoft.com/office/drawing/2014/main" id="{8752073E-EF19-5DA3-C717-79D34C2E8AFC}"/>
              </a:ext>
            </a:extLst>
          </p:cNvPr>
          <p:cNvGraphicFramePr>
            <a:graphicFrameLocks noChangeAspect="1"/>
          </p:cNvGraphicFramePr>
          <p:nvPr/>
        </p:nvGraphicFramePr>
        <p:xfrm>
          <a:off x="1246188" y="6172200"/>
          <a:ext cx="2257425" cy="325438"/>
        </p:xfrm>
        <a:graphic>
          <a:graphicData uri="http://schemas.openxmlformats.org/presentationml/2006/ole">
            <mc:AlternateContent xmlns:mc="http://schemas.openxmlformats.org/markup-compatibility/2006">
              <mc:Choice xmlns:v="urn:schemas-microsoft-com:vml" Requires="v">
                <p:oleObj name="公式" r:id="rId7" imgW="1587500" imgH="228600" progId="Equation.3">
                  <p:embed/>
                </p:oleObj>
              </mc:Choice>
              <mc:Fallback>
                <p:oleObj name="公式" r:id="rId7" imgW="15875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46188" y="6172200"/>
                        <a:ext cx="2257425"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内容占位符 2">
            <a:extLst>
              <a:ext uri="{FF2B5EF4-FFF2-40B4-BE49-F238E27FC236}">
                <a16:creationId xmlns:a16="http://schemas.microsoft.com/office/drawing/2014/main" id="{D5ADCFF0-CE56-664F-29A6-4E55AED71B96}"/>
              </a:ext>
            </a:extLst>
          </p:cNvPr>
          <p:cNvSpPr>
            <a:spLocks noGrp="1" noChangeArrowheads="1"/>
          </p:cNvSpPr>
          <p:nvPr>
            <p:ph idx="1"/>
          </p:nvPr>
        </p:nvSpPr>
        <p:spPr>
          <a:xfrm>
            <a:off x="428625" y="285750"/>
            <a:ext cx="8358188" cy="4786313"/>
          </a:xfrm>
        </p:spPr>
        <p:txBody>
          <a:bodyPr/>
          <a:lstStyle/>
          <a:p>
            <a:pPr>
              <a:lnSpc>
                <a:spcPct val="130000"/>
              </a:lnSpc>
              <a:defRPr/>
            </a:pPr>
            <a:r>
              <a:rPr lang="zh-CN" altLang="en-US" sz="2400" dirty="0"/>
              <a:t>受限的增加量可以用入基变量所在列的元素（称为主元素）来除主元素所在行的“常数列”（最左边的列）中元素而得到。所得到数值越小说明受到限制越多。</a:t>
            </a:r>
          </a:p>
          <a:p>
            <a:pPr>
              <a:lnSpc>
                <a:spcPct val="130000"/>
              </a:lnSpc>
              <a:defRPr/>
            </a:pPr>
            <a:r>
              <a:rPr lang="zh-CN" altLang="en-US" sz="2400" dirty="0"/>
              <a:t>应该</a:t>
            </a:r>
            <a:r>
              <a:rPr lang="zh-CN" altLang="en-US" sz="2400" u="sng" dirty="0"/>
              <a:t>选取受到限制最多的基本变量作为</a:t>
            </a:r>
            <a:r>
              <a:rPr lang="zh-CN" altLang="en-US" sz="2400" u="sng" dirty="0">
                <a:solidFill>
                  <a:schemeClr val="accent5">
                    <a:lumMod val="75000"/>
                  </a:schemeClr>
                </a:solidFill>
              </a:rPr>
              <a:t>离基变量</a:t>
            </a:r>
            <a:r>
              <a:rPr lang="zh-CN" altLang="en-US" sz="2400" dirty="0"/>
              <a:t>，才能保证将入基变量与离基变量互调位置后，仍满足约束条件。</a:t>
            </a:r>
          </a:p>
          <a:p>
            <a:pPr>
              <a:lnSpc>
                <a:spcPct val="130000"/>
              </a:lnSpc>
              <a:defRPr/>
            </a:pPr>
            <a:r>
              <a:rPr lang="zh-CN" altLang="en-US" sz="2400" dirty="0"/>
              <a:t>上例中，惟一的一个值为正的</a:t>
            </a:r>
            <a:r>
              <a:rPr lang="en-US" altLang="zh-CN" sz="2400" dirty="0"/>
              <a:t>z</a:t>
            </a:r>
            <a:r>
              <a:rPr lang="zh-CN" altLang="en-US" sz="2400" dirty="0"/>
              <a:t>行元素是</a:t>
            </a:r>
            <a:r>
              <a:rPr lang="en-US" altLang="zh-CN" sz="2400" dirty="0"/>
              <a:t>3</a:t>
            </a:r>
            <a:r>
              <a:rPr lang="zh-CN" altLang="en-US" sz="2400" dirty="0"/>
              <a:t>，它所在列中有</a:t>
            </a:r>
            <a:r>
              <a:rPr lang="en-US" altLang="zh-CN" sz="2400" dirty="0"/>
              <a:t>2</a:t>
            </a:r>
            <a:r>
              <a:rPr lang="zh-CN" altLang="en-US" sz="2400" dirty="0"/>
              <a:t>个正元素，即</a:t>
            </a:r>
            <a:r>
              <a:rPr lang="en-US" altLang="zh-CN" sz="2400" dirty="0"/>
              <a:t>4</a:t>
            </a:r>
            <a:r>
              <a:rPr lang="zh-CN" altLang="en-US" sz="2400" dirty="0"/>
              <a:t>和</a:t>
            </a:r>
            <a:r>
              <a:rPr lang="en-US" altLang="zh-CN" sz="2400" dirty="0"/>
              <a:t>3</a:t>
            </a:r>
            <a:r>
              <a:rPr lang="zh-CN" altLang="en-US" sz="2400" dirty="0"/>
              <a:t>。</a:t>
            </a:r>
          </a:p>
          <a:p>
            <a:pPr>
              <a:lnSpc>
                <a:spcPct val="130000"/>
              </a:lnSpc>
              <a:defRPr/>
            </a:pPr>
            <a:r>
              <a:rPr lang="en-US" altLang="zh-CN" sz="2400" dirty="0">
                <a:solidFill>
                  <a:srgbClr val="FF0000"/>
                </a:solidFill>
              </a:rPr>
              <a:t>min{12/4,10/3}=3</a:t>
            </a:r>
            <a:r>
              <a:rPr lang="zh-CN" altLang="en-US" sz="2400" dirty="0"/>
              <a:t>，应该选取</a:t>
            </a:r>
            <a:r>
              <a:rPr lang="en-US" altLang="zh-CN" sz="2400" dirty="0">
                <a:solidFill>
                  <a:srgbClr val="FF0000"/>
                </a:solidFill>
              </a:rPr>
              <a:t>x</a:t>
            </a:r>
            <a:r>
              <a:rPr lang="en-US" altLang="zh-CN" sz="2400" baseline="-25000" dirty="0">
                <a:solidFill>
                  <a:srgbClr val="FF0000"/>
                </a:solidFill>
              </a:rPr>
              <a:t>4</a:t>
            </a:r>
            <a:r>
              <a:rPr lang="zh-CN" altLang="en-US" sz="2400" dirty="0">
                <a:solidFill>
                  <a:srgbClr val="FF0000"/>
                </a:solidFill>
              </a:rPr>
              <a:t>为离基变量</a:t>
            </a:r>
            <a:r>
              <a:rPr lang="zh-CN" altLang="en-US" sz="2400" dirty="0"/>
              <a:t>；</a:t>
            </a:r>
          </a:p>
          <a:p>
            <a:pPr>
              <a:lnSpc>
                <a:spcPct val="130000"/>
              </a:lnSpc>
              <a:defRPr/>
            </a:pPr>
            <a:r>
              <a:rPr lang="zh-CN" altLang="en-US" sz="2400" dirty="0"/>
              <a:t>入基变量</a:t>
            </a:r>
            <a:r>
              <a:rPr lang="en-US" altLang="zh-CN" sz="2400" dirty="0"/>
              <a:t>x</a:t>
            </a:r>
            <a:r>
              <a:rPr lang="en-US" altLang="zh-CN" sz="2400" baseline="-25000" dirty="0"/>
              <a:t>3</a:t>
            </a:r>
            <a:r>
              <a:rPr lang="zh-CN" altLang="en-US" sz="2400" dirty="0"/>
              <a:t>取值为</a:t>
            </a:r>
            <a:r>
              <a:rPr lang="en-US" altLang="zh-CN" sz="2400" dirty="0"/>
              <a:t>3</a:t>
            </a:r>
            <a:r>
              <a:rPr lang="zh-CN" altLang="en-US" sz="2400" dirty="0"/>
              <a:t>。</a:t>
            </a:r>
          </a:p>
        </p:txBody>
      </p:sp>
      <p:sp>
        <p:nvSpPr>
          <p:cNvPr id="31747" name="灯片编号占位符 3">
            <a:extLst>
              <a:ext uri="{FF2B5EF4-FFF2-40B4-BE49-F238E27FC236}">
                <a16:creationId xmlns:a16="http://schemas.microsoft.com/office/drawing/2014/main" id="{647AC91A-5777-2F2E-55C5-B8EA75D7D96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E951A13-CBAE-4C95-8970-8B351085005B}"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31</a:t>
            </a:fld>
            <a:endParaRPr lang="en-US" altLang="zh-CN" sz="1200">
              <a:latin typeface="微软雅黑" panose="020B0503020204020204" pitchFamily="34" charset="-122"/>
              <a:ea typeface="微软雅黑" panose="020B0503020204020204" pitchFamily="34" charset="-122"/>
            </a:endParaRPr>
          </a:p>
        </p:txBody>
      </p:sp>
      <p:graphicFrame>
        <p:nvGraphicFramePr>
          <p:cNvPr id="5" name="Group 239">
            <a:extLst>
              <a:ext uri="{FF2B5EF4-FFF2-40B4-BE49-F238E27FC236}">
                <a16:creationId xmlns:a16="http://schemas.microsoft.com/office/drawing/2014/main" id="{10144158-EAC7-54B1-B76E-D67DE7017B43}"/>
              </a:ext>
            </a:extLst>
          </p:cNvPr>
          <p:cNvGraphicFramePr>
            <a:graphicFrameLocks noGrp="1"/>
          </p:cNvGraphicFramePr>
          <p:nvPr/>
        </p:nvGraphicFramePr>
        <p:xfrm>
          <a:off x="5000625" y="3846513"/>
          <a:ext cx="4119563" cy="2906712"/>
        </p:xfrm>
        <a:graphic>
          <a:graphicData uri="http://schemas.openxmlformats.org/drawingml/2006/table">
            <a:tbl>
              <a:tblPr/>
              <a:tblGrid>
                <a:gridCol w="823913">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835025">
                  <a:extLst>
                    <a:ext uri="{9D8B030D-6E8A-4147-A177-3AD203B41FA5}">
                      <a16:colId xmlns:a16="http://schemas.microsoft.com/office/drawing/2014/main" val="20003"/>
                    </a:ext>
                  </a:extLst>
                </a:gridCol>
                <a:gridCol w="823913">
                  <a:extLst>
                    <a:ext uri="{9D8B030D-6E8A-4147-A177-3AD203B41FA5}">
                      <a16:colId xmlns:a16="http://schemas.microsoft.com/office/drawing/2014/main" val="20004"/>
                    </a:ext>
                  </a:extLst>
                </a:gridCol>
              </a:tblGrid>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rgbClr val="FF0000"/>
                          </a:solidFill>
                          <a:effectLst/>
                          <a:latin typeface="Arial" charset="0"/>
                          <a:ea typeface="宋体" pitchFamily="2" charset="-122"/>
                        </a:rPr>
                        <a:t>x</a:t>
                      </a:r>
                      <a:r>
                        <a:rPr kumimoji="0" lang="en-US" altLang="zh-CN" sz="3200" b="0" i="0" u="none" strike="noStrike" cap="none" normalizeH="0" baseline="-25000" dirty="0">
                          <a:ln>
                            <a:noFill/>
                          </a:ln>
                          <a:solidFill>
                            <a:srgbClr val="FF0000"/>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rgbClr val="FF0000"/>
                          </a:solidFill>
                          <a:effectLst/>
                          <a:latin typeface="Arial" charset="0"/>
                          <a:ea typeface="宋体" pitchFamily="2" charset="-122"/>
                        </a:rPr>
                        <a:t>x</a:t>
                      </a:r>
                      <a:r>
                        <a:rPr kumimoji="0" lang="en-US" altLang="zh-CN" sz="3200" b="0" i="0" u="none" strike="noStrike" cap="none" normalizeH="0" baseline="-25000" dirty="0">
                          <a:ln>
                            <a:noFill/>
                          </a:ln>
                          <a:solidFill>
                            <a:srgbClr val="FF0000"/>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a:extLst>
              <a:ext uri="{FF2B5EF4-FFF2-40B4-BE49-F238E27FC236}">
                <a16:creationId xmlns:a16="http://schemas.microsoft.com/office/drawing/2014/main" id="{AFEBFBE2-1C64-D6FB-1ECD-F44BD3068DDF}"/>
              </a:ext>
            </a:extLst>
          </p:cNvPr>
          <p:cNvSpPr>
            <a:spLocks noGrp="1" noChangeArrowheads="1"/>
          </p:cNvSpPr>
          <p:nvPr>
            <p:ph idx="1"/>
          </p:nvPr>
        </p:nvSpPr>
        <p:spPr>
          <a:xfrm>
            <a:off x="428625" y="1000125"/>
            <a:ext cx="8472488" cy="4929188"/>
          </a:xfrm>
        </p:spPr>
        <p:txBody>
          <a:bodyPr/>
          <a:lstStyle/>
          <a:p>
            <a:pPr>
              <a:lnSpc>
                <a:spcPct val="130000"/>
              </a:lnSpc>
              <a:defRPr/>
            </a:pPr>
            <a:r>
              <a:rPr lang="zh-CN" altLang="en-US" sz="3200" b="1" dirty="0">
                <a:solidFill>
                  <a:schemeClr val="hlink"/>
                </a:solidFill>
              </a:rPr>
              <a:t>单纯形算法的第</a:t>
            </a:r>
            <a:r>
              <a:rPr lang="en-US" altLang="zh-CN" sz="3200" b="1" dirty="0">
                <a:solidFill>
                  <a:schemeClr val="hlink"/>
                </a:solidFill>
              </a:rPr>
              <a:t>3</a:t>
            </a:r>
            <a:r>
              <a:rPr lang="zh-CN" altLang="en-US" sz="3200" b="1" dirty="0">
                <a:solidFill>
                  <a:schemeClr val="hlink"/>
                </a:solidFill>
              </a:rPr>
              <a:t>步：转轴变换</a:t>
            </a:r>
            <a:r>
              <a:rPr lang="zh-CN" altLang="en-US" sz="3200" dirty="0"/>
              <a:t>。</a:t>
            </a:r>
          </a:p>
          <a:p>
            <a:pPr>
              <a:lnSpc>
                <a:spcPct val="130000"/>
              </a:lnSpc>
              <a:defRPr/>
            </a:pPr>
            <a:r>
              <a:rPr lang="zh-CN" altLang="en-US" sz="3200" dirty="0"/>
              <a:t>转轴变换的目的是将入基变量与离基变量互调位置。</a:t>
            </a:r>
          </a:p>
          <a:p>
            <a:pPr>
              <a:lnSpc>
                <a:spcPct val="130000"/>
              </a:lnSpc>
              <a:defRPr/>
            </a:pPr>
            <a:r>
              <a:rPr lang="zh-CN" altLang="en-US" sz="3200" dirty="0"/>
              <a:t>给入基变量一个增值，使之成为基本变量；</a:t>
            </a:r>
          </a:p>
          <a:p>
            <a:pPr>
              <a:lnSpc>
                <a:spcPct val="130000"/>
              </a:lnSpc>
              <a:defRPr/>
            </a:pPr>
            <a:r>
              <a:rPr lang="zh-CN" altLang="en-US" sz="3200" dirty="0"/>
              <a:t>修改离基变量，让入基变量所在列中，离基变量所在行的元素值减为零，而使之成为非基本变量。</a:t>
            </a:r>
          </a:p>
        </p:txBody>
      </p:sp>
      <p:sp>
        <p:nvSpPr>
          <p:cNvPr id="32771" name="灯片编号占位符 3">
            <a:extLst>
              <a:ext uri="{FF2B5EF4-FFF2-40B4-BE49-F238E27FC236}">
                <a16:creationId xmlns:a16="http://schemas.microsoft.com/office/drawing/2014/main" id="{014A4B41-F9C4-2951-D55F-BB060C19D680}"/>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6CC3DF3-3B69-4352-9C54-ABE93E03E130}"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32</a:t>
            </a:fld>
            <a:endParaRPr lang="en-US" altLang="zh-CN" sz="1200">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8835D83D-9DD4-0411-9F2F-D3F1C81939D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A2F7932-C546-4846-92CE-C155CAF5C3C0}"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33</a:t>
            </a:fld>
            <a:endParaRPr lang="en-US" altLang="zh-CN" sz="1200">
              <a:latin typeface="微软雅黑" panose="020B0503020204020204" pitchFamily="34" charset="-122"/>
              <a:ea typeface="微软雅黑" panose="020B0503020204020204" pitchFamily="34" charset="-122"/>
            </a:endParaRPr>
          </a:p>
        </p:txBody>
      </p:sp>
      <p:sp>
        <p:nvSpPr>
          <p:cNvPr id="41987" name="Rectangle 3">
            <a:extLst>
              <a:ext uri="{FF2B5EF4-FFF2-40B4-BE49-F238E27FC236}">
                <a16:creationId xmlns:a16="http://schemas.microsoft.com/office/drawing/2014/main" id="{5F76FA9B-AB93-2511-D234-4BBBA334478A}"/>
              </a:ext>
            </a:extLst>
          </p:cNvPr>
          <p:cNvSpPr>
            <a:spLocks noGrp="1" noChangeArrowheads="1"/>
          </p:cNvSpPr>
          <p:nvPr>
            <p:ph type="body" idx="1"/>
          </p:nvPr>
        </p:nvSpPr>
        <p:spPr>
          <a:xfrm>
            <a:off x="500063" y="620713"/>
            <a:ext cx="8342312" cy="5478462"/>
          </a:xfrm>
        </p:spPr>
        <p:txBody>
          <a:bodyPr/>
          <a:lstStyle/>
          <a:p>
            <a:pPr>
              <a:lnSpc>
                <a:spcPct val="130000"/>
              </a:lnSpc>
              <a:defRPr/>
            </a:pPr>
            <a:r>
              <a:rPr lang="zh-CN" altLang="en-US" sz="2400" dirty="0"/>
              <a:t>解离基变量所相应的方程，将入基变量</a:t>
            </a:r>
            <a:r>
              <a:rPr lang="en-US" altLang="zh-CN" sz="2400" dirty="0"/>
              <a:t>x</a:t>
            </a:r>
            <a:r>
              <a:rPr lang="en-US" altLang="zh-CN" sz="2400" baseline="-25000" dirty="0"/>
              <a:t>3</a:t>
            </a:r>
            <a:r>
              <a:rPr lang="zh-CN" altLang="en-US" sz="2400" dirty="0"/>
              <a:t>用离基变量</a:t>
            </a:r>
            <a:r>
              <a:rPr lang="en-US" altLang="zh-CN" sz="2400" dirty="0"/>
              <a:t>x</a:t>
            </a:r>
            <a:r>
              <a:rPr lang="en-US" altLang="zh-CN" sz="2400" baseline="-25000" dirty="0"/>
              <a:t>4</a:t>
            </a:r>
            <a:r>
              <a:rPr lang="zh-CN" altLang="en-US" sz="2400" dirty="0"/>
              <a:t>表示为</a:t>
            </a:r>
          </a:p>
          <a:p>
            <a:pPr>
              <a:lnSpc>
                <a:spcPct val="130000"/>
              </a:lnSpc>
              <a:defRPr/>
            </a:pPr>
            <a:r>
              <a:rPr lang="zh-CN" altLang="en-US" sz="2400" dirty="0"/>
              <a:t>再将其代入其他基本变量和所在的行中消去</a:t>
            </a:r>
            <a:r>
              <a:rPr lang="en-US" altLang="zh-CN" sz="2400" dirty="0"/>
              <a:t>x</a:t>
            </a:r>
            <a:r>
              <a:rPr lang="en-US" altLang="zh-CN" sz="2400" baseline="-25000" dirty="0"/>
              <a:t>3</a:t>
            </a:r>
            <a:r>
              <a:rPr lang="zh-CN" altLang="en-US" sz="2400" dirty="0"/>
              <a:t> ，</a:t>
            </a:r>
          </a:p>
          <a:p>
            <a:pPr>
              <a:lnSpc>
                <a:spcPct val="130000"/>
              </a:lnSpc>
              <a:defRPr/>
            </a:pPr>
            <a:endParaRPr lang="zh-CN" altLang="en-US" sz="2400" dirty="0"/>
          </a:p>
          <a:p>
            <a:pPr>
              <a:lnSpc>
                <a:spcPct val="130000"/>
              </a:lnSpc>
              <a:defRPr/>
            </a:pPr>
            <a:endParaRPr lang="zh-CN" altLang="en-US" sz="2400" dirty="0"/>
          </a:p>
          <a:p>
            <a:pPr>
              <a:lnSpc>
                <a:spcPct val="130000"/>
              </a:lnSpc>
              <a:buFont typeface="Wingdings" panose="05000000000000000000" pitchFamily="2" charset="2"/>
              <a:buNone/>
              <a:defRPr/>
            </a:pPr>
            <a:endParaRPr lang="en-US" altLang="zh-CN" sz="2400" dirty="0"/>
          </a:p>
          <a:p>
            <a:pPr>
              <a:defRPr/>
            </a:pPr>
            <a:r>
              <a:rPr lang="zh-CN" altLang="en-US" sz="2400" dirty="0"/>
              <a:t>代入目标函数得到</a:t>
            </a:r>
            <a:endParaRPr lang="en-US" altLang="zh-CN" sz="2400" dirty="0"/>
          </a:p>
          <a:p>
            <a:pPr>
              <a:lnSpc>
                <a:spcPct val="130000"/>
              </a:lnSpc>
              <a:defRPr/>
            </a:pPr>
            <a:endParaRPr lang="zh-CN" altLang="en-US" sz="2400" dirty="0"/>
          </a:p>
          <a:p>
            <a:pPr>
              <a:lnSpc>
                <a:spcPct val="130000"/>
              </a:lnSpc>
              <a:defRPr/>
            </a:pPr>
            <a:endParaRPr lang="en-US" altLang="zh-CN" sz="2400" dirty="0"/>
          </a:p>
          <a:p>
            <a:pPr>
              <a:defRPr/>
            </a:pPr>
            <a:r>
              <a:rPr lang="zh-CN" altLang="en-US" sz="2400" dirty="0">
                <a:solidFill>
                  <a:srgbClr val="FF0000"/>
                </a:solidFill>
              </a:rPr>
              <a:t>形成新单纯形表</a:t>
            </a:r>
          </a:p>
        </p:txBody>
      </p:sp>
      <p:sp>
        <p:nvSpPr>
          <p:cNvPr id="41988" name="Rectangle 5">
            <a:extLst>
              <a:ext uri="{FF2B5EF4-FFF2-40B4-BE49-F238E27FC236}">
                <a16:creationId xmlns:a16="http://schemas.microsoft.com/office/drawing/2014/main" id="{4F290433-B815-B579-33AB-997A529E9D5F}"/>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7349" name="Object 2">
            <a:extLst>
              <a:ext uri="{FF2B5EF4-FFF2-40B4-BE49-F238E27FC236}">
                <a16:creationId xmlns:a16="http://schemas.microsoft.com/office/drawing/2014/main" id="{7CCBD06F-3FF4-CC3F-92C3-AE19635A1042}"/>
              </a:ext>
            </a:extLst>
          </p:cNvPr>
          <p:cNvGraphicFramePr>
            <a:graphicFrameLocks noChangeAspect="1"/>
          </p:cNvGraphicFramePr>
          <p:nvPr/>
        </p:nvGraphicFramePr>
        <p:xfrm>
          <a:off x="1785938" y="1000125"/>
          <a:ext cx="2509837" cy="785813"/>
        </p:xfrm>
        <a:graphic>
          <a:graphicData uri="http://schemas.openxmlformats.org/presentationml/2006/ole">
            <mc:AlternateContent xmlns:mc="http://schemas.openxmlformats.org/markup-compatibility/2006">
              <mc:Choice xmlns:v="urn:schemas-microsoft-com:vml" Requires="v">
                <p:oleObj name="公式" r:id="rId2" imgW="1244600" imgH="393700" progId="Equation.3">
                  <p:embed/>
                </p:oleObj>
              </mc:Choice>
              <mc:Fallback>
                <p:oleObj name="公式" r:id="rId2" imgW="1244600" imgH="3937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1000125"/>
                        <a:ext cx="2509837"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0" name="Rectangle 7">
            <a:extLst>
              <a:ext uri="{FF2B5EF4-FFF2-40B4-BE49-F238E27FC236}">
                <a16:creationId xmlns:a16="http://schemas.microsoft.com/office/drawing/2014/main" id="{6CC9029E-E1E7-F0C4-5E2D-B77479B46E06}"/>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7351" name="Object 3">
            <a:extLst>
              <a:ext uri="{FF2B5EF4-FFF2-40B4-BE49-F238E27FC236}">
                <a16:creationId xmlns:a16="http://schemas.microsoft.com/office/drawing/2014/main" id="{FF7604C1-22EC-5FD3-4343-BD2A3D415806}"/>
              </a:ext>
            </a:extLst>
          </p:cNvPr>
          <p:cNvGraphicFramePr>
            <a:graphicFrameLocks noChangeAspect="1"/>
          </p:cNvGraphicFramePr>
          <p:nvPr/>
        </p:nvGraphicFramePr>
        <p:xfrm>
          <a:off x="1060450" y="2141538"/>
          <a:ext cx="3225800" cy="1566862"/>
        </p:xfrm>
        <a:graphic>
          <a:graphicData uri="http://schemas.openxmlformats.org/presentationml/2006/ole">
            <mc:AlternateContent xmlns:mc="http://schemas.openxmlformats.org/markup-compatibility/2006">
              <mc:Choice xmlns:v="urn:schemas-microsoft-com:vml" Requires="v">
                <p:oleObj name="公式" r:id="rId4" imgW="1663700" imgH="812800" progId="Equation.3">
                  <p:embed/>
                </p:oleObj>
              </mc:Choice>
              <mc:Fallback>
                <p:oleObj name="公式" r:id="rId4" imgW="1663700" imgH="812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0450" y="2141538"/>
                        <a:ext cx="3225800" cy="15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2" name="Rectangle 9">
            <a:extLst>
              <a:ext uri="{FF2B5EF4-FFF2-40B4-BE49-F238E27FC236}">
                <a16:creationId xmlns:a16="http://schemas.microsoft.com/office/drawing/2014/main" id="{76E0893B-A415-442D-D5A9-6A9F2E6273C5}"/>
              </a:ext>
            </a:extLst>
          </p:cNvPr>
          <p:cNvSpPr>
            <a:spLocks noChangeArrowheads="1"/>
          </p:cNvSpPr>
          <p:nvPr/>
        </p:nvSpPr>
        <p:spPr bwMode="auto">
          <a:xfrm>
            <a:off x="0" y="295751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57353" name="Object 4">
            <a:extLst>
              <a:ext uri="{FF2B5EF4-FFF2-40B4-BE49-F238E27FC236}">
                <a16:creationId xmlns:a16="http://schemas.microsoft.com/office/drawing/2014/main" id="{37C67431-0581-3CA5-182D-96AA709C4D58}"/>
              </a:ext>
            </a:extLst>
          </p:cNvPr>
          <p:cNvGraphicFramePr>
            <a:graphicFrameLocks noChangeAspect="1"/>
          </p:cNvGraphicFramePr>
          <p:nvPr/>
        </p:nvGraphicFramePr>
        <p:xfrm>
          <a:off x="1285875" y="4429125"/>
          <a:ext cx="2928938" cy="752475"/>
        </p:xfrm>
        <a:graphic>
          <a:graphicData uri="http://schemas.openxmlformats.org/presentationml/2006/ole">
            <mc:AlternateContent xmlns:mc="http://schemas.openxmlformats.org/markup-compatibility/2006">
              <mc:Choice xmlns:v="urn:schemas-microsoft-com:vml" Requires="v">
                <p:oleObj name="公式" r:id="rId6" imgW="1524000" imgH="393700" progId="Equation.3">
                  <p:embed/>
                </p:oleObj>
              </mc:Choice>
              <mc:Fallback>
                <p:oleObj name="公式" r:id="rId6" imgW="1524000" imgH="3937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4429125"/>
                        <a:ext cx="2928938"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39721" name="Group 73">
            <a:extLst>
              <a:ext uri="{FF2B5EF4-FFF2-40B4-BE49-F238E27FC236}">
                <a16:creationId xmlns:a16="http://schemas.microsoft.com/office/drawing/2014/main" id="{A0653001-A6DC-69C9-60AA-6C7C93453067}"/>
              </a:ext>
            </a:extLst>
          </p:cNvPr>
          <p:cNvGraphicFramePr>
            <a:graphicFrameLocks noGrp="1"/>
          </p:cNvGraphicFramePr>
          <p:nvPr/>
        </p:nvGraphicFramePr>
        <p:xfrm>
          <a:off x="4619625" y="3643313"/>
          <a:ext cx="4286250" cy="2459037"/>
        </p:xfrm>
        <a:graphic>
          <a:graphicData uri="http://schemas.openxmlformats.org/drawingml/2006/table">
            <a:tbl>
              <a:tblPr/>
              <a:tblGrid>
                <a:gridCol w="857250">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30262">
                  <a:extLst>
                    <a:ext uri="{9D8B030D-6E8A-4147-A177-3AD203B41FA5}">
                      <a16:colId xmlns:a16="http://schemas.microsoft.com/office/drawing/2014/main" val="20002"/>
                    </a:ext>
                  </a:extLst>
                </a:gridCol>
                <a:gridCol w="866775">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tblGrid>
              <a:tr h="43815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2</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4</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5</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277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z</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Arial" charset="0"/>
                          <a:ea typeface="宋体" pitchFamily="2" charset="-122"/>
                        </a:rPr>
                        <a:t>9</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r>
                        <a:rPr kumimoji="0" lang="en-US" altLang="zh-CN" sz="2800" b="0" i="0" u="none" strike="noStrike" cap="none" normalizeH="0" baseline="0">
                          <a:ln>
                            <a:noFill/>
                          </a:ln>
                          <a:solidFill>
                            <a:schemeClr val="tx1"/>
                          </a:solidFill>
                          <a:effectLst/>
                          <a:latin typeface="Arial" charset="0"/>
                          <a:ea typeface="宋体" pitchFamily="2" charset="-122"/>
                        </a:rPr>
                        <a:t> </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1</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6831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3</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6</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8</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11" name="矩形 10">
            <a:extLst>
              <a:ext uri="{FF2B5EF4-FFF2-40B4-BE49-F238E27FC236}">
                <a16:creationId xmlns:a16="http://schemas.microsoft.com/office/drawing/2014/main" id="{2BD32747-BD0A-6638-F3FB-4142A2A0B304}"/>
              </a:ext>
            </a:extLst>
          </p:cNvPr>
          <p:cNvSpPr>
            <a:spLocks noChangeArrowheads="1"/>
          </p:cNvSpPr>
          <p:nvPr/>
        </p:nvSpPr>
        <p:spPr bwMode="auto">
          <a:xfrm>
            <a:off x="5735638" y="2203450"/>
            <a:ext cx="3170237" cy="1298575"/>
          </a:xfrm>
          <a:prstGeom prst="rect">
            <a:avLst/>
          </a:prstGeom>
          <a:ln/>
        </p:spPr>
        <p:style>
          <a:lnRef idx="2">
            <a:schemeClr val="accent6"/>
          </a:lnRef>
          <a:fillRef idx="1">
            <a:schemeClr val="lt1"/>
          </a:fillRef>
          <a:effectRef idx="0">
            <a:schemeClr val="accent6"/>
          </a:effectRef>
          <a:fontRef idx="minor">
            <a:schemeClr val="dk1"/>
          </a:fontRef>
        </p:style>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30000"/>
              </a:lnSpc>
              <a:spcBef>
                <a:spcPct val="20000"/>
              </a:spcBef>
              <a:buClr>
                <a:schemeClr val="accent1"/>
              </a:buClr>
              <a:buSzPct val="65000"/>
              <a:buFont typeface="Wingdings" panose="05000000000000000000" pitchFamily="2" charset="2"/>
              <a:buNone/>
              <a:defRPr/>
            </a:pPr>
            <a:r>
              <a:rPr lang="zh-CN" altLang="en-US" sz="2800" dirty="0">
                <a:solidFill>
                  <a:schemeClr val="tx1"/>
                </a:solidFill>
                <a:latin typeface="+mj-ea"/>
                <a:ea typeface="+mj-ea"/>
              </a:rPr>
              <a:t>基本可行解</a:t>
            </a:r>
            <a:endParaRPr lang="en-US" altLang="zh-CN" sz="2800" dirty="0">
              <a:solidFill>
                <a:schemeClr val="tx1"/>
              </a:solidFill>
              <a:latin typeface="+mj-ea"/>
              <a:ea typeface="+mj-ea"/>
            </a:endParaRPr>
          </a:p>
          <a:p>
            <a:pPr>
              <a:lnSpc>
                <a:spcPct val="130000"/>
              </a:lnSpc>
              <a:spcBef>
                <a:spcPct val="20000"/>
              </a:spcBef>
              <a:buClr>
                <a:schemeClr val="accent1"/>
              </a:buClr>
              <a:buSzPct val="65000"/>
              <a:buFont typeface="Wingdings" panose="05000000000000000000" pitchFamily="2" charset="2"/>
              <a:buNone/>
              <a:defRPr/>
            </a:pPr>
            <a:r>
              <a:rPr lang="en-US" altLang="zh-CN" sz="2800" dirty="0">
                <a:solidFill>
                  <a:schemeClr val="tx1"/>
                </a:solidFill>
                <a:latin typeface="+mj-ea"/>
                <a:ea typeface="+mj-ea"/>
              </a:rPr>
              <a:t>x=(10,</a:t>
            </a:r>
            <a:r>
              <a:rPr lang="en-US" altLang="zh-CN" sz="2800" dirty="0">
                <a:solidFill>
                  <a:srgbClr val="FF0000"/>
                </a:solidFill>
                <a:latin typeface="+mj-ea"/>
                <a:ea typeface="+mj-ea"/>
              </a:rPr>
              <a:t>0</a:t>
            </a:r>
            <a:r>
              <a:rPr lang="en-US" altLang="zh-CN" sz="2800" dirty="0">
                <a:solidFill>
                  <a:schemeClr val="tx1"/>
                </a:solidFill>
                <a:latin typeface="+mj-ea"/>
                <a:ea typeface="+mj-ea"/>
              </a:rPr>
              <a:t>,3,</a:t>
            </a:r>
            <a:r>
              <a:rPr lang="en-US" altLang="zh-CN" sz="2800" dirty="0">
                <a:solidFill>
                  <a:srgbClr val="FF0000"/>
                </a:solidFill>
                <a:latin typeface="+mj-ea"/>
                <a:ea typeface="+mj-ea"/>
              </a:rPr>
              <a:t>0</a:t>
            </a:r>
            <a:r>
              <a:rPr lang="en-US" altLang="zh-CN" sz="2800" dirty="0">
                <a:solidFill>
                  <a:schemeClr val="tx1"/>
                </a:solidFill>
                <a:latin typeface="+mj-ea"/>
                <a:ea typeface="+mj-ea"/>
              </a:rPr>
              <a:t>,</a:t>
            </a:r>
            <a:r>
              <a:rPr lang="en-US" altLang="zh-CN" sz="2800" dirty="0">
                <a:solidFill>
                  <a:srgbClr val="FF0000"/>
                </a:solidFill>
                <a:latin typeface="+mj-ea"/>
                <a:ea typeface="+mj-ea"/>
              </a:rPr>
              <a:t>0</a:t>
            </a:r>
            <a:r>
              <a:rPr lang="en-US" altLang="zh-CN" sz="2800" dirty="0">
                <a:solidFill>
                  <a:schemeClr val="tx1"/>
                </a:solidFill>
                <a:latin typeface="+mj-ea"/>
                <a:ea typeface="+mj-ea"/>
              </a:rPr>
              <a:t>,1)</a:t>
            </a:r>
            <a:endParaRPr lang="zh-CN" altLang="en-US" sz="2800" dirty="0">
              <a:solidFill>
                <a:schemeClr val="tx1"/>
              </a:solidFill>
              <a:latin typeface="+mj-ea"/>
              <a:ea typeface="+mj-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a:extLst>
              <a:ext uri="{FF2B5EF4-FFF2-40B4-BE49-F238E27FC236}">
                <a16:creationId xmlns:a16="http://schemas.microsoft.com/office/drawing/2014/main" id="{CB60EDF7-BC2D-5721-22E1-9DE7231862C5}"/>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1850185-CB9F-40CB-8498-F120C3B4342E}"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34</a:t>
            </a:fld>
            <a:endParaRPr lang="en-US" altLang="zh-CN" sz="1200">
              <a:latin typeface="微软雅黑" panose="020B0503020204020204" pitchFamily="34" charset="-122"/>
              <a:ea typeface="微软雅黑" panose="020B0503020204020204" pitchFamily="34" charset="-122"/>
            </a:endParaRPr>
          </a:p>
        </p:txBody>
      </p:sp>
      <p:sp>
        <p:nvSpPr>
          <p:cNvPr id="43011" name="Rectangle 3">
            <a:extLst>
              <a:ext uri="{FF2B5EF4-FFF2-40B4-BE49-F238E27FC236}">
                <a16:creationId xmlns:a16="http://schemas.microsoft.com/office/drawing/2014/main" id="{A9CE62A1-4962-0ED8-D856-842097140E02}"/>
              </a:ext>
            </a:extLst>
          </p:cNvPr>
          <p:cNvSpPr>
            <a:spLocks noGrp="1" noChangeArrowheads="1"/>
          </p:cNvSpPr>
          <p:nvPr>
            <p:ph type="body" idx="1"/>
          </p:nvPr>
        </p:nvSpPr>
        <p:spPr>
          <a:xfrm>
            <a:off x="444500" y="285750"/>
            <a:ext cx="8699500" cy="4714875"/>
          </a:xfrm>
        </p:spPr>
        <p:txBody>
          <a:bodyPr/>
          <a:lstStyle/>
          <a:p>
            <a:pPr>
              <a:lnSpc>
                <a:spcPct val="130000"/>
              </a:lnSpc>
              <a:defRPr/>
            </a:pPr>
            <a:r>
              <a:rPr lang="zh-CN" altLang="en-US" sz="2400" b="1" dirty="0">
                <a:solidFill>
                  <a:schemeClr val="hlink"/>
                </a:solidFill>
              </a:rPr>
              <a:t>单纯形算法的第</a:t>
            </a:r>
            <a:r>
              <a:rPr lang="en-US" altLang="zh-CN" sz="2400" b="1" dirty="0">
                <a:solidFill>
                  <a:schemeClr val="hlink"/>
                </a:solidFill>
              </a:rPr>
              <a:t>4</a:t>
            </a:r>
            <a:r>
              <a:rPr lang="zh-CN" altLang="en-US" sz="2400" b="1" dirty="0">
                <a:solidFill>
                  <a:schemeClr val="hlink"/>
                </a:solidFill>
              </a:rPr>
              <a:t>步：</a:t>
            </a:r>
            <a:r>
              <a:rPr lang="zh-CN" altLang="en-US" sz="2400" dirty="0"/>
              <a:t>转回并重复第</a:t>
            </a:r>
            <a:r>
              <a:rPr lang="en-US" altLang="zh-CN" sz="2400" dirty="0"/>
              <a:t>1</a:t>
            </a:r>
            <a:r>
              <a:rPr lang="zh-CN" altLang="en-US" sz="2400" dirty="0"/>
              <a:t>步，进一步改进目标函数值。</a:t>
            </a:r>
          </a:p>
          <a:p>
            <a:pPr>
              <a:lnSpc>
                <a:spcPct val="130000"/>
              </a:lnSpc>
              <a:defRPr/>
            </a:pPr>
            <a:r>
              <a:rPr lang="zh-CN" altLang="en-US" sz="2400" dirty="0"/>
              <a:t>不断重复上述过程，直到</a:t>
            </a:r>
            <a:r>
              <a:rPr lang="en-US" altLang="zh-CN" sz="2400" dirty="0"/>
              <a:t>z</a:t>
            </a:r>
            <a:r>
              <a:rPr lang="zh-CN" altLang="en-US" sz="2400" dirty="0"/>
              <a:t>行的所有非基本变量系数都变成负值为止。这表明目标函数不可能再增加了。</a:t>
            </a:r>
          </a:p>
          <a:p>
            <a:pPr>
              <a:lnSpc>
                <a:spcPct val="130000"/>
              </a:lnSpc>
              <a:defRPr/>
            </a:pPr>
            <a:r>
              <a:rPr lang="zh-CN" altLang="en-US" sz="2400" dirty="0"/>
              <a:t>单纯形表中，惟一的值为正的</a:t>
            </a:r>
            <a:r>
              <a:rPr lang="en-US" altLang="zh-CN" sz="2400" dirty="0"/>
              <a:t>z</a:t>
            </a:r>
            <a:r>
              <a:rPr lang="zh-CN" altLang="en-US" sz="2400" dirty="0"/>
              <a:t>行元素是非基本变量</a:t>
            </a:r>
            <a:r>
              <a:rPr lang="en-US" altLang="zh-CN" sz="2400" dirty="0"/>
              <a:t>x</a:t>
            </a:r>
            <a:r>
              <a:rPr lang="en-US" altLang="zh-CN" sz="2400" baseline="-25000" dirty="0"/>
              <a:t>2</a:t>
            </a:r>
            <a:r>
              <a:rPr lang="zh-CN" altLang="en-US" sz="2400" dirty="0"/>
              <a:t>相应的列，其值为</a:t>
            </a:r>
            <a:r>
              <a:rPr lang="en-US" altLang="zh-CN" sz="2400" dirty="0"/>
              <a:t>1/2</a:t>
            </a:r>
            <a:r>
              <a:rPr lang="zh-CN" altLang="en-US" sz="2400" dirty="0"/>
              <a:t>。因此，选取非基本变量</a:t>
            </a:r>
            <a:r>
              <a:rPr lang="en-US" altLang="zh-CN" sz="2400" dirty="0">
                <a:solidFill>
                  <a:schemeClr val="accent1"/>
                </a:solidFill>
              </a:rPr>
              <a:t>x</a:t>
            </a:r>
            <a:r>
              <a:rPr lang="en-US" altLang="zh-CN" sz="2400" baseline="-25000" dirty="0">
                <a:solidFill>
                  <a:schemeClr val="accent1"/>
                </a:solidFill>
              </a:rPr>
              <a:t>2</a:t>
            </a:r>
            <a:r>
              <a:rPr lang="zh-CN" altLang="en-US" sz="2400" dirty="0">
                <a:solidFill>
                  <a:schemeClr val="accent1"/>
                </a:solidFill>
              </a:rPr>
              <a:t>作为入基变量</a:t>
            </a:r>
            <a:r>
              <a:rPr lang="zh-CN" altLang="en-US" sz="2400" dirty="0"/>
              <a:t>。</a:t>
            </a:r>
          </a:p>
          <a:p>
            <a:pPr>
              <a:lnSpc>
                <a:spcPct val="130000"/>
              </a:lnSpc>
              <a:defRPr/>
            </a:pPr>
            <a:r>
              <a:rPr lang="zh-CN" altLang="en-US" sz="2400" dirty="0"/>
              <a:t>它所在列中有惟一的正元素</a:t>
            </a:r>
            <a:r>
              <a:rPr lang="en-US" altLang="zh-CN" sz="2400" dirty="0"/>
              <a:t>5/2</a:t>
            </a:r>
            <a:r>
              <a:rPr lang="zh-CN" altLang="en-US" sz="2400" dirty="0"/>
              <a:t>，即基本变量</a:t>
            </a:r>
            <a:r>
              <a:rPr lang="en-US" altLang="zh-CN" sz="2400" dirty="0"/>
              <a:t>x</a:t>
            </a:r>
            <a:r>
              <a:rPr lang="en-US" altLang="zh-CN" sz="2400" baseline="-25000" dirty="0"/>
              <a:t>1</a:t>
            </a:r>
            <a:r>
              <a:rPr lang="zh-CN" altLang="en-US" sz="2400" dirty="0"/>
              <a:t>相应行的元素</a:t>
            </a:r>
          </a:p>
          <a:p>
            <a:pPr>
              <a:lnSpc>
                <a:spcPct val="130000"/>
              </a:lnSpc>
              <a:defRPr/>
            </a:pPr>
            <a:r>
              <a:rPr lang="zh-CN" altLang="en-US" sz="2400" dirty="0"/>
              <a:t>因此，选取</a:t>
            </a:r>
            <a:r>
              <a:rPr lang="en-US" altLang="zh-CN" sz="2400" dirty="0">
                <a:solidFill>
                  <a:schemeClr val="accent1"/>
                </a:solidFill>
              </a:rPr>
              <a:t>x</a:t>
            </a:r>
            <a:r>
              <a:rPr lang="en-US" altLang="zh-CN" sz="2400" baseline="-25000" dirty="0">
                <a:solidFill>
                  <a:schemeClr val="accent1"/>
                </a:solidFill>
              </a:rPr>
              <a:t>1</a:t>
            </a:r>
            <a:r>
              <a:rPr lang="zh-CN" altLang="en-US" sz="2400" dirty="0">
                <a:solidFill>
                  <a:schemeClr val="accent1"/>
                </a:solidFill>
              </a:rPr>
              <a:t>为离基变量</a:t>
            </a:r>
            <a:r>
              <a:rPr lang="zh-CN" altLang="en-US" sz="2400" dirty="0"/>
              <a:t>。</a:t>
            </a:r>
          </a:p>
        </p:txBody>
      </p:sp>
      <p:graphicFrame>
        <p:nvGraphicFramePr>
          <p:cNvPr id="5" name="Group 73">
            <a:extLst>
              <a:ext uri="{FF2B5EF4-FFF2-40B4-BE49-F238E27FC236}">
                <a16:creationId xmlns:a16="http://schemas.microsoft.com/office/drawing/2014/main" id="{618387EF-0BDB-9F27-31FE-00140680DFE7}"/>
              </a:ext>
            </a:extLst>
          </p:cNvPr>
          <p:cNvGraphicFramePr>
            <a:graphicFrameLocks noGrp="1"/>
          </p:cNvGraphicFramePr>
          <p:nvPr/>
        </p:nvGraphicFramePr>
        <p:xfrm>
          <a:off x="4500563" y="4191000"/>
          <a:ext cx="4286250" cy="2459038"/>
        </p:xfrm>
        <a:graphic>
          <a:graphicData uri="http://schemas.openxmlformats.org/drawingml/2006/table">
            <a:tbl>
              <a:tblPr/>
              <a:tblGrid>
                <a:gridCol w="857250">
                  <a:extLst>
                    <a:ext uri="{9D8B030D-6E8A-4147-A177-3AD203B41FA5}">
                      <a16:colId xmlns:a16="http://schemas.microsoft.com/office/drawing/2014/main" val="20000"/>
                    </a:ext>
                  </a:extLst>
                </a:gridCol>
                <a:gridCol w="874712">
                  <a:extLst>
                    <a:ext uri="{9D8B030D-6E8A-4147-A177-3AD203B41FA5}">
                      <a16:colId xmlns:a16="http://schemas.microsoft.com/office/drawing/2014/main" val="20001"/>
                    </a:ext>
                  </a:extLst>
                </a:gridCol>
                <a:gridCol w="830263">
                  <a:extLst>
                    <a:ext uri="{9D8B030D-6E8A-4147-A177-3AD203B41FA5}">
                      <a16:colId xmlns:a16="http://schemas.microsoft.com/office/drawing/2014/main" val="20002"/>
                    </a:ext>
                  </a:extLst>
                </a:gridCol>
                <a:gridCol w="866775">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tblGrid>
              <a:tr h="43815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dirty="0">
                          <a:ln>
                            <a:noFill/>
                          </a:ln>
                          <a:solidFill>
                            <a:srgbClr val="FF0000"/>
                          </a:solidFill>
                          <a:effectLst/>
                          <a:latin typeface="Arial" charset="0"/>
                          <a:ea typeface="宋体" pitchFamily="2" charset="-122"/>
                        </a:rPr>
                        <a:t>x</a:t>
                      </a:r>
                      <a:r>
                        <a:rPr kumimoji="0" lang="en-US" altLang="zh-CN" sz="2000" b="0" i="0" u="none" strike="noStrike" cap="none" normalizeH="0" baseline="-25000" dirty="0">
                          <a:ln>
                            <a:noFill/>
                          </a:ln>
                          <a:solidFill>
                            <a:srgbClr val="FF0000"/>
                          </a:solidFill>
                          <a:effectLst/>
                          <a:latin typeface="Arial" charset="0"/>
                          <a:ea typeface="宋体" pitchFamily="2" charset="-122"/>
                        </a:rPr>
                        <a:t>2</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4</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5</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277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z</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9</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r>
                        <a:rPr kumimoji="0" lang="en-US" altLang="zh-CN" sz="2800" b="0" i="0" u="none" strike="noStrike" cap="none" normalizeH="0" baseline="0">
                          <a:ln>
                            <a:noFill/>
                          </a:ln>
                          <a:solidFill>
                            <a:schemeClr val="tx1"/>
                          </a:solidFill>
                          <a:effectLst/>
                          <a:latin typeface="Arial" charset="0"/>
                          <a:ea typeface="宋体" pitchFamily="2" charset="-122"/>
                        </a:rPr>
                        <a:t> </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dirty="0">
                          <a:ln>
                            <a:noFill/>
                          </a:ln>
                          <a:solidFill>
                            <a:srgbClr val="FF0000"/>
                          </a:solidFill>
                          <a:effectLst/>
                          <a:latin typeface="Arial" charset="0"/>
                          <a:ea typeface="宋体" pitchFamily="2" charset="-122"/>
                        </a:rPr>
                        <a:t>x</a:t>
                      </a:r>
                      <a:r>
                        <a:rPr kumimoji="0" lang="en-US" altLang="zh-CN" sz="2000" b="0" i="0" u="none" strike="noStrike" cap="none" normalizeH="0" baseline="-25000" dirty="0">
                          <a:ln>
                            <a:noFill/>
                          </a:ln>
                          <a:solidFill>
                            <a:srgbClr val="FF0000"/>
                          </a:solidFill>
                          <a:effectLst/>
                          <a:latin typeface="Arial" charset="0"/>
                          <a:ea typeface="宋体" pitchFamily="2" charset="-122"/>
                        </a:rPr>
                        <a:t>1</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6831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3</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6</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8</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Tree>
  </p:cSld>
  <p:clrMapOvr>
    <a:masterClrMapping/>
  </p:clrMapOvr>
  <p:transition>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a:extLst>
              <a:ext uri="{FF2B5EF4-FFF2-40B4-BE49-F238E27FC236}">
                <a16:creationId xmlns:a16="http://schemas.microsoft.com/office/drawing/2014/main" id="{3FEEB27D-8CEC-B853-A05B-EBB11BEF7D6C}"/>
              </a:ext>
            </a:extLst>
          </p:cNvPr>
          <p:cNvSpPr>
            <a:spLocks noGrp="1" noChangeArrowheads="1"/>
          </p:cNvSpPr>
          <p:nvPr>
            <p:ph idx="1"/>
          </p:nvPr>
        </p:nvSpPr>
        <p:spPr>
          <a:xfrm>
            <a:off x="500063" y="357188"/>
            <a:ext cx="8229600" cy="4530725"/>
          </a:xfrm>
        </p:spPr>
        <p:txBody>
          <a:bodyPr/>
          <a:lstStyle/>
          <a:p>
            <a:pPr>
              <a:lnSpc>
                <a:spcPct val="130000"/>
              </a:lnSpc>
              <a:defRPr/>
            </a:pPr>
            <a:r>
              <a:rPr lang="zh-CN" altLang="en-US" sz="2800" dirty="0"/>
              <a:t>再经步骤</a:t>
            </a:r>
            <a:r>
              <a:rPr lang="en-US" altLang="zh-CN" sz="2800" dirty="0"/>
              <a:t>3</a:t>
            </a:r>
            <a:r>
              <a:rPr lang="zh-CN" altLang="en-US" sz="2800" dirty="0"/>
              <a:t>的转轴变换得到新单纯形表。新单纯形表</a:t>
            </a:r>
            <a:r>
              <a:rPr lang="en-US" altLang="zh-CN" sz="2800" dirty="0"/>
              <a:t>z</a:t>
            </a:r>
            <a:r>
              <a:rPr lang="zh-CN" altLang="en-US" sz="2800" dirty="0"/>
              <a:t>行的所有非基本变量系数都变成负值，求解过程结束。整个问题的解可以从最后一张单纯形表的常数列中读出。</a:t>
            </a:r>
            <a:endParaRPr lang="en-US" altLang="zh-CN" sz="2800" dirty="0"/>
          </a:p>
          <a:p>
            <a:pPr>
              <a:lnSpc>
                <a:spcPct val="130000"/>
              </a:lnSpc>
              <a:defRPr/>
            </a:pPr>
            <a:endParaRPr lang="zh-CN" altLang="en-US" sz="2800" dirty="0"/>
          </a:p>
          <a:p>
            <a:pPr>
              <a:lnSpc>
                <a:spcPct val="130000"/>
              </a:lnSpc>
              <a:defRPr/>
            </a:pPr>
            <a:r>
              <a:rPr lang="zh-CN" altLang="en-US" sz="2800" dirty="0"/>
              <a:t>目标函数</a:t>
            </a:r>
            <a:r>
              <a:rPr lang="en-US" altLang="zh-CN" sz="2800" dirty="0"/>
              <a:t>z=11+(-1/5)x</a:t>
            </a:r>
            <a:r>
              <a:rPr lang="en-US" altLang="zh-CN" sz="2800" baseline="-25000" dirty="0"/>
              <a:t>1</a:t>
            </a:r>
            <a:r>
              <a:rPr lang="en-US" altLang="zh-CN" sz="2800" dirty="0"/>
              <a:t>+(-4/5)x</a:t>
            </a:r>
            <a:r>
              <a:rPr lang="en-US" altLang="zh-CN" sz="2800" baseline="-25000" dirty="0"/>
              <a:t>4</a:t>
            </a:r>
            <a:r>
              <a:rPr lang="en-US" altLang="zh-CN" sz="2800" dirty="0"/>
              <a:t>+(-12/5)x</a:t>
            </a:r>
            <a:r>
              <a:rPr lang="en-US" altLang="zh-CN" sz="2800" baseline="-25000" dirty="0"/>
              <a:t>5</a:t>
            </a:r>
            <a:r>
              <a:rPr lang="en-US" altLang="zh-CN" sz="2800" dirty="0"/>
              <a:t>,</a:t>
            </a:r>
          </a:p>
          <a:p>
            <a:pPr>
              <a:lnSpc>
                <a:spcPct val="130000"/>
              </a:lnSpc>
              <a:defRPr/>
            </a:pPr>
            <a:r>
              <a:rPr lang="en-US" altLang="zh-CN" sz="2800" dirty="0"/>
              <a:t> </a:t>
            </a:r>
            <a:r>
              <a:rPr lang="zh-CN" altLang="en-US" sz="2800" dirty="0">
                <a:solidFill>
                  <a:srgbClr val="FF0000"/>
                </a:solidFill>
              </a:rPr>
              <a:t>最优值为</a:t>
            </a:r>
            <a:r>
              <a:rPr lang="en-US" altLang="zh-CN" sz="2800" dirty="0">
                <a:solidFill>
                  <a:srgbClr val="FF0000"/>
                </a:solidFill>
              </a:rPr>
              <a:t>11</a:t>
            </a:r>
            <a:r>
              <a:rPr lang="zh-CN" altLang="en-US" sz="2800" dirty="0"/>
              <a:t>；</a:t>
            </a:r>
          </a:p>
          <a:p>
            <a:pPr>
              <a:lnSpc>
                <a:spcPct val="130000"/>
              </a:lnSpc>
              <a:defRPr/>
            </a:pPr>
            <a:r>
              <a:rPr lang="zh-CN" altLang="en-US" sz="2800" dirty="0">
                <a:solidFill>
                  <a:srgbClr val="FF0000"/>
                </a:solidFill>
              </a:rPr>
              <a:t>最优解为：</a:t>
            </a:r>
            <a:r>
              <a:rPr lang="en-US" altLang="zh-CN" sz="2800" dirty="0">
                <a:solidFill>
                  <a:srgbClr val="FF0000"/>
                </a:solidFill>
              </a:rPr>
              <a:t>(0,4,5,0,0,11)</a:t>
            </a:r>
            <a:endParaRPr lang="zh-CN" altLang="en-US" sz="2800" dirty="0">
              <a:solidFill>
                <a:srgbClr val="FF0000"/>
              </a:solidFill>
            </a:endParaRPr>
          </a:p>
          <a:p>
            <a:pPr>
              <a:defRPr/>
            </a:pPr>
            <a:endParaRPr lang="zh-CN" altLang="en-US" sz="2800" dirty="0"/>
          </a:p>
        </p:txBody>
      </p:sp>
      <p:sp>
        <p:nvSpPr>
          <p:cNvPr id="44035" name="灯片编号占位符 3">
            <a:extLst>
              <a:ext uri="{FF2B5EF4-FFF2-40B4-BE49-F238E27FC236}">
                <a16:creationId xmlns:a16="http://schemas.microsoft.com/office/drawing/2014/main" id="{C188EB2D-FD76-F4A4-8256-5D908D1C688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D761745-FD15-49DB-B1AD-99294858116A}"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35</a:t>
            </a:fld>
            <a:endParaRPr lang="en-US" altLang="zh-CN" sz="1200">
              <a:latin typeface="微软雅黑" panose="020B0503020204020204" pitchFamily="34" charset="-122"/>
              <a:ea typeface="微软雅黑" panose="020B0503020204020204" pitchFamily="34" charset="-122"/>
            </a:endParaRPr>
          </a:p>
        </p:txBody>
      </p:sp>
      <p:graphicFrame>
        <p:nvGraphicFramePr>
          <p:cNvPr id="5" name="Group 61">
            <a:extLst>
              <a:ext uri="{FF2B5EF4-FFF2-40B4-BE49-F238E27FC236}">
                <a16:creationId xmlns:a16="http://schemas.microsoft.com/office/drawing/2014/main" id="{8179300B-6D9F-D5BC-546F-C272CA4D7E58}"/>
              </a:ext>
            </a:extLst>
          </p:cNvPr>
          <p:cNvGraphicFramePr>
            <a:graphicFrameLocks noGrp="1"/>
          </p:cNvGraphicFramePr>
          <p:nvPr/>
        </p:nvGraphicFramePr>
        <p:xfrm>
          <a:off x="4857750" y="4329113"/>
          <a:ext cx="4143375" cy="2274887"/>
        </p:xfrm>
        <a:graphic>
          <a:graphicData uri="http://schemas.openxmlformats.org/drawingml/2006/table">
            <a:tbl>
              <a:tblPr/>
              <a:tblGrid>
                <a:gridCol w="828675">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8032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28675">
                  <a:extLst>
                    <a:ext uri="{9D8B030D-6E8A-4147-A177-3AD203B41FA5}">
                      <a16:colId xmlns:a16="http://schemas.microsoft.com/office/drawing/2014/main" val="20004"/>
                    </a:ext>
                  </a:extLst>
                </a:gridCol>
              </a:tblGrid>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00" marR="90000" marT="46812" marB="46812"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1</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4</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5</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8939">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11</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-4/5 </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-12/5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2</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2/5</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3</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1/5</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3/10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2/5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6</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11</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-1/2</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a:extLst>
              <a:ext uri="{FF2B5EF4-FFF2-40B4-BE49-F238E27FC236}">
                <a16:creationId xmlns:a16="http://schemas.microsoft.com/office/drawing/2014/main" id="{8D42D4D7-87EF-84FB-602D-C5F9DB7A744A}"/>
              </a:ext>
            </a:extLst>
          </p:cNvPr>
          <p:cNvSpPr>
            <a:spLocks noGrp="1" noChangeArrowheads="1"/>
          </p:cNvSpPr>
          <p:nvPr>
            <p:ph idx="1"/>
          </p:nvPr>
        </p:nvSpPr>
        <p:spPr>
          <a:xfrm>
            <a:off x="250825" y="5456238"/>
            <a:ext cx="4857750" cy="1214437"/>
          </a:xfrm>
        </p:spPr>
        <p:txBody>
          <a:bodyPr/>
          <a:lstStyle/>
          <a:p>
            <a:pPr marL="0" indent="0">
              <a:lnSpc>
                <a:spcPct val="130000"/>
              </a:lnSpc>
              <a:buFont typeface="Wingdings" panose="05000000000000000000" pitchFamily="2" charset="2"/>
              <a:buNone/>
              <a:defRPr/>
            </a:pPr>
            <a:r>
              <a:rPr lang="zh-CN" altLang="en-US" sz="2800" dirty="0"/>
              <a:t>最优解为：</a:t>
            </a:r>
            <a:r>
              <a:rPr lang="en-US" altLang="zh-CN" sz="2800" dirty="0"/>
              <a:t>x*=(0,4,5,0,0,11)</a:t>
            </a:r>
            <a:endParaRPr lang="zh-CN" altLang="en-US" sz="2800" dirty="0"/>
          </a:p>
        </p:txBody>
      </p:sp>
      <p:sp>
        <p:nvSpPr>
          <p:cNvPr id="31747" name="灯片编号占位符 3">
            <a:extLst>
              <a:ext uri="{FF2B5EF4-FFF2-40B4-BE49-F238E27FC236}">
                <a16:creationId xmlns:a16="http://schemas.microsoft.com/office/drawing/2014/main" id="{8A61E58B-E9F4-D3B4-CCA8-43C2D23DADEC}"/>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CC95DBA-0279-48D3-BE26-8B0F837311C4}"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36</a:t>
            </a:fld>
            <a:endParaRPr lang="en-US" altLang="zh-CN" sz="1200">
              <a:latin typeface="微软雅黑" panose="020B0503020204020204" pitchFamily="34" charset="-122"/>
              <a:ea typeface="微软雅黑" panose="020B0503020204020204" pitchFamily="34" charset="-122"/>
            </a:endParaRPr>
          </a:p>
        </p:txBody>
      </p:sp>
      <p:graphicFrame>
        <p:nvGraphicFramePr>
          <p:cNvPr id="5" name="Group 61">
            <a:extLst>
              <a:ext uri="{FF2B5EF4-FFF2-40B4-BE49-F238E27FC236}">
                <a16:creationId xmlns:a16="http://schemas.microsoft.com/office/drawing/2014/main" id="{E493E435-5AFF-BB65-7993-1C45859077EB}"/>
              </a:ext>
            </a:extLst>
          </p:cNvPr>
          <p:cNvGraphicFramePr>
            <a:graphicFrameLocks noGrp="1"/>
          </p:cNvGraphicFramePr>
          <p:nvPr/>
        </p:nvGraphicFramePr>
        <p:xfrm>
          <a:off x="4857750" y="4329113"/>
          <a:ext cx="4143375" cy="2274887"/>
        </p:xfrm>
        <a:graphic>
          <a:graphicData uri="http://schemas.openxmlformats.org/drawingml/2006/table">
            <a:tbl>
              <a:tblPr/>
              <a:tblGrid>
                <a:gridCol w="828675">
                  <a:extLst>
                    <a:ext uri="{9D8B030D-6E8A-4147-A177-3AD203B41FA5}">
                      <a16:colId xmlns:a16="http://schemas.microsoft.com/office/drawing/2014/main" val="20000"/>
                    </a:ext>
                  </a:extLst>
                </a:gridCol>
                <a:gridCol w="844550">
                  <a:extLst>
                    <a:ext uri="{9D8B030D-6E8A-4147-A177-3AD203B41FA5}">
                      <a16:colId xmlns:a16="http://schemas.microsoft.com/office/drawing/2014/main" val="20001"/>
                    </a:ext>
                  </a:extLst>
                </a:gridCol>
                <a:gridCol w="803275">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gridCol w="828675">
                  <a:extLst>
                    <a:ext uri="{9D8B030D-6E8A-4147-A177-3AD203B41FA5}">
                      <a16:colId xmlns:a16="http://schemas.microsoft.com/office/drawing/2014/main" val="20004"/>
                    </a:ext>
                  </a:extLst>
                </a:gridCol>
              </a:tblGrid>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00" marR="90000" marT="46812" marB="46812"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1</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5</a:t>
                      </a:r>
                    </a:p>
                  </a:txBody>
                  <a:tcPr marL="90000" marR="90000" marT="46812" marB="46812"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8939">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11</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-4/5 </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-12/5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2</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2/5</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3</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1/5</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3/10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2/5</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28987">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6</a:t>
                      </a:r>
                    </a:p>
                  </a:txBody>
                  <a:tcPr marL="90000" marR="90000" marT="46812" marB="46812"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11</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marL="90000" marR="90000" marT="46812" marB="46812"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-1/2</a:t>
                      </a:r>
                    </a:p>
                  </a:txBody>
                  <a:tcPr marL="90000" marR="90000" marT="46812" marB="46812"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10</a:t>
                      </a:r>
                    </a:p>
                  </a:txBody>
                  <a:tcPr marL="90000" marR="90000" marT="46812" marB="46812"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graphicFrame>
        <p:nvGraphicFramePr>
          <p:cNvPr id="6" name="Group 239">
            <a:extLst>
              <a:ext uri="{FF2B5EF4-FFF2-40B4-BE49-F238E27FC236}">
                <a16:creationId xmlns:a16="http://schemas.microsoft.com/office/drawing/2014/main" id="{518EB750-79A6-C10E-D035-60F4EEA35316}"/>
              </a:ext>
            </a:extLst>
          </p:cNvPr>
          <p:cNvGraphicFramePr>
            <a:graphicFrameLocks noGrp="1"/>
          </p:cNvGraphicFramePr>
          <p:nvPr/>
        </p:nvGraphicFramePr>
        <p:xfrm>
          <a:off x="4932363" y="117475"/>
          <a:ext cx="4098925" cy="2447925"/>
        </p:xfrm>
        <a:graphic>
          <a:graphicData uri="http://schemas.openxmlformats.org/drawingml/2006/table">
            <a:tbl>
              <a:tblPr/>
              <a:tblGrid>
                <a:gridCol w="819785">
                  <a:extLst>
                    <a:ext uri="{9D8B030D-6E8A-4147-A177-3AD203B41FA5}">
                      <a16:colId xmlns:a16="http://schemas.microsoft.com/office/drawing/2014/main" val="20000"/>
                    </a:ext>
                  </a:extLst>
                </a:gridCol>
                <a:gridCol w="874990">
                  <a:extLst>
                    <a:ext uri="{9D8B030D-6E8A-4147-A177-3AD203B41FA5}">
                      <a16:colId xmlns:a16="http://schemas.microsoft.com/office/drawing/2014/main" val="20001"/>
                    </a:ext>
                  </a:extLst>
                </a:gridCol>
                <a:gridCol w="754920">
                  <a:extLst>
                    <a:ext uri="{9D8B030D-6E8A-4147-A177-3AD203B41FA5}">
                      <a16:colId xmlns:a16="http://schemas.microsoft.com/office/drawing/2014/main" val="20002"/>
                    </a:ext>
                  </a:extLst>
                </a:gridCol>
                <a:gridCol w="829446">
                  <a:extLst>
                    <a:ext uri="{9D8B030D-6E8A-4147-A177-3AD203B41FA5}">
                      <a16:colId xmlns:a16="http://schemas.microsoft.com/office/drawing/2014/main" val="20003"/>
                    </a:ext>
                  </a:extLst>
                </a:gridCol>
                <a:gridCol w="819785">
                  <a:extLst>
                    <a:ext uri="{9D8B030D-6E8A-4147-A177-3AD203B41FA5}">
                      <a16:colId xmlns:a16="http://schemas.microsoft.com/office/drawing/2014/main" val="20004"/>
                    </a:ext>
                  </a:extLst>
                </a:gridCol>
              </a:tblGrid>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2</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3</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5</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1</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7</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3</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4</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12</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-2</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6</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10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-4</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8</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45140" name="矩形 1">
            <a:extLst>
              <a:ext uri="{FF2B5EF4-FFF2-40B4-BE49-F238E27FC236}">
                <a16:creationId xmlns:a16="http://schemas.microsoft.com/office/drawing/2014/main" id="{9B7B19D0-9CD9-8689-1ED1-BBDABCC80D48}"/>
              </a:ext>
            </a:extLst>
          </p:cNvPr>
          <p:cNvSpPr>
            <a:spLocks noChangeArrowheads="1"/>
          </p:cNvSpPr>
          <p:nvPr/>
        </p:nvSpPr>
        <p:spPr bwMode="auto">
          <a:xfrm>
            <a:off x="1042988" y="471488"/>
            <a:ext cx="4572000"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30000"/>
              </a:lnSpc>
              <a:spcBef>
                <a:spcPct val="20000"/>
              </a:spcBef>
              <a:buClr>
                <a:schemeClr val="accent1"/>
              </a:buClr>
              <a:buSzPct val="65000"/>
              <a:buFont typeface="Wingdings" panose="05000000000000000000" pitchFamily="2" charset="2"/>
              <a:buNone/>
              <a:defRPr/>
            </a:pPr>
            <a:r>
              <a:rPr lang="zh-CN" altLang="en-US" sz="2800" dirty="0">
                <a:solidFill>
                  <a:schemeClr val="tx1"/>
                </a:solidFill>
                <a:latin typeface="+mj-ea"/>
                <a:ea typeface="+mj-ea"/>
              </a:rPr>
              <a:t>基本可行解</a:t>
            </a:r>
            <a:endParaRPr lang="en-US" altLang="zh-CN" sz="2800" dirty="0">
              <a:solidFill>
                <a:schemeClr val="tx1"/>
              </a:solidFill>
              <a:latin typeface="+mj-ea"/>
              <a:ea typeface="+mj-ea"/>
            </a:endParaRPr>
          </a:p>
          <a:p>
            <a:pPr>
              <a:lnSpc>
                <a:spcPct val="130000"/>
              </a:lnSpc>
              <a:spcBef>
                <a:spcPct val="20000"/>
              </a:spcBef>
              <a:buClr>
                <a:schemeClr val="accent1"/>
              </a:buClr>
              <a:buSzPct val="65000"/>
              <a:buFont typeface="Wingdings" panose="05000000000000000000" pitchFamily="2" charset="2"/>
              <a:buNone/>
              <a:defRPr/>
            </a:pPr>
            <a:r>
              <a:rPr lang="en-US" altLang="zh-CN" sz="2800" dirty="0">
                <a:solidFill>
                  <a:schemeClr val="tx1"/>
                </a:solidFill>
                <a:latin typeface="+mj-ea"/>
                <a:ea typeface="+mj-ea"/>
              </a:rPr>
              <a:t>x</a:t>
            </a:r>
            <a:r>
              <a:rPr lang="en-US" altLang="zh-CN" sz="2800" baseline="-25000" dirty="0">
                <a:solidFill>
                  <a:schemeClr val="tx1"/>
                </a:solidFill>
                <a:latin typeface="+mj-ea"/>
                <a:ea typeface="+mj-ea"/>
              </a:rPr>
              <a:t>0</a:t>
            </a:r>
            <a:r>
              <a:rPr lang="en-US" altLang="zh-CN" sz="2800" dirty="0">
                <a:solidFill>
                  <a:schemeClr val="tx1"/>
                </a:solidFill>
                <a:latin typeface="+mj-ea"/>
                <a:ea typeface="+mj-ea"/>
              </a:rPr>
              <a:t>=(7,0,0,12,0,10)</a:t>
            </a:r>
            <a:endParaRPr lang="zh-CN" altLang="en-US" sz="2800" dirty="0">
              <a:solidFill>
                <a:schemeClr val="tx1"/>
              </a:solidFill>
              <a:latin typeface="+mj-ea"/>
              <a:ea typeface="+mj-ea"/>
            </a:endParaRPr>
          </a:p>
        </p:txBody>
      </p:sp>
      <p:graphicFrame>
        <p:nvGraphicFramePr>
          <p:cNvPr id="7" name="Group 73">
            <a:extLst>
              <a:ext uri="{FF2B5EF4-FFF2-40B4-BE49-F238E27FC236}">
                <a16:creationId xmlns:a16="http://schemas.microsoft.com/office/drawing/2014/main" id="{0865B278-02F7-00BA-20D1-C421BA33EAB2}"/>
              </a:ext>
            </a:extLst>
          </p:cNvPr>
          <p:cNvGraphicFramePr>
            <a:graphicFrameLocks noGrp="1"/>
          </p:cNvGraphicFramePr>
          <p:nvPr/>
        </p:nvGraphicFramePr>
        <p:xfrm>
          <a:off x="107950" y="2205038"/>
          <a:ext cx="4286250" cy="2459037"/>
        </p:xfrm>
        <a:graphic>
          <a:graphicData uri="http://schemas.openxmlformats.org/drawingml/2006/table">
            <a:tbl>
              <a:tblPr/>
              <a:tblGrid>
                <a:gridCol w="857250">
                  <a:extLst>
                    <a:ext uri="{9D8B030D-6E8A-4147-A177-3AD203B41FA5}">
                      <a16:colId xmlns:a16="http://schemas.microsoft.com/office/drawing/2014/main" val="20000"/>
                    </a:ext>
                  </a:extLst>
                </a:gridCol>
                <a:gridCol w="874713">
                  <a:extLst>
                    <a:ext uri="{9D8B030D-6E8A-4147-A177-3AD203B41FA5}">
                      <a16:colId xmlns:a16="http://schemas.microsoft.com/office/drawing/2014/main" val="20001"/>
                    </a:ext>
                  </a:extLst>
                </a:gridCol>
                <a:gridCol w="830262">
                  <a:extLst>
                    <a:ext uri="{9D8B030D-6E8A-4147-A177-3AD203B41FA5}">
                      <a16:colId xmlns:a16="http://schemas.microsoft.com/office/drawing/2014/main" val="20002"/>
                    </a:ext>
                  </a:extLst>
                </a:gridCol>
                <a:gridCol w="866775">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tblGrid>
              <a:tr h="43815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2</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4</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5</a:t>
                      </a:r>
                    </a:p>
                  </a:txBody>
                  <a:tcPr marL="90000" marR="90000" marT="46800" marB="4680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277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z</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0000"/>
                          </a:solidFill>
                          <a:effectLst/>
                          <a:latin typeface="Arial" charset="0"/>
                          <a:ea typeface="宋体" pitchFamily="2" charset="-122"/>
                        </a:rPr>
                        <a:t>9</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r>
                        <a:rPr kumimoji="0" lang="en-US" altLang="zh-CN" sz="2800" b="0" i="0" u="none" strike="noStrike" cap="none" normalizeH="0" baseline="0">
                          <a:ln>
                            <a:noFill/>
                          </a:ln>
                          <a:solidFill>
                            <a:schemeClr val="tx1"/>
                          </a:solidFill>
                          <a:effectLst/>
                          <a:latin typeface="Arial" charset="0"/>
                          <a:ea typeface="宋体" pitchFamily="2" charset="-122"/>
                        </a:rPr>
                        <a:t> </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1</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2</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46831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3</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0</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469900">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0" i="1" u="none" strike="noStrike" cap="none" normalizeH="0" baseline="0">
                          <a:ln>
                            <a:noFill/>
                          </a:ln>
                          <a:solidFill>
                            <a:schemeClr val="tx1"/>
                          </a:solidFill>
                          <a:effectLst/>
                          <a:latin typeface="Arial" charset="0"/>
                          <a:ea typeface="宋体" pitchFamily="2" charset="-122"/>
                        </a:rPr>
                        <a:t>x</a:t>
                      </a:r>
                      <a:r>
                        <a:rPr kumimoji="0" lang="en-US" altLang="zh-CN" sz="2000" b="0" i="0" u="none" strike="noStrike" cap="none" normalizeH="0" baseline="-25000">
                          <a:ln>
                            <a:noFill/>
                          </a:ln>
                          <a:solidFill>
                            <a:schemeClr val="tx1"/>
                          </a:solidFill>
                          <a:effectLst/>
                          <a:latin typeface="Arial" charset="0"/>
                          <a:ea typeface="宋体" pitchFamily="2" charset="-122"/>
                        </a:rPr>
                        <a:t>6</a:t>
                      </a:r>
                    </a:p>
                  </a:txBody>
                  <a:tcPr marL="90000" marR="90000" marT="46800" marB="46800"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1</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-5/2</a:t>
                      </a:r>
                    </a:p>
                  </a:txBody>
                  <a:tcPr marL="90000" marR="90000" marT="46800" marB="46800"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宋体" pitchFamily="2" charset="-122"/>
                        </a:rPr>
                        <a:t>-3/4</a:t>
                      </a:r>
                    </a:p>
                  </a:txBody>
                  <a:tcPr marL="90000" marR="90000" marT="46800" marB="4680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Arial" charset="0"/>
                          <a:ea typeface="宋体" pitchFamily="2" charset="-122"/>
                        </a:rPr>
                        <a:t>8</a:t>
                      </a:r>
                    </a:p>
                  </a:txBody>
                  <a:tcPr marL="90000" marR="90000" marT="46800" marB="46800"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
        <p:nvSpPr>
          <p:cNvPr id="8" name="矩形 7">
            <a:extLst>
              <a:ext uri="{FF2B5EF4-FFF2-40B4-BE49-F238E27FC236}">
                <a16:creationId xmlns:a16="http://schemas.microsoft.com/office/drawing/2014/main" id="{87AB76BF-8B20-C184-1AD0-2004A00F5ACC}"/>
              </a:ext>
            </a:extLst>
          </p:cNvPr>
          <p:cNvSpPr>
            <a:spLocks noChangeArrowheads="1"/>
          </p:cNvSpPr>
          <p:nvPr/>
        </p:nvSpPr>
        <p:spPr bwMode="auto">
          <a:xfrm>
            <a:off x="4572000" y="2963863"/>
            <a:ext cx="3170238" cy="129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30000"/>
              </a:lnSpc>
              <a:spcBef>
                <a:spcPct val="20000"/>
              </a:spcBef>
              <a:buClr>
                <a:schemeClr val="accent1"/>
              </a:buClr>
              <a:buSzPct val="65000"/>
              <a:buFont typeface="Wingdings" panose="05000000000000000000" pitchFamily="2" charset="2"/>
              <a:buNone/>
              <a:defRPr/>
            </a:pPr>
            <a:r>
              <a:rPr lang="zh-CN" altLang="en-US" sz="2800" dirty="0">
                <a:solidFill>
                  <a:schemeClr val="tx1"/>
                </a:solidFill>
                <a:latin typeface="+mj-ea"/>
                <a:ea typeface="+mj-ea"/>
              </a:rPr>
              <a:t>基本可行解</a:t>
            </a:r>
            <a:endParaRPr lang="en-US" altLang="zh-CN" sz="2800" dirty="0">
              <a:solidFill>
                <a:schemeClr val="tx1"/>
              </a:solidFill>
              <a:latin typeface="+mj-ea"/>
              <a:ea typeface="+mj-ea"/>
            </a:endParaRPr>
          </a:p>
          <a:p>
            <a:pPr>
              <a:lnSpc>
                <a:spcPct val="130000"/>
              </a:lnSpc>
              <a:spcBef>
                <a:spcPct val="20000"/>
              </a:spcBef>
              <a:buClr>
                <a:schemeClr val="accent1"/>
              </a:buClr>
              <a:buSzPct val="65000"/>
              <a:buFont typeface="Wingdings" panose="05000000000000000000" pitchFamily="2" charset="2"/>
              <a:buNone/>
              <a:defRPr/>
            </a:pPr>
            <a:r>
              <a:rPr lang="en-US" altLang="zh-CN" sz="2800" dirty="0">
                <a:solidFill>
                  <a:schemeClr val="tx1"/>
                </a:solidFill>
                <a:latin typeface="+mj-ea"/>
                <a:ea typeface="+mj-ea"/>
              </a:rPr>
              <a:t>x</a:t>
            </a:r>
            <a:r>
              <a:rPr lang="en-US" altLang="zh-CN" sz="2800" baseline="-25000" dirty="0">
                <a:solidFill>
                  <a:schemeClr val="tx1"/>
                </a:solidFill>
                <a:latin typeface="+mj-ea"/>
              </a:rPr>
              <a:t>1</a:t>
            </a:r>
            <a:r>
              <a:rPr lang="en-US" altLang="zh-CN" sz="2800" dirty="0">
                <a:solidFill>
                  <a:schemeClr val="tx1"/>
                </a:solidFill>
                <a:latin typeface="+mj-ea"/>
                <a:ea typeface="+mj-ea"/>
              </a:rPr>
              <a:t>=(10,0,3,0,0,1)</a:t>
            </a:r>
            <a:endParaRPr lang="zh-CN" altLang="en-US" sz="2800" dirty="0">
              <a:solidFill>
                <a:schemeClr val="tx1"/>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17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P spid="31747" grpId="0"/>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a:extLst>
              <a:ext uri="{FF2B5EF4-FFF2-40B4-BE49-F238E27FC236}">
                <a16:creationId xmlns:a16="http://schemas.microsoft.com/office/drawing/2014/main" id="{A84B927A-F341-78D3-E4CD-B10190235A4D}"/>
              </a:ext>
            </a:extLst>
          </p:cNvPr>
          <p:cNvSpPr>
            <a:spLocks noGrp="1"/>
          </p:cNvSpPr>
          <p:nvPr>
            <p:ph type="sldNum" sz="quarter" idx="12"/>
          </p:nvPr>
        </p:nvSpPr>
        <p:spPr>
          <a:xfrm>
            <a:off x="6542088" y="6243638"/>
            <a:ext cx="2133600" cy="4572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9B9BDA5-08D4-45CC-9E6B-A2307AA883E8}"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37</a:t>
            </a:fld>
            <a:endParaRPr lang="en-US" altLang="zh-CN" sz="1200">
              <a:latin typeface="微软雅黑" panose="020B0503020204020204" pitchFamily="34" charset="-122"/>
              <a:ea typeface="微软雅黑" panose="020B0503020204020204" pitchFamily="34" charset="-122"/>
            </a:endParaRPr>
          </a:p>
        </p:txBody>
      </p:sp>
      <p:sp>
        <p:nvSpPr>
          <p:cNvPr id="6150" name="Rectangle 3">
            <a:extLst>
              <a:ext uri="{FF2B5EF4-FFF2-40B4-BE49-F238E27FC236}">
                <a16:creationId xmlns:a16="http://schemas.microsoft.com/office/drawing/2014/main" id="{34977F10-BD11-2589-D295-E90338FE1071}"/>
              </a:ext>
            </a:extLst>
          </p:cNvPr>
          <p:cNvSpPr>
            <a:spLocks noGrp="1" noChangeArrowheads="1"/>
          </p:cNvSpPr>
          <p:nvPr>
            <p:ph type="body" idx="1"/>
          </p:nvPr>
        </p:nvSpPr>
        <p:spPr>
          <a:xfrm>
            <a:off x="107950" y="238125"/>
            <a:ext cx="8540750" cy="6191250"/>
          </a:xfrm>
        </p:spPr>
        <p:txBody>
          <a:bodyPr/>
          <a:lstStyle/>
          <a:p>
            <a:pPr>
              <a:lnSpc>
                <a:spcPct val="130000"/>
              </a:lnSpc>
              <a:buFont typeface="Wingdings" panose="05000000000000000000" pitchFamily="2" charset="2"/>
              <a:buNone/>
              <a:defRPr/>
            </a:pPr>
            <a:r>
              <a:rPr lang="zh-CN" altLang="en-US" sz="2800" b="1" dirty="0">
                <a:solidFill>
                  <a:schemeClr val="accent2">
                    <a:lumMod val="75000"/>
                  </a:schemeClr>
                </a:solidFill>
              </a:rPr>
              <a:t>单纯形算法计算步骤</a:t>
            </a:r>
            <a:endParaRPr lang="zh-CN" altLang="en-US" sz="2000" b="1" dirty="0"/>
          </a:p>
          <a:p>
            <a:pPr>
              <a:lnSpc>
                <a:spcPct val="130000"/>
              </a:lnSpc>
              <a:buFont typeface="Wingdings" panose="05000000000000000000" pitchFamily="2" charset="2"/>
              <a:buNone/>
              <a:defRPr/>
            </a:pPr>
            <a:r>
              <a:rPr lang="zh-CN" altLang="en-US" sz="2400" b="1" dirty="0">
                <a:solidFill>
                  <a:srgbClr val="996600"/>
                </a:solidFill>
              </a:rPr>
              <a:t>步骤</a:t>
            </a:r>
            <a:r>
              <a:rPr lang="en-US" altLang="zh-CN" sz="2400" b="1" dirty="0">
                <a:solidFill>
                  <a:srgbClr val="996600"/>
                </a:solidFill>
              </a:rPr>
              <a:t>0</a:t>
            </a:r>
            <a:r>
              <a:rPr lang="zh-CN" altLang="en-US" sz="2400" b="1" dirty="0">
                <a:solidFill>
                  <a:srgbClr val="996600"/>
                </a:solidFill>
              </a:rPr>
              <a:t>：</a:t>
            </a:r>
            <a:r>
              <a:rPr lang="zh-CN" altLang="en-US" sz="2400" b="1" dirty="0">
                <a:solidFill>
                  <a:srgbClr val="FF3300"/>
                </a:solidFill>
              </a:rPr>
              <a:t>初始基本可行解</a:t>
            </a:r>
          </a:p>
          <a:p>
            <a:pPr>
              <a:lnSpc>
                <a:spcPct val="130000"/>
              </a:lnSpc>
              <a:buFont typeface="Wingdings" panose="05000000000000000000" pitchFamily="2" charset="2"/>
              <a:buNone/>
              <a:defRPr/>
            </a:pPr>
            <a:r>
              <a:rPr lang="zh-CN" altLang="en-US" sz="2400" b="1" dirty="0">
                <a:solidFill>
                  <a:schemeClr val="hlink"/>
                </a:solidFill>
              </a:rPr>
              <a:t>步骤</a:t>
            </a:r>
            <a:r>
              <a:rPr lang="en-US" altLang="zh-CN" sz="2400" b="1" dirty="0">
                <a:solidFill>
                  <a:schemeClr val="hlink"/>
                </a:solidFill>
              </a:rPr>
              <a:t>1</a:t>
            </a:r>
            <a:r>
              <a:rPr lang="zh-CN" altLang="en-US" sz="2400" b="1" dirty="0">
                <a:solidFill>
                  <a:schemeClr val="hlink"/>
                </a:solidFill>
              </a:rPr>
              <a:t>：</a:t>
            </a:r>
            <a:r>
              <a:rPr lang="zh-CN" altLang="en-US" sz="2400" b="1" dirty="0">
                <a:solidFill>
                  <a:srgbClr val="FF3300"/>
                </a:solidFill>
              </a:rPr>
              <a:t>选入基变量</a:t>
            </a:r>
            <a:r>
              <a:rPr lang="zh-CN" altLang="en-US" sz="2400" dirty="0"/>
              <a:t>。</a:t>
            </a:r>
          </a:p>
          <a:p>
            <a:pPr>
              <a:lnSpc>
                <a:spcPct val="130000"/>
              </a:lnSpc>
              <a:defRPr/>
            </a:pPr>
            <a:r>
              <a:rPr lang="zh-CN" altLang="en-US" sz="2400" dirty="0"/>
              <a:t>如果所有</a:t>
            </a:r>
            <a:r>
              <a:rPr lang="en-US" altLang="zh-CN" sz="2400" i="1" dirty="0"/>
              <a:t>c</a:t>
            </a:r>
            <a:r>
              <a:rPr lang="en-US" altLang="zh-CN" sz="2400" baseline="-25000" dirty="0"/>
              <a:t>j</a:t>
            </a:r>
            <a:r>
              <a:rPr lang="en-US" altLang="zh-CN" sz="2400" dirty="0">
                <a:sym typeface="Symbol" pitchFamily="18" charset="2"/>
              </a:rPr>
              <a:t>0</a:t>
            </a:r>
            <a:r>
              <a:rPr lang="zh-CN" altLang="en-US" sz="2400" dirty="0"/>
              <a:t>，则当前基本可行解为最优解，</a:t>
            </a:r>
            <a:r>
              <a:rPr lang="zh-CN" altLang="en-US" sz="2400" dirty="0">
                <a:solidFill>
                  <a:srgbClr val="FF0000"/>
                </a:solidFill>
              </a:rPr>
              <a:t>计算结束</a:t>
            </a:r>
            <a:r>
              <a:rPr lang="zh-CN" altLang="en-US" sz="2400" dirty="0"/>
              <a:t>。</a:t>
            </a:r>
          </a:p>
          <a:p>
            <a:pPr>
              <a:lnSpc>
                <a:spcPct val="130000"/>
              </a:lnSpc>
              <a:defRPr/>
            </a:pPr>
            <a:r>
              <a:rPr lang="zh-CN" altLang="en-US" sz="2400" dirty="0"/>
              <a:t>否则取</a:t>
            </a:r>
            <a:r>
              <a:rPr lang="en-US" altLang="zh-CN" sz="2400" i="1" dirty="0" err="1"/>
              <a:t>c</a:t>
            </a:r>
            <a:r>
              <a:rPr lang="en-US" altLang="zh-CN" sz="2400" baseline="-25000" dirty="0" err="1"/>
              <a:t>e</a:t>
            </a:r>
            <a:r>
              <a:rPr lang="en-US" altLang="zh-CN" sz="2400" dirty="0"/>
              <a:t>&gt;0</a:t>
            </a:r>
            <a:r>
              <a:rPr lang="zh-CN" altLang="en-US" sz="2400" dirty="0"/>
              <a:t>相应的非基本变量</a:t>
            </a:r>
            <a:r>
              <a:rPr lang="en-US" altLang="zh-CN" sz="2400" i="1" dirty="0" err="1"/>
              <a:t>x</a:t>
            </a:r>
            <a:r>
              <a:rPr lang="en-US" altLang="zh-CN" sz="2400" baseline="-25000" dirty="0" err="1"/>
              <a:t>e</a:t>
            </a:r>
            <a:r>
              <a:rPr lang="zh-CN" altLang="en-US" sz="2400" dirty="0"/>
              <a:t>为入基变量。</a:t>
            </a:r>
            <a:endParaRPr lang="zh-CN" altLang="en-US" sz="2400" b="1" dirty="0"/>
          </a:p>
          <a:p>
            <a:pPr>
              <a:lnSpc>
                <a:spcPct val="130000"/>
              </a:lnSpc>
              <a:buFont typeface="Wingdings" panose="05000000000000000000" pitchFamily="2" charset="2"/>
              <a:buNone/>
              <a:defRPr/>
            </a:pPr>
            <a:r>
              <a:rPr lang="zh-CN" altLang="en-US" sz="2400" b="1" dirty="0">
                <a:solidFill>
                  <a:schemeClr val="hlink"/>
                </a:solidFill>
              </a:rPr>
              <a:t>步骤</a:t>
            </a:r>
            <a:r>
              <a:rPr lang="en-US" altLang="zh-CN" sz="2400" b="1" dirty="0">
                <a:solidFill>
                  <a:schemeClr val="hlink"/>
                </a:solidFill>
              </a:rPr>
              <a:t>2</a:t>
            </a:r>
            <a:r>
              <a:rPr lang="zh-CN" altLang="en-US" sz="2400" b="1" dirty="0">
                <a:solidFill>
                  <a:schemeClr val="hlink"/>
                </a:solidFill>
              </a:rPr>
              <a:t>：</a:t>
            </a:r>
            <a:r>
              <a:rPr lang="zh-CN" altLang="en-US" sz="2400" b="1" dirty="0">
                <a:solidFill>
                  <a:srgbClr val="FF3300"/>
                </a:solidFill>
              </a:rPr>
              <a:t>选离基变量</a:t>
            </a:r>
            <a:r>
              <a:rPr lang="zh-CN" altLang="en-US" sz="2400" dirty="0"/>
              <a:t>。</a:t>
            </a:r>
          </a:p>
          <a:p>
            <a:pPr>
              <a:lnSpc>
                <a:spcPct val="130000"/>
              </a:lnSpc>
              <a:defRPr/>
            </a:pPr>
            <a:r>
              <a:rPr lang="zh-CN" altLang="en-US" sz="2400" dirty="0"/>
              <a:t>对于步骤</a:t>
            </a:r>
            <a:r>
              <a:rPr lang="en-US" altLang="zh-CN" sz="2400" dirty="0"/>
              <a:t>1</a:t>
            </a:r>
            <a:r>
              <a:rPr lang="zh-CN" altLang="en-US" sz="2400" dirty="0"/>
              <a:t>选出的入基变量</a:t>
            </a:r>
            <a:r>
              <a:rPr lang="en-US" altLang="zh-CN" sz="2400" i="1" dirty="0" err="1"/>
              <a:t>x</a:t>
            </a:r>
            <a:r>
              <a:rPr lang="en-US" altLang="zh-CN" sz="2400" baseline="-25000" dirty="0" err="1"/>
              <a:t>e</a:t>
            </a:r>
            <a:r>
              <a:rPr lang="zh-CN" altLang="en-US" sz="2400" dirty="0"/>
              <a:t> ，如果所有</a:t>
            </a:r>
            <a:r>
              <a:rPr lang="en-US" altLang="zh-CN" sz="2400" i="1" dirty="0">
                <a:latin typeface="Times New Roman" panose="02020603050405020304" pitchFamily="18" charset="0"/>
                <a:cs typeface="Times New Roman" panose="02020603050405020304" pitchFamily="18" charset="0"/>
              </a:rPr>
              <a:t>a</a:t>
            </a:r>
            <a:r>
              <a:rPr lang="en-US" altLang="zh-CN" sz="2400" baseline="-25000" dirty="0"/>
              <a:t>ie</a:t>
            </a:r>
            <a:r>
              <a:rPr lang="en-US" altLang="zh-CN" sz="2400" dirty="0">
                <a:sym typeface="Symbol" pitchFamily="18" charset="2"/>
              </a:rPr>
              <a:t>0</a:t>
            </a:r>
            <a:r>
              <a:rPr lang="en-US" altLang="zh-CN" sz="2400" dirty="0"/>
              <a:t> </a:t>
            </a:r>
            <a:r>
              <a:rPr lang="zh-CN" altLang="en-US" sz="2400" dirty="0"/>
              <a:t>，则最优解无界，</a:t>
            </a:r>
            <a:r>
              <a:rPr lang="zh-CN" altLang="en-US" sz="2400" dirty="0">
                <a:solidFill>
                  <a:srgbClr val="FF0000"/>
                </a:solidFill>
              </a:rPr>
              <a:t>计算结束</a:t>
            </a:r>
            <a:r>
              <a:rPr lang="zh-CN" altLang="en-US" sz="2400" dirty="0"/>
              <a:t>。</a:t>
            </a:r>
          </a:p>
          <a:p>
            <a:pPr>
              <a:lnSpc>
                <a:spcPct val="130000"/>
              </a:lnSpc>
              <a:defRPr/>
            </a:pPr>
            <a:r>
              <a:rPr lang="zh-CN" altLang="en-US" sz="2400" dirty="0"/>
              <a:t>否则计算</a:t>
            </a:r>
          </a:p>
          <a:p>
            <a:pPr>
              <a:lnSpc>
                <a:spcPct val="130000"/>
              </a:lnSpc>
              <a:defRPr/>
            </a:pPr>
            <a:r>
              <a:rPr lang="zh-CN" altLang="en-US" sz="2400" dirty="0"/>
              <a:t>选取基本变量</a:t>
            </a:r>
            <a:r>
              <a:rPr lang="en-US" altLang="zh-CN" sz="2400" i="1" dirty="0" err="1"/>
              <a:t>x</a:t>
            </a:r>
            <a:r>
              <a:rPr lang="en-US" altLang="zh-CN" sz="2400" baseline="-25000" dirty="0" err="1"/>
              <a:t>k</a:t>
            </a:r>
            <a:r>
              <a:rPr lang="zh-CN" altLang="en-US" sz="2400" dirty="0"/>
              <a:t>为离基变量。</a:t>
            </a:r>
          </a:p>
          <a:p>
            <a:pPr>
              <a:lnSpc>
                <a:spcPct val="130000"/>
              </a:lnSpc>
              <a:defRPr/>
            </a:pPr>
            <a:r>
              <a:rPr lang="zh-CN" altLang="en-US" sz="2000" dirty="0"/>
              <a:t>新的基本变量下标集 </a:t>
            </a:r>
          </a:p>
          <a:p>
            <a:pPr>
              <a:lnSpc>
                <a:spcPct val="130000"/>
              </a:lnSpc>
              <a:defRPr/>
            </a:pPr>
            <a:r>
              <a:rPr lang="zh-CN" altLang="en-US" sz="2000" dirty="0"/>
              <a:t>新的非基本变量下标集</a:t>
            </a:r>
            <a:endParaRPr lang="zh-CN" altLang="en-US" sz="2000" b="1" dirty="0"/>
          </a:p>
        </p:txBody>
      </p:sp>
      <p:sp>
        <p:nvSpPr>
          <p:cNvPr id="34820" name="Rectangle 5">
            <a:extLst>
              <a:ext uri="{FF2B5EF4-FFF2-40B4-BE49-F238E27FC236}">
                <a16:creationId xmlns:a16="http://schemas.microsoft.com/office/drawing/2014/main" id="{1EE13D3B-B0B6-360E-D3BD-CB946C362A76}"/>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1445" name="Object 2">
            <a:extLst>
              <a:ext uri="{FF2B5EF4-FFF2-40B4-BE49-F238E27FC236}">
                <a16:creationId xmlns:a16="http://schemas.microsoft.com/office/drawing/2014/main" id="{067937F2-656A-586B-88AC-A0578E6792DE}"/>
              </a:ext>
            </a:extLst>
          </p:cNvPr>
          <p:cNvGraphicFramePr>
            <a:graphicFrameLocks noChangeAspect="1"/>
          </p:cNvGraphicFramePr>
          <p:nvPr/>
        </p:nvGraphicFramePr>
        <p:xfrm>
          <a:off x="2019300" y="4402138"/>
          <a:ext cx="2359025" cy="928687"/>
        </p:xfrm>
        <a:graphic>
          <a:graphicData uri="http://schemas.openxmlformats.org/presentationml/2006/ole">
            <mc:AlternateContent xmlns:mc="http://schemas.openxmlformats.org/markup-compatibility/2006">
              <mc:Choice xmlns:v="urn:schemas-microsoft-com:vml" Requires="v">
                <p:oleObj name="公式" r:id="rId2" imgW="1256755" imgH="482391" progId="Equation.3">
                  <p:embed/>
                </p:oleObj>
              </mc:Choice>
              <mc:Fallback>
                <p:oleObj name="公式" r:id="rId2" imgW="1256755" imgH="482391"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4402138"/>
                        <a:ext cx="235902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2" name="Rectangle 7">
            <a:extLst>
              <a:ext uri="{FF2B5EF4-FFF2-40B4-BE49-F238E27FC236}">
                <a16:creationId xmlns:a16="http://schemas.microsoft.com/office/drawing/2014/main" id="{B27989A2-5F3B-F5F4-85A2-8C41E978A344}"/>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1447" name="Object 3">
            <a:extLst>
              <a:ext uri="{FF2B5EF4-FFF2-40B4-BE49-F238E27FC236}">
                <a16:creationId xmlns:a16="http://schemas.microsoft.com/office/drawing/2014/main" id="{17B59DC6-DCC4-2612-7E0B-53AA69C320A6}"/>
              </a:ext>
            </a:extLst>
          </p:cNvPr>
          <p:cNvGraphicFramePr>
            <a:graphicFrameLocks noChangeAspect="1"/>
          </p:cNvGraphicFramePr>
          <p:nvPr/>
        </p:nvGraphicFramePr>
        <p:xfrm>
          <a:off x="2987675" y="5778500"/>
          <a:ext cx="1571625" cy="365125"/>
        </p:xfrm>
        <a:graphic>
          <a:graphicData uri="http://schemas.openxmlformats.org/presentationml/2006/ole">
            <mc:AlternateContent xmlns:mc="http://schemas.openxmlformats.org/markup-compatibility/2006">
              <mc:Choice xmlns:v="urn:schemas-microsoft-com:vml" Requires="v">
                <p:oleObj name="公式" r:id="rId4" imgW="1066800" imgH="241300" progId="Equation.3">
                  <p:embed/>
                </p:oleObj>
              </mc:Choice>
              <mc:Fallback>
                <p:oleObj name="公式" r:id="rId4" imgW="1066800" imgH="241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675" y="5778500"/>
                        <a:ext cx="15716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4" name="Rectangle 9">
            <a:extLst>
              <a:ext uri="{FF2B5EF4-FFF2-40B4-BE49-F238E27FC236}">
                <a16:creationId xmlns:a16="http://schemas.microsoft.com/office/drawing/2014/main" id="{5D642BCD-1B9A-1D6A-6F64-30C7D5BA1C16}"/>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1449" name="Object 4">
            <a:extLst>
              <a:ext uri="{FF2B5EF4-FFF2-40B4-BE49-F238E27FC236}">
                <a16:creationId xmlns:a16="http://schemas.microsoft.com/office/drawing/2014/main" id="{A20C0885-FCA5-A938-6EE9-F44B12094BF1}"/>
              </a:ext>
            </a:extLst>
          </p:cNvPr>
          <p:cNvGraphicFramePr>
            <a:graphicFrameLocks noChangeAspect="1"/>
          </p:cNvGraphicFramePr>
          <p:nvPr/>
        </p:nvGraphicFramePr>
        <p:xfrm>
          <a:off x="3165475" y="6256338"/>
          <a:ext cx="1714500" cy="381000"/>
        </p:xfrm>
        <a:graphic>
          <a:graphicData uri="http://schemas.openxmlformats.org/presentationml/2006/ole">
            <mc:AlternateContent xmlns:mc="http://schemas.openxmlformats.org/markup-compatibility/2006">
              <mc:Choice xmlns:v="urn:schemas-microsoft-com:vml" Requires="v">
                <p:oleObj name="公式" r:id="rId6" imgW="1117600" imgH="241300" progId="Equation.3">
                  <p:embed/>
                </p:oleObj>
              </mc:Choice>
              <mc:Fallback>
                <p:oleObj name="公式" r:id="rId6" imgW="1117600" imgH="2413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5475" y="6256338"/>
                        <a:ext cx="1714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灯片编号占位符 3">
            <a:extLst>
              <a:ext uri="{FF2B5EF4-FFF2-40B4-BE49-F238E27FC236}">
                <a16:creationId xmlns:a16="http://schemas.microsoft.com/office/drawing/2014/main" id="{5E3D68E9-BF85-982E-B9F8-4236543E8612}"/>
              </a:ext>
            </a:extLst>
          </p:cNvPr>
          <p:cNvSpPr txBox="1">
            <a:spLocks/>
          </p:cNvSpPr>
          <p:nvPr/>
        </p:nvSpPr>
        <p:spPr bwMode="auto">
          <a:xfrm>
            <a:off x="6542088" y="6243638"/>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ClrTx/>
              <a:buSzTx/>
              <a:buFontTx/>
              <a:buNone/>
            </a:pPr>
            <a:fld id="{2988ED37-0F3D-4360-8C59-EE1D5A5DCC5C}" type="slidenum">
              <a:rPr lang="en-US" altLang="zh-CN" sz="1200">
                <a:latin typeface="微软雅黑" panose="020B0503020204020204" pitchFamily="34" charset="-122"/>
                <a:ea typeface="微软雅黑" panose="020B0503020204020204" pitchFamily="34" charset="-122"/>
              </a:rPr>
              <a:pPr algn="r" eaLnBrk="1" hangingPunct="1">
                <a:spcBef>
                  <a:spcPct val="0"/>
                </a:spcBef>
                <a:buClrTx/>
                <a:buSzTx/>
                <a:buFontTx/>
                <a:buNone/>
              </a:pPr>
              <a:t>37</a:t>
            </a:fld>
            <a:endParaRPr lang="en-US" altLang="zh-CN" sz="1200">
              <a:latin typeface="微软雅黑" panose="020B0503020204020204" pitchFamily="34" charset="-122"/>
              <a:ea typeface="微软雅黑" panose="020B0503020204020204" pitchFamily="34" charset="-122"/>
            </a:endParaRPr>
          </a:p>
        </p:txBody>
      </p:sp>
      <p:graphicFrame>
        <p:nvGraphicFramePr>
          <p:cNvPr id="11" name="Group 239">
            <a:extLst>
              <a:ext uri="{FF2B5EF4-FFF2-40B4-BE49-F238E27FC236}">
                <a16:creationId xmlns:a16="http://schemas.microsoft.com/office/drawing/2014/main" id="{36D2834A-8341-1495-6726-3CD8C434C15A}"/>
              </a:ext>
            </a:extLst>
          </p:cNvPr>
          <p:cNvGraphicFramePr>
            <a:graphicFrameLocks noGrp="1"/>
          </p:cNvGraphicFramePr>
          <p:nvPr/>
        </p:nvGraphicFramePr>
        <p:xfrm>
          <a:off x="4989513" y="3846513"/>
          <a:ext cx="4119562" cy="2906712"/>
        </p:xfrm>
        <a:graphic>
          <a:graphicData uri="http://schemas.openxmlformats.org/drawingml/2006/table">
            <a:tbl>
              <a:tblPr/>
              <a:tblGrid>
                <a:gridCol w="823913">
                  <a:extLst>
                    <a:ext uri="{9D8B030D-6E8A-4147-A177-3AD203B41FA5}">
                      <a16:colId xmlns:a16="http://schemas.microsoft.com/office/drawing/2014/main" val="20000"/>
                    </a:ext>
                  </a:extLst>
                </a:gridCol>
                <a:gridCol w="879475">
                  <a:extLst>
                    <a:ext uri="{9D8B030D-6E8A-4147-A177-3AD203B41FA5}">
                      <a16:colId xmlns:a16="http://schemas.microsoft.com/office/drawing/2014/main" val="20001"/>
                    </a:ext>
                  </a:extLst>
                </a:gridCol>
                <a:gridCol w="757237">
                  <a:extLst>
                    <a:ext uri="{9D8B030D-6E8A-4147-A177-3AD203B41FA5}">
                      <a16:colId xmlns:a16="http://schemas.microsoft.com/office/drawing/2014/main" val="20002"/>
                    </a:ext>
                  </a:extLst>
                </a:gridCol>
                <a:gridCol w="835025">
                  <a:extLst>
                    <a:ext uri="{9D8B030D-6E8A-4147-A177-3AD203B41FA5}">
                      <a16:colId xmlns:a16="http://schemas.microsoft.com/office/drawing/2014/main" val="20003"/>
                    </a:ext>
                  </a:extLst>
                </a:gridCol>
                <a:gridCol w="823913">
                  <a:extLst>
                    <a:ext uri="{9D8B030D-6E8A-4147-A177-3AD203B41FA5}">
                      <a16:colId xmlns:a16="http://schemas.microsoft.com/office/drawing/2014/main" val="20004"/>
                    </a:ext>
                  </a:extLst>
                </a:gridCol>
              </a:tblGrid>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0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3200" b="0" i="0" u="none" strike="noStrike" cap="none" normalizeH="0" baseline="0">
                        <a:ln>
                          <a:noFill/>
                        </a:ln>
                        <a:solidFill>
                          <a:schemeClr val="tx1"/>
                        </a:solidFill>
                        <a:effectLst/>
                        <a:latin typeface="Arial" charset="0"/>
                        <a:ea typeface="宋体" pitchFamily="2" charset="-122"/>
                      </a:endParaRP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2</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rgbClr val="FF0000"/>
                          </a:solidFill>
                          <a:effectLst/>
                          <a:latin typeface="Arial" charset="0"/>
                          <a:ea typeface="宋体" pitchFamily="2" charset="-122"/>
                        </a:rPr>
                        <a:t>x</a:t>
                      </a:r>
                      <a:r>
                        <a:rPr kumimoji="0" lang="en-US" altLang="zh-CN" sz="3200" b="0" i="0" u="none" strike="noStrike" cap="none" normalizeH="0" baseline="-25000" dirty="0">
                          <a:ln>
                            <a:noFill/>
                          </a:ln>
                          <a:solidFill>
                            <a:srgbClr val="FF0000"/>
                          </a:solidFill>
                          <a:effectLst/>
                          <a:latin typeface="Arial" charset="0"/>
                          <a:ea typeface="宋体" pitchFamily="2" charset="-122"/>
                        </a:rPr>
                        <a:t>3</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5</a:t>
                      </a:r>
                    </a:p>
                  </a:txBody>
                  <a:tcPr marL="90000" marR="90000" marT="46805" marB="4680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0" u="none" strike="noStrike" cap="none" normalizeH="0" baseline="0">
                          <a:ln>
                            <a:noFill/>
                          </a:ln>
                          <a:solidFill>
                            <a:schemeClr val="tx1"/>
                          </a:solidFill>
                          <a:effectLst/>
                          <a:latin typeface="Arial" charset="0"/>
                          <a:ea typeface="宋体" pitchFamily="2" charset="-122"/>
                        </a:rPr>
                        <a:t>z</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1</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7</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3</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2"/>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dirty="0">
                          <a:ln>
                            <a:noFill/>
                          </a:ln>
                          <a:solidFill>
                            <a:srgbClr val="FF0000"/>
                          </a:solidFill>
                          <a:effectLst/>
                          <a:latin typeface="Arial" charset="0"/>
                          <a:ea typeface="宋体" pitchFamily="2" charset="-122"/>
                        </a:rPr>
                        <a:t>x</a:t>
                      </a:r>
                      <a:r>
                        <a:rPr kumimoji="0" lang="en-US" altLang="zh-CN" sz="3200" b="0" i="0" u="none" strike="noStrike" cap="none" normalizeH="0" baseline="-25000" dirty="0">
                          <a:ln>
                            <a:noFill/>
                          </a:ln>
                          <a:solidFill>
                            <a:srgbClr val="FF0000"/>
                          </a:solidFill>
                          <a:effectLst/>
                          <a:latin typeface="Arial" charset="0"/>
                          <a:ea typeface="宋体" pitchFamily="2" charset="-122"/>
                        </a:rPr>
                        <a:t>4</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12</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-2</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4</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3"/>
                  </a:ext>
                </a:extLst>
              </a:tr>
              <a:tr h="581342">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3200" b="0" i="1" u="none" strike="noStrike" cap="none" normalizeH="0" baseline="0">
                          <a:ln>
                            <a:noFill/>
                          </a:ln>
                          <a:solidFill>
                            <a:schemeClr val="tx1"/>
                          </a:solidFill>
                          <a:effectLst/>
                          <a:latin typeface="Arial" charset="0"/>
                          <a:ea typeface="宋体" pitchFamily="2" charset="-122"/>
                        </a:rPr>
                        <a:t>x</a:t>
                      </a:r>
                      <a:r>
                        <a:rPr kumimoji="0" lang="en-US" altLang="zh-CN" sz="3200" b="0" i="0" u="none" strike="noStrike" cap="none" normalizeH="0" baseline="-25000">
                          <a:ln>
                            <a:noFill/>
                          </a:ln>
                          <a:solidFill>
                            <a:schemeClr val="tx1"/>
                          </a:solidFill>
                          <a:effectLst/>
                          <a:latin typeface="Arial" charset="0"/>
                          <a:ea typeface="宋体" pitchFamily="2" charset="-122"/>
                        </a:rPr>
                        <a:t>6</a:t>
                      </a:r>
                    </a:p>
                  </a:txBody>
                  <a:tcPr marL="90000" marR="90000" marT="46805" marB="4680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10</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a:ln>
                            <a:noFill/>
                          </a:ln>
                          <a:solidFill>
                            <a:schemeClr val="tx1"/>
                          </a:solidFill>
                          <a:effectLst/>
                          <a:latin typeface="Arial" charset="0"/>
                          <a:ea typeface="宋体" pitchFamily="2" charset="-122"/>
                        </a:rPr>
                        <a:t>-4</a:t>
                      </a:r>
                    </a:p>
                  </a:txBody>
                  <a:tcPr marL="90000" marR="90000" marT="46805" marB="46805" anchor="ctr" anchorCtr="1" horzOverflow="overflow">
                    <a:lnL w="38100" cap="flat" cmpd="sng" algn="ctr">
                      <a:solidFill>
                        <a:srgbClr val="00CC9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3</a:t>
                      </a:r>
                    </a:p>
                  </a:txBody>
                  <a:tcPr marL="90000" marR="90000" marT="46805" marB="4680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Arial" charset="0"/>
                          <a:ea typeface="宋体" pitchFamily="2" charset="-122"/>
                        </a:rPr>
                        <a:t>8</a:t>
                      </a:r>
                    </a:p>
                  </a:txBody>
                  <a:tcPr marL="90000" marR="90000" marT="46805" marB="4680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4"/>
                  </a:ext>
                </a:extLst>
              </a:tr>
            </a:tbl>
          </a:graphicData>
        </a:graphic>
      </p:graphicFrame>
    </p:spTree>
  </p:cSld>
  <p:clrMapOvr>
    <a:masterClrMapping/>
  </p:clrMapOvr>
  <p:transition>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5C42AD88-800B-E554-6C19-BCEEB57D1B6B}"/>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AEFD1B4-5A2F-4BB8-B9DB-9FC78C19E82D}"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38</a:t>
            </a:fld>
            <a:endParaRPr lang="en-US" altLang="zh-CN" sz="1200">
              <a:latin typeface="微软雅黑" panose="020B0503020204020204" pitchFamily="34" charset="-122"/>
              <a:ea typeface="微软雅黑" panose="020B0503020204020204" pitchFamily="34" charset="-122"/>
            </a:endParaRPr>
          </a:p>
        </p:txBody>
      </p:sp>
      <p:sp>
        <p:nvSpPr>
          <p:cNvPr id="35843" name="Rectangle 5">
            <a:extLst>
              <a:ext uri="{FF2B5EF4-FFF2-40B4-BE49-F238E27FC236}">
                <a16:creationId xmlns:a16="http://schemas.microsoft.com/office/drawing/2014/main" id="{AE703A0F-5691-6857-19EF-39D40967B7BA}"/>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2468" name="Object 2">
            <a:extLst>
              <a:ext uri="{FF2B5EF4-FFF2-40B4-BE49-F238E27FC236}">
                <a16:creationId xmlns:a16="http://schemas.microsoft.com/office/drawing/2014/main" id="{B58DD92D-5468-EF3B-8666-638B9EB1F3B2}"/>
              </a:ext>
            </a:extLst>
          </p:cNvPr>
          <p:cNvGraphicFramePr>
            <a:graphicFrameLocks noChangeAspect="1"/>
          </p:cNvGraphicFramePr>
          <p:nvPr/>
        </p:nvGraphicFramePr>
        <p:xfrm>
          <a:off x="4857750" y="285750"/>
          <a:ext cx="3382963" cy="1500188"/>
        </p:xfrm>
        <a:graphic>
          <a:graphicData uri="http://schemas.openxmlformats.org/presentationml/2006/ole">
            <mc:AlternateContent xmlns:mc="http://schemas.openxmlformats.org/markup-compatibility/2006">
              <mc:Choice xmlns:v="urn:schemas-microsoft-com:vml" Requires="v">
                <p:oleObj name="公式" r:id="rId3" imgW="1600200" imgH="914400" progId="Equation.3">
                  <p:embed/>
                </p:oleObj>
              </mc:Choice>
              <mc:Fallback>
                <p:oleObj name="公式" r:id="rId3" imgW="1600200"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285750"/>
                        <a:ext cx="3382963"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Rectangle 7">
            <a:extLst>
              <a:ext uri="{FF2B5EF4-FFF2-40B4-BE49-F238E27FC236}">
                <a16:creationId xmlns:a16="http://schemas.microsoft.com/office/drawing/2014/main" id="{2C2D1EF0-475C-652B-ECD0-F1EAE4FE3356}"/>
              </a:ext>
            </a:extLst>
          </p:cNvPr>
          <p:cNvSpPr>
            <a:spLocks noChangeArrowheads="1"/>
          </p:cNvSpPr>
          <p:nvPr/>
        </p:nvSpPr>
        <p:spPr bwMode="auto">
          <a:xfrm>
            <a:off x="0" y="26765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2470" name="Object 3">
            <a:extLst>
              <a:ext uri="{FF2B5EF4-FFF2-40B4-BE49-F238E27FC236}">
                <a16:creationId xmlns:a16="http://schemas.microsoft.com/office/drawing/2014/main" id="{6C207346-ADDA-9630-5BDB-A5D3B8DA7217}"/>
              </a:ext>
            </a:extLst>
          </p:cNvPr>
          <p:cNvGraphicFramePr>
            <a:graphicFrameLocks noChangeAspect="1"/>
          </p:cNvGraphicFramePr>
          <p:nvPr/>
        </p:nvGraphicFramePr>
        <p:xfrm>
          <a:off x="4857750" y="1714500"/>
          <a:ext cx="4097338" cy="1665288"/>
        </p:xfrm>
        <a:graphic>
          <a:graphicData uri="http://schemas.openxmlformats.org/presentationml/2006/ole">
            <mc:AlternateContent xmlns:mc="http://schemas.openxmlformats.org/markup-compatibility/2006">
              <mc:Choice xmlns:v="urn:schemas-microsoft-com:vml" Requires="v">
                <p:oleObj name="公式" r:id="rId5" imgW="2235200" imgH="939800" progId="Equation.3">
                  <p:embed/>
                </p:oleObj>
              </mc:Choice>
              <mc:Fallback>
                <p:oleObj name="公式" r:id="rId5" imgW="2235200" imgH="939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57750" y="1714500"/>
                        <a:ext cx="4097338" cy="166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7" name="Rectangle 9">
            <a:extLst>
              <a:ext uri="{FF2B5EF4-FFF2-40B4-BE49-F238E27FC236}">
                <a16:creationId xmlns:a16="http://schemas.microsoft.com/office/drawing/2014/main" id="{E0160150-1A8F-680A-B26D-815BACFB1731}"/>
              </a:ext>
            </a:extLst>
          </p:cNvPr>
          <p:cNvSpPr>
            <a:spLocks noChangeArrowheads="1"/>
          </p:cNvSpPr>
          <p:nvPr/>
        </p:nvSpPr>
        <p:spPr bwMode="auto">
          <a:xfrm>
            <a:off x="0" y="26765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2472" name="Object 4">
            <a:extLst>
              <a:ext uri="{FF2B5EF4-FFF2-40B4-BE49-F238E27FC236}">
                <a16:creationId xmlns:a16="http://schemas.microsoft.com/office/drawing/2014/main" id="{E1DDC7FF-29C9-3B46-4DD6-56C62BFD5463}"/>
              </a:ext>
            </a:extLst>
          </p:cNvPr>
          <p:cNvGraphicFramePr>
            <a:graphicFrameLocks noChangeAspect="1"/>
          </p:cNvGraphicFramePr>
          <p:nvPr/>
        </p:nvGraphicFramePr>
        <p:xfrm>
          <a:off x="4832350" y="3346450"/>
          <a:ext cx="2740025" cy="1582738"/>
        </p:xfrm>
        <a:graphic>
          <a:graphicData uri="http://schemas.openxmlformats.org/presentationml/2006/ole">
            <mc:AlternateContent xmlns:mc="http://schemas.openxmlformats.org/markup-compatibility/2006">
              <mc:Choice xmlns:v="urn:schemas-microsoft-com:vml" Requires="v">
                <p:oleObj name="公式" r:id="rId7" imgW="1269449" imgH="939392" progId="Equation.3">
                  <p:embed/>
                </p:oleObj>
              </mc:Choice>
              <mc:Fallback>
                <p:oleObj name="公式" r:id="rId7" imgW="1269449" imgH="939392"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2350" y="3346450"/>
                        <a:ext cx="2740025" cy="158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9" name="Rectangle 11">
            <a:extLst>
              <a:ext uri="{FF2B5EF4-FFF2-40B4-BE49-F238E27FC236}">
                <a16:creationId xmlns:a16="http://schemas.microsoft.com/office/drawing/2014/main" id="{F3BF5285-3365-0CF5-6653-23D60945F9CB}"/>
              </a:ext>
            </a:extLst>
          </p:cNvPr>
          <p:cNvSpPr>
            <a:spLocks noChangeArrowheads="1"/>
          </p:cNvSpPr>
          <p:nvPr/>
        </p:nvSpPr>
        <p:spPr bwMode="auto">
          <a:xfrm>
            <a:off x="0" y="2686050"/>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2474" name="Object 5">
            <a:extLst>
              <a:ext uri="{FF2B5EF4-FFF2-40B4-BE49-F238E27FC236}">
                <a16:creationId xmlns:a16="http://schemas.microsoft.com/office/drawing/2014/main" id="{9B247278-B2EB-A0AC-DDC4-7AB22B3A27BC}"/>
              </a:ext>
            </a:extLst>
          </p:cNvPr>
          <p:cNvGraphicFramePr>
            <a:graphicFrameLocks noChangeAspect="1"/>
          </p:cNvGraphicFramePr>
          <p:nvPr/>
        </p:nvGraphicFramePr>
        <p:xfrm>
          <a:off x="4864100" y="4967288"/>
          <a:ext cx="2708275" cy="1671637"/>
        </p:xfrm>
        <a:graphic>
          <a:graphicData uri="http://schemas.openxmlformats.org/presentationml/2006/ole">
            <mc:AlternateContent xmlns:mc="http://schemas.openxmlformats.org/markup-compatibility/2006">
              <mc:Choice xmlns:v="urn:schemas-microsoft-com:vml" Requires="v">
                <p:oleObj name="公式" r:id="rId9" imgW="1587500" imgH="914400" progId="Equation.3">
                  <p:embed/>
                </p:oleObj>
              </mc:Choice>
              <mc:Fallback>
                <p:oleObj name="公式" r:id="rId9" imgW="1587500" imgH="9144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64100" y="4967288"/>
                        <a:ext cx="2708275" cy="167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1" name="矩形 11">
            <a:extLst>
              <a:ext uri="{FF2B5EF4-FFF2-40B4-BE49-F238E27FC236}">
                <a16:creationId xmlns:a16="http://schemas.microsoft.com/office/drawing/2014/main" id="{7241E794-80EF-5BDC-5316-C05521D85770}"/>
              </a:ext>
            </a:extLst>
          </p:cNvPr>
          <p:cNvSpPr>
            <a:spLocks noChangeArrowheads="1"/>
          </p:cNvSpPr>
          <p:nvPr/>
        </p:nvSpPr>
        <p:spPr bwMode="auto">
          <a:xfrm>
            <a:off x="428625" y="285750"/>
            <a:ext cx="457200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lnSpc>
                <a:spcPct val="130000"/>
              </a:lnSpc>
              <a:defRPr/>
            </a:pPr>
            <a:r>
              <a:rPr lang="zh-CN" altLang="en-US" sz="2400" b="1" dirty="0">
                <a:solidFill>
                  <a:schemeClr val="hlink"/>
                </a:solidFill>
                <a:latin typeface="+mj-ea"/>
                <a:ea typeface="+mj-ea"/>
                <a:cs typeface="Times New Roman" panose="02020603050405020304" pitchFamily="18" charset="0"/>
              </a:rPr>
              <a:t>步骤</a:t>
            </a:r>
            <a:r>
              <a:rPr lang="en-US" altLang="zh-CN" sz="2400" b="1" dirty="0">
                <a:solidFill>
                  <a:schemeClr val="hlink"/>
                </a:solidFill>
                <a:latin typeface="+mj-ea"/>
                <a:ea typeface="+mj-ea"/>
                <a:cs typeface="Times New Roman" panose="02020603050405020304" pitchFamily="18" charset="0"/>
              </a:rPr>
              <a:t>3</a:t>
            </a:r>
            <a:r>
              <a:rPr lang="zh-CN" altLang="en-US" sz="2400" b="1" dirty="0">
                <a:solidFill>
                  <a:schemeClr val="hlink"/>
                </a:solidFill>
                <a:latin typeface="+mj-ea"/>
                <a:ea typeface="+mj-ea"/>
                <a:cs typeface="Times New Roman" panose="02020603050405020304" pitchFamily="18" charset="0"/>
              </a:rPr>
              <a:t>：</a:t>
            </a:r>
            <a:r>
              <a:rPr lang="zh-CN" altLang="en-US" sz="2400" b="1" dirty="0">
                <a:solidFill>
                  <a:srgbClr val="FF3300"/>
                </a:solidFill>
                <a:latin typeface="+mj-ea"/>
                <a:ea typeface="+mj-ea"/>
                <a:cs typeface="Times New Roman" panose="02020603050405020304" pitchFamily="18" charset="0"/>
              </a:rPr>
              <a:t>转轴变换</a:t>
            </a:r>
            <a:r>
              <a:rPr lang="zh-CN" altLang="en-US" sz="2400" dirty="0">
                <a:solidFill>
                  <a:srgbClr val="000066"/>
                </a:solidFill>
                <a:latin typeface="+mj-ea"/>
                <a:ea typeface="+mj-ea"/>
                <a:cs typeface="Times New Roman" panose="02020603050405020304" pitchFamily="18" charset="0"/>
              </a:rPr>
              <a:t>。</a:t>
            </a:r>
          </a:p>
          <a:p>
            <a:pPr eaLnBrk="1" hangingPunct="1">
              <a:lnSpc>
                <a:spcPct val="130000"/>
              </a:lnSpc>
              <a:defRPr/>
            </a:pPr>
            <a:r>
              <a:rPr lang="en-US" altLang="zh-CN" sz="2400" dirty="0" err="1">
                <a:solidFill>
                  <a:srgbClr val="000066"/>
                </a:solidFill>
                <a:latin typeface="+mj-ea"/>
                <a:ea typeface="+mj-ea"/>
                <a:cs typeface="Times New Roman" panose="02020603050405020304" pitchFamily="18" charset="0"/>
              </a:rPr>
              <a:t>x</a:t>
            </a:r>
            <a:r>
              <a:rPr lang="en-US" altLang="zh-CN" sz="2400" baseline="-25000" dirty="0" err="1">
                <a:solidFill>
                  <a:srgbClr val="000066"/>
                </a:solidFill>
                <a:latin typeface="+mj-ea"/>
                <a:ea typeface="+mj-ea"/>
                <a:cs typeface="Times New Roman" panose="02020603050405020304" pitchFamily="18" charset="0"/>
              </a:rPr>
              <a:t>e</a:t>
            </a:r>
            <a:r>
              <a:rPr lang="zh-CN" altLang="en-US" sz="2400" dirty="0">
                <a:solidFill>
                  <a:srgbClr val="000066"/>
                </a:solidFill>
                <a:latin typeface="+mj-ea"/>
                <a:ea typeface="+mj-ea"/>
                <a:cs typeface="Times New Roman" panose="02020603050405020304" pitchFamily="18" charset="0"/>
              </a:rPr>
              <a:t>为入基变量，</a:t>
            </a:r>
            <a:r>
              <a:rPr lang="en-US" altLang="zh-CN" sz="2400" dirty="0">
                <a:solidFill>
                  <a:srgbClr val="000066"/>
                </a:solidFill>
                <a:latin typeface="+mj-ea"/>
                <a:cs typeface="Times New Roman" panose="02020603050405020304" pitchFamily="18" charset="0"/>
              </a:rPr>
              <a:t> </a:t>
            </a:r>
            <a:r>
              <a:rPr lang="en-US" altLang="zh-CN" sz="2400" dirty="0" err="1">
                <a:solidFill>
                  <a:srgbClr val="000066"/>
                </a:solidFill>
                <a:latin typeface="+mj-ea"/>
                <a:cs typeface="Times New Roman" panose="02020603050405020304" pitchFamily="18" charset="0"/>
              </a:rPr>
              <a:t>x</a:t>
            </a:r>
            <a:r>
              <a:rPr lang="en-US" altLang="zh-CN" sz="2400" baseline="-25000" dirty="0" err="1">
                <a:solidFill>
                  <a:srgbClr val="000066"/>
                </a:solidFill>
                <a:latin typeface="+mj-ea"/>
                <a:cs typeface="Times New Roman" panose="02020603050405020304" pitchFamily="18" charset="0"/>
              </a:rPr>
              <a:t>k</a:t>
            </a:r>
            <a:r>
              <a:rPr lang="zh-CN" altLang="en-US" sz="2400" dirty="0">
                <a:solidFill>
                  <a:srgbClr val="000066"/>
                </a:solidFill>
                <a:latin typeface="+mj-ea"/>
                <a:ea typeface="+mj-ea"/>
                <a:cs typeface="Times New Roman" panose="02020603050405020304" pitchFamily="18" charset="0"/>
              </a:rPr>
              <a:t>为出基变量</a:t>
            </a:r>
            <a:endParaRPr lang="en-US" altLang="zh-CN" sz="2400" dirty="0">
              <a:solidFill>
                <a:srgbClr val="000066"/>
              </a:solidFill>
              <a:latin typeface="+mj-ea"/>
              <a:ea typeface="+mj-ea"/>
              <a:cs typeface="Times New Roman" panose="02020603050405020304" pitchFamily="18" charset="0"/>
            </a:endParaRPr>
          </a:p>
          <a:p>
            <a:pPr eaLnBrk="1" hangingPunct="1">
              <a:lnSpc>
                <a:spcPct val="130000"/>
              </a:lnSpc>
              <a:defRPr/>
            </a:pPr>
            <a:endParaRPr lang="en-US" altLang="zh-CN" sz="2400" dirty="0">
              <a:solidFill>
                <a:srgbClr val="000066"/>
              </a:solidFill>
              <a:latin typeface="+mj-ea"/>
              <a:ea typeface="+mj-ea"/>
              <a:cs typeface="Times New Roman" panose="02020603050405020304" pitchFamily="18" charset="0"/>
            </a:endParaRPr>
          </a:p>
          <a:p>
            <a:pPr eaLnBrk="1" hangingPunct="1">
              <a:lnSpc>
                <a:spcPct val="130000"/>
              </a:lnSpc>
              <a:defRPr/>
            </a:pPr>
            <a:r>
              <a:rPr lang="zh-CN" altLang="en-US" sz="2400" dirty="0">
                <a:solidFill>
                  <a:srgbClr val="000066"/>
                </a:solidFill>
                <a:latin typeface="+mj-ea"/>
                <a:ea typeface="+mj-ea"/>
                <a:cs typeface="Times New Roman" panose="02020603050405020304" pitchFamily="18" charset="0"/>
              </a:rPr>
              <a:t>新单纯形表中各元素变换如下。</a:t>
            </a:r>
          </a:p>
        </p:txBody>
      </p:sp>
      <p:sp>
        <p:nvSpPr>
          <p:cNvPr id="35852" name="矩形 13">
            <a:extLst>
              <a:ext uri="{FF2B5EF4-FFF2-40B4-BE49-F238E27FC236}">
                <a16:creationId xmlns:a16="http://schemas.microsoft.com/office/drawing/2014/main" id="{3A17DBB2-807C-41AA-0B77-7037FF8148B0}"/>
              </a:ext>
            </a:extLst>
          </p:cNvPr>
          <p:cNvSpPr>
            <a:spLocks noChangeArrowheads="1"/>
          </p:cNvSpPr>
          <p:nvPr/>
        </p:nvSpPr>
        <p:spPr bwMode="auto">
          <a:xfrm>
            <a:off x="500063" y="5715000"/>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r>
              <a:rPr lang="zh-CN" altLang="en-US" sz="2400" b="1">
                <a:solidFill>
                  <a:schemeClr val="hlink"/>
                </a:solidFill>
                <a:latin typeface="+mj-ea"/>
                <a:ea typeface="+mj-ea"/>
                <a:cs typeface="Times New Roman" panose="02020603050405020304" pitchFamily="18" charset="0"/>
              </a:rPr>
              <a:t>步骤</a:t>
            </a:r>
            <a:r>
              <a:rPr lang="en-US" altLang="zh-CN" sz="2400" b="1">
                <a:solidFill>
                  <a:schemeClr val="hlink"/>
                </a:solidFill>
                <a:latin typeface="+mj-ea"/>
                <a:ea typeface="+mj-ea"/>
                <a:cs typeface="Times New Roman" panose="02020603050405020304" pitchFamily="18" charset="0"/>
              </a:rPr>
              <a:t>4</a:t>
            </a:r>
            <a:r>
              <a:rPr lang="zh-CN" altLang="en-US" sz="2400" b="1">
                <a:solidFill>
                  <a:schemeClr val="hlink"/>
                </a:solidFill>
                <a:latin typeface="+mj-ea"/>
                <a:ea typeface="+mj-ea"/>
                <a:cs typeface="Times New Roman" panose="02020603050405020304" pitchFamily="18" charset="0"/>
              </a:rPr>
              <a:t>：</a:t>
            </a:r>
            <a:r>
              <a:rPr lang="zh-CN" altLang="en-US" sz="2400">
                <a:solidFill>
                  <a:srgbClr val="000066"/>
                </a:solidFill>
                <a:latin typeface="+mj-ea"/>
                <a:ea typeface="+mj-ea"/>
                <a:cs typeface="Times New Roman" panose="02020603050405020304" pitchFamily="18" charset="0"/>
              </a:rPr>
              <a:t>转步骤</a:t>
            </a:r>
            <a:r>
              <a:rPr lang="en-US" altLang="zh-CN" sz="2400">
                <a:solidFill>
                  <a:srgbClr val="000066"/>
                </a:solidFill>
                <a:latin typeface="+mj-ea"/>
                <a:ea typeface="+mj-ea"/>
                <a:cs typeface="Times New Roman" panose="02020603050405020304" pitchFamily="18" charset="0"/>
              </a:rPr>
              <a:t>1</a:t>
            </a:r>
            <a:r>
              <a:rPr lang="zh-CN" altLang="en-US" sz="2400">
                <a:solidFill>
                  <a:srgbClr val="000066"/>
                </a:solidFill>
                <a:latin typeface="+mj-ea"/>
                <a:ea typeface="+mj-ea"/>
                <a:cs typeface="Times New Roman" panose="02020603050405020304" pitchFamily="18" charset="0"/>
              </a:rPr>
              <a:t>。</a:t>
            </a:r>
          </a:p>
        </p:txBody>
      </p:sp>
      <p:sp>
        <p:nvSpPr>
          <p:cNvPr id="2" name="矩形 1">
            <a:extLst>
              <a:ext uri="{FF2B5EF4-FFF2-40B4-BE49-F238E27FC236}">
                <a16:creationId xmlns:a16="http://schemas.microsoft.com/office/drawing/2014/main" id="{ACD78266-02D1-EC07-18C3-1C40C054FE97}"/>
              </a:ext>
            </a:extLst>
          </p:cNvPr>
          <p:cNvSpPr/>
          <p:nvPr/>
        </p:nvSpPr>
        <p:spPr>
          <a:xfrm>
            <a:off x="539750" y="2781300"/>
            <a:ext cx="3638550" cy="1477963"/>
          </a:xfrm>
          <a:prstGeom prst="rect">
            <a:avLst/>
          </a:prstGeom>
        </p:spPr>
        <p:txBody>
          <a:bodyPr>
            <a:spAutoFit/>
          </a:bodyPr>
          <a:lstStyle/>
          <a:p>
            <a:pPr>
              <a:lnSpc>
                <a:spcPct val="150000"/>
              </a:lnSpc>
              <a:defRPr/>
            </a:pPr>
            <a:r>
              <a:rPr lang="zh-CN" altLang="en-US" sz="2000" b="1" dirty="0">
                <a:solidFill>
                  <a:schemeClr val="tx1"/>
                </a:solidFill>
                <a:latin typeface="+mj-ea"/>
                <a:ea typeface="+mj-ea"/>
              </a:rPr>
              <a:t>线性代数中的高斯消元法，</a:t>
            </a:r>
            <a:r>
              <a:rPr lang="zh-CN" altLang="en-US" sz="2000" dirty="0">
                <a:solidFill>
                  <a:schemeClr val="tx1"/>
                </a:solidFill>
                <a:latin typeface="+mj-ea"/>
                <a:ea typeface="+mj-ea"/>
              </a:rPr>
              <a:t>调整基变量，同时保证可行性和目标函数优化。</a:t>
            </a:r>
          </a:p>
        </p:txBody>
      </p:sp>
    </p:spTree>
  </p:cSld>
  <p:clrMapOvr>
    <a:masterClrMapping/>
  </p:clrMapOvr>
  <p:transition>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a:extLst>
              <a:ext uri="{FF2B5EF4-FFF2-40B4-BE49-F238E27FC236}">
                <a16:creationId xmlns:a16="http://schemas.microsoft.com/office/drawing/2014/main" id="{9B81E2A4-6CB5-46DC-94C4-5858D699EBB9}"/>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0CDC8B2-8A86-4CBF-AE46-274F1342BD72}"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39</a:t>
            </a:fld>
            <a:endParaRPr lang="en-US" altLang="zh-CN" sz="1200">
              <a:latin typeface="微软雅黑" panose="020B0503020204020204" pitchFamily="34" charset="-122"/>
              <a:ea typeface="微软雅黑" panose="020B0503020204020204" pitchFamily="34" charset="-122"/>
            </a:endParaRPr>
          </a:p>
        </p:txBody>
      </p:sp>
      <p:sp>
        <p:nvSpPr>
          <p:cNvPr id="46083" name="Rectangle 2">
            <a:extLst>
              <a:ext uri="{FF2B5EF4-FFF2-40B4-BE49-F238E27FC236}">
                <a16:creationId xmlns:a16="http://schemas.microsoft.com/office/drawing/2014/main" id="{9423D0E6-2D0D-8F96-61E7-95C43C2292B2}"/>
              </a:ext>
            </a:extLst>
          </p:cNvPr>
          <p:cNvSpPr>
            <a:spLocks noGrp="1" noChangeArrowheads="1"/>
          </p:cNvSpPr>
          <p:nvPr>
            <p:ph type="title"/>
          </p:nvPr>
        </p:nvSpPr>
        <p:spPr>
          <a:xfrm>
            <a:off x="500063" y="357188"/>
            <a:ext cx="8229600" cy="725487"/>
          </a:xfrm>
        </p:spPr>
        <p:txBody>
          <a:bodyPr/>
          <a:lstStyle/>
          <a:p>
            <a:pPr>
              <a:defRPr/>
            </a:pPr>
            <a:r>
              <a:rPr lang="en-US" altLang="zh-CN" sz="3600" b="1" dirty="0">
                <a:latin typeface="+mj-ea"/>
              </a:rPr>
              <a:t>8.1.4 </a:t>
            </a:r>
            <a:r>
              <a:rPr lang="zh-CN" altLang="en-US" sz="3600" b="1" dirty="0">
                <a:latin typeface="+mj-ea"/>
              </a:rPr>
              <a:t>将一般问题转化为约束标准型 </a:t>
            </a:r>
          </a:p>
        </p:txBody>
      </p:sp>
      <p:sp>
        <p:nvSpPr>
          <p:cNvPr id="46084" name="Rectangle 3">
            <a:extLst>
              <a:ext uri="{FF2B5EF4-FFF2-40B4-BE49-F238E27FC236}">
                <a16:creationId xmlns:a16="http://schemas.microsoft.com/office/drawing/2014/main" id="{FA2F0523-60E3-F3C1-C0A9-DA8D9F1FA7DB}"/>
              </a:ext>
            </a:extLst>
          </p:cNvPr>
          <p:cNvSpPr>
            <a:spLocks noGrp="1" noChangeArrowheads="1"/>
          </p:cNvSpPr>
          <p:nvPr>
            <p:ph type="body" idx="1"/>
          </p:nvPr>
        </p:nvSpPr>
        <p:spPr>
          <a:xfrm>
            <a:off x="163513" y="1338263"/>
            <a:ext cx="8858250" cy="4351337"/>
          </a:xfrm>
        </p:spPr>
        <p:txBody>
          <a:bodyPr/>
          <a:lstStyle/>
          <a:p>
            <a:pPr>
              <a:lnSpc>
                <a:spcPct val="130000"/>
              </a:lnSpc>
              <a:defRPr/>
            </a:pPr>
            <a:r>
              <a:rPr lang="zh-CN" altLang="en-US" sz="2200" dirty="0"/>
              <a:t>转化方法：</a:t>
            </a:r>
          </a:p>
          <a:p>
            <a:pPr lvl="1">
              <a:lnSpc>
                <a:spcPct val="130000"/>
              </a:lnSpc>
              <a:defRPr/>
            </a:pPr>
            <a:r>
              <a:rPr lang="zh-CN" altLang="en-US" sz="1800" dirty="0"/>
              <a:t>首先，需要把</a:t>
            </a:r>
            <a:r>
              <a:rPr lang="en-US" altLang="zh-CN" sz="1800" dirty="0"/>
              <a:t>(8.2)</a:t>
            </a:r>
            <a:r>
              <a:rPr lang="zh-CN" altLang="en-US" sz="1800" dirty="0"/>
              <a:t>或</a:t>
            </a:r>
            <a:r>
              <a:rPr lang="en-US" altLang="zh-CN" sz="1800" dirty="0"/>
              <a:t>(8.4)</a:t>
            </a:r>
            <a:r>
              <a:rPr lang="zh-CN" altLang="en-US" sz="1800" dirty="0"/>
              <a:t>形式的</a:t>
            </a:r>
            <a:r>
              <a:rPr lang="zh-CN" altLang="en-US" sz="1800" u="sng" dirty="0"/>
              <a:t>不等式约束转换为等式约束</a:t>
            </a:r>
            <a:r>
              <a:rPr lang="zh-CN" altLang="en-US" sz="1800" dirty="0"/>
              <a:t>。</a:t>
            </a:r>
          </a:p>
          <a:p>
            <a:pPr lvl="1">
              <a:lnSpc>
                <a:spcPct val="130000"/>
              </a:lnSpc>
              <a:defRPr/>
            </a:pPr>
            <a:r>
              <a:rPr lang="zh-CN" altLang="en-US" sz="1800" dirty="0"/>
              <a:t>具体做法是，引入</a:t>
            </a:r>
            <a:r>
              <a:rPr lang="zh-CN" altLang="en-US" sz="1800" b="1" dirty="0">
                <a:solidFill>
                  <a:schemeClr val="hlink"/>
                </a:solidFill>
              </a:rPr>
              <a:t>松弛变量</a:t>
            </a:r>
            <a:r>
              <a:rPr lang="zh-CN" altLang="en-US" sz="1800" dirty="0"/>
              <a:t>，</a:t>
            </a:r>
            <a:r>
              <a:rPr lang="zh-CN" altLang="en-US" sz="1800" u="sng" dirty="0"/>
              <a:t>利用松弛变量的非负性</a:t>
            </a:r>
            <a:r>
              <a:rPr lang="zh-CN" altLang="en-US" sz="1800" dirty="0"/>
              <a:t>，将不等式转化为等式。松驰变量记为</a:t>
            </a:r>
            <a:r>
              <a:rPr lang="en-US" altLang="zh-CN" sz="1800" dirty="0" err="1"/>
              <a:t>y</a:t>
            </a:r>
            <a:r>
              <a:rPr lang="en-US" altLang="zh-CN" sz="1800" baseline="-25000" dirty="0" err="1"/>
              <a:t>i</a:t>
            </a:r>
            <a:r>
              <a:rPr lang="zh-CN" altLang="en-US" sz="1800" dirty="0"/>
              <a:t>，共有</a:t>
            </a:r>
            <a:r>
              <a:rPr lang="en-US" altLang="zh-CN" sz="1800" dirty="0"/>
              <a:t>m</a:t>
            </a:r>
            <a:r>
              <a:rPr lang="en-US" altLang="zh-CN" sz="1800" baseline="-25000" dirty="0"/>
              <a:t>1</a:t>
            </a:r>
            <a:r>
              <a:rPr lang="en-US" altLang="zh-CN" sz="1800" dirty="0"/>
              <a:t>+m</a:t>
            </a:r>
            <a:r>
              <a:rPr lang="en-US" altLang="zh-CN" sz="1800" baseline="-25000" dirty="0"/>
              <a:t>3</a:t>
            </a:r>
            <a:r>
              <a:rPr lang="zh-CN" altLang="en-US" sz="1800" dirty="0"/>
              <a:t>个。</a:t>
            </a:r>
          </a:p>
          <a:p>
            <a:pPr lvl="1">
              <a:lnSpc>
                <a:spcPct val="130000"/>
              </a:lnSpc>
              <a:defRPr/>
            </a:pPr>
            <a:r>
              <a:rPr lang="zh-CN" altLang="en-US" sz="1800" dirty="0"/>
              <a:t>在求解过程中，应当将松弛变量与原来变量同样对待。求解结束后，抛弃松弛变量。注意</a:t>
            </a:r>
            <a:r>
              <a:rPr lang="zh-CN" altLang="en-US" sz="1800" dirty="0">
                <a:solidFill>
                  <a:srgbClr val="FF0000"/>
                </a:solidFill>
              </a:rPr>
              <a:t>松弛变量前的符号由相应的原不等式的方向所确定</a:t>
            </a:r>
            <a:r>
              <a:rPr lang="zh-CN" altLang="en-US" sz="1800" dirty="0"/>
              <a:t>。</a:t>
            </a:r>
          </a:p>
        </p:txBody>
      </p:sp>
      <p:graphicFrame>
        <p:nvGraphicFramePr>
          <p:cNvPr id="64517" name="Object 2">
            <a:extLst>
              <a:ext uri="{FF2B5EF4-FFF2-40B4-BE49-F238E27FC236}">
                <a16:creationId xmlns:a16="http://schemas.microsoft.com/office/drawing/2014/main" id="{EE1EEA12-3F8A-26A9-773B-B0779B5D8A39}"/>
              </a:ext>
            </a:extLst>
          </p:cNvPr>
          <p:cNvGraphicFramePr>
            <a:graphicFrameLocks noChangeAspect="1"/>
          </p:cNvGraphicFramePr>
          <p:nvPr/>
        </p:nvGraphicFramePr>
        <p:xfrm>
          <a:off x="161925" y="4292600"/>
          <a:ext cx="3668713" cy="1538288"/>
        </p:xfrm>
        <a:graphic>
          <a:graphicData uri="http://schemas.openxmlformats.org/presentationml/2006/ole">
            <mc:AlternateContent xmlns:mc="http://schemas.openxmlformats.org/markup-compatibility/2006">
              <mc:Choice xmlns:v="urn:schemas-microsoft-com:vml" Requires="v">
                <p:oleObj name="公式" r:id="rId3" imgW="2184400" imgH="914400" progId="Equation.3">
                  <p:embed/>
                </p:oleObj>
              </mc:Choice>
              <mc:Fallback>
                <p:oleObj name="公式" r:id="rId3" imgW="2184400"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 y="4292600"/>
                        <a:ext cx="3668713"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6" name="Rectangle 6">
            <a:extLst>
              <a:ext uri="{FF2B5EF4-FFF2-40B4-BE49-F238E27FC236}">
                <a16:creationId xmlns:a16="http://schemas.microsoft.com/office/drawing/2014/main" id="{1120F9B0-A444-0EEE-53A1-37A13871EDDD}"/>
              </a:ext>
            </a:extLst>
          </p:cNvPr>
          <p:cNvSpPr>
            <a:spLocks noChangeArrowheads="1"/>
          </p:cNvSpPr>
          <p:nvPr/>
        </p:nvSpPr>
        <p:spPr bwMode="auto">
          <a:xfrm>
            <a:off x="0" y="26955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4519" name="Object 3">
            <a:extLst>
              <a:ext uri="{FF2B5EF4-FFF2-40B4-BE49-F238E27FC236}">
                <a16:creationId xmlns:a16="http://schemas.microsoft.com/office/drawing/2014/main" id="{94F2D3BD-9CC0-F809-FECA-C26EAB74F03D}"/>
              </a:ext>
            </a:extLst>
          </p:cNvPr>
          <p:cNvGraphicFramePr>
            <a:graphicFrameLocks noChangeAspect="1"/>
          </p:cNvGraphicFramePr>
          <p:nvPr/>
        </p:nvGraphicFramePr>
        <p:xfrm>
          <a:off x="4716463" y="4508500"/>
          <a:ext cx="2833687" cy="1571625"/>
        </p:xfrm>
        <a:graphic>
          <a:graphicData uri="http://schemas.openxmlformats.org/presentationml/2006/ole">
            <mc:AlternateContent xmlns:mc="http://schemas.openxmlformats.org/markup-compatibility/2006">
              <mc:Choice xmlns:v="urn:schemas-microsoft-com:vml" Requires="v">
                <p:oleObj name="公式" r:id="rId5" imgW="1651000" imgH="914400" progId="Equation.3">
                  <p:embed/>
                </p:oleObj>
              </mc:Choice>
              <mc:Fallback>
                <p:oleObj name="公式" r:id="rId5" imgW="1651000" imgH="9144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463" y="4508500"/>
                        <a:ext cx="2833687"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8" name="矩形 1">
            <a:extLst>
              <a:ext uri="{FF2B5EF4-FFF2-40B4-BE49-F238E27FC236}">
                <a16:creationId xmlns:a16="http://schemas.microsoft.com/office/drawing/2014/main" id="{37D81C19-5D52-B595-2BEA-8E89D57DE6A5}"/>
              </a:ext>
            </a:extLst>
          </p:cNvPr>
          <p:cNvSpPr>
            <a:spLocks noChangeArrowheads="1"/>
          </p:cNvSpPr>
          <p:nvPr/>
        </p:nvSpPr>
        <p:spPr bwMode="auto">
          <a:xfrm>
            <a:off x="5580063" y="4508500"/>
            <a:ext cx="576262" cy="404813"/>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
        <p:nvSpPr>
          <p:cNvPr id="46089" name="矩形 8">
            <a:extLst>
              <a:ext uri="{FF2B5EF4-FFF2-40B4-BE49-F238E27FC236}">
                <a16:creationId xmlns:a16="http://schemas.microsoft.com/office/drawing/2014/main" id="{C65B4A82-4D3F-D7B8-CBDF-0A35072F2522}"/>
              </a:ext>
            </a:extLst>
          </p:cNvPr>
          <p:cNvSpPr>
            <a:spLocks noChangeArrowheads="1"/>
          </p:cNvSpPr>
          <p:nvPr/>
        </p:nvSpPr>
        <p:spPr bwMode="auto">
          <a:xfrm>
            <a:off x="5795963" y="4941888"/>
            <a:ext cx="576262" cy="403225"/>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
        <p:nvSpPr>
          <p:cNvPr id="46090" name="矩形 9">
            <a:extLst>
              <a:ext uri="{FF2B5EF4-FFF2-40B4-BE49-F238E27FC236}">
                <a16:creationId xmlns:a16="http://schemas.microsoft.com/office/drawing/2014/main" id="{131E050F-FE2C-B039-1FFE-11348D575B5F}"/>
              </a:ext>
            </a:extLst>
          </p:cNvPr>
          <p:cNvSpPr>
            <a:spLocks noChangeArrowheads="1"/>
          </p:cNvSpPr>
          <p:nvPr/>
        </p:nvSpPr>
        <p:spPr bwMode="auto">
          <a:xfrm>
            <a:off x="6156325" y="5689600"/>
            <a:ext cx="576263" cy="403225"/>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Tree>
  </p:cSld>
  <p:clrMapOvr>
    <a:masterClrMapping/>
  </p:clrMapOvr>
  <p:transition>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a:extLst>
              <a:ext uri="{FF2B5EF4-FFF2-40B4-BE49-F238E27FC236}">
                <a16:creationId xmlns:a16="http://schemas.microsoft.com/office/drawing/2014/main" id="{04982F80-0CE3-5756-5803-61ED9FE00A3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B399BFC-C1C7-4BF3-B5A3-B79AAD272723}"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40</a:t>
            </a:fld>
            <a:endParaRPr lang="en-US" altLang="zh-CN" sz="1200">
              <a:latin typeface="微软雅黑" panose="020B0503020204020204" pitchFamily="34" charset="-122"/>
              <a:ea typeface="微软雅黑" panose="020B0503020204020204" pitchFamily="34" charset="-122"/>
            </a:endParaRPr>
          </a:p>
        </p:txBody>
      </p:sp>
      <p:sp>
        <p:nvSpPr>
          <p:cNvPr id="48131" name="Rectangle 3">
            <a:extLst>
              <a:ext uri="{FF2B5EF4-FFF2-40B4-BE49-F238E27FC236}">
                <a16:creationId xmlns:a16="http://schemas.microsoft.com/office/drawing/2014/main" id="{5171913D-A145-4D95-533C-416B00DAB9F1}"/>
              </a:ext>
            </a:extLst>
          </p:cNvPr>
          <p:cNvSpPr>
            <a:spLocks noGrp="1" noChangeArrowheads="1"/>
          </p:cNvSpPr>
          <p:nvPr>
            <p:ph type="body" idx="1"/>
          </p:nvPr>
        </p:nvSpPr>
        <p:spPr>
          <a:xfrm>
            <a:off x="301625" y="549275"/>
            <a:ext cx="8540750" cy="2665413"/>
          </a:xfrm>
        </p:spPr>
        <p:txBody>
          <a:bodyPr/>
          <a:lstStyle/>
          <a:p>
            <a:pPr>
              <a:lnSpc>
                <a:spcPct val="130000"/>
              </a:lnSpc>
              <a:defRPr/>
            </a:pPr>
            <a:r>
              <a:rPr lang="zh-CN" altLang="en-US" sz="2400" dirty="0"/>
              <a:t>为了进一步构造标准型约束，还需要引入</a:t>
            </a:r>
            <a:r>
              <a:rPr lang="en-US" altLang="zh-CN" sz="2400" dirty="0"/>
              <a:t>m</a:t>
            </a:r>
            <a:r>
              <a:rPr lang="zh-CN" altLang="en-US" sz="2400" dirty="0"/>
              <a:t>个</a:t>
            </a:r>
            <a:r>
              <a:rPr lang="zh-CN" altLang="en-US" sz="2400" b="1" dirty="0">
                <a:solidFill>
                  <a:schemeClr val="hlink"/>
                </a:solidFill>
              </a:rPr>
              <a:t>人工变量</a:t>
            </a:r>
            <a:r>
              <a:rPr lang="zh-CN" altLang="en-US" sz="2400" dirty="0"/>
              <a:t>，记为</a:t>
            </a:r>
            <a:r>
              <a:rPr lang="en-US" altLang="zh-CN" sz="2400" dirty="0" err="1"/>
              <a:t>z</a:t>
            </a:r>
            <a:r>
              <a:rPr lang="en-US" altLang="zh-CN" sz="2400" baseline="-25000" dirty="0" err="1"/>
              <a:t>i</a:t>
            </a:r>
            <a:r>
              <a:rPr lang="zh-CN" altLang="en-US" sz="2400" dirty="0"/>
              <a:t>。人工变量也要满足非负约束。</a:t>
            </a:r>
          </a:p>
          <a:p>
            <a:pPr>
              <a:lnSpc>
                <a:spcPct val="130000"/>
              </a:lnSpc>
              <a:defRPr/>
            </a:pPr>
            <a:r>
              <a:rPr lang="zh-CN" altLang="en-US" sz="2400" dirty="0"/>
              <a:t>至此，</a:t>
            </a:r>
            <a:r>
              <a:rPr lang="zh-CN" altLang="en-US" sz="2400" u="sng" dirty="0"/>
              <a:t>原问题已变换为约束标准型线性规划问题</a:t>
            </a:r>
            <a:endParaRPr lang="zh-CN" altLang="en-US" sz="2400" dirty="0"/>
          </a:p>
          <a:p>
            <a:pPr>
              <a:lnSpc>
                <a:spcPct val="130000"/>
              </a:lnSpc>
              <a:defRPr/>
            </a:pPr>
            <a:r>
              <a:rPr lang="zh-CN" altLang="en-US" sz="2400" dirty="0"/>
              <a:t>极小化线性规划问题，只要将目标函数乘以</a:t>
            </a:r>
            <a:r>
              <a:rPr lang="en-US" altLang="zh-CN" sz="2400" dirty="0"/>
              <a:t>-1</a:t>
            </a:r>
            <a:r>
              <a:rPr lang="zh-CN" altLang="en-US" sz="2400" dirty="0"/>
              <a:t>即可化为等价的极大化线性规划问题。</a:t>
            </a:r>
          </a:p>
        </p:txBody>
      </p:sp>
      <p:sp>
        <p:nvSpPr>
          <p:cNvPr id="48132" name="Rectangle 5">
            <a:extLst>
              <a:ext uri="{FF2B5EF4-FFF2-40B4-BE49-F238E27FC236}">
                <a16:creationId xmlns:a16="http://schemas.microsoft.com/office/drawing/2014/main" id="{75CBC02F-BBD0-2AB0-279C-09EACFB3F9AE}"/>
              </a:ext>
            </a:extLst>
          </p:cNvPr>
          <p:cNvSpPr>
            <a:spLocks noChangeArrowheads="1"/>
          </p:cNvSpPr>
          <p:nvPr/>
        </p:nvSpPr>
        <p:spPr bwMode="auto">
          <a:xfrm>
            <a:off x="0" y="26955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66565" name="Object 2">
            <a:extLst>
              <a:ext uri="{FF2B5EF4-FFF2-40B4-BE49-F238E27FC236}">
                <a16:creationId xmlns:a16="http://schemas.microsoft.com/office/drawing/2014/main" id="{A4BD8C76-FA46-2A46-23FD-1995CCC01372}"/>
              </a:ext>
            </a:extLst>
          </p:cNvPr>
          <p:cNvGraphicFramePr>
            <a:graphicFrameLocks noChangeAspect="1"/>
          </p:cNvGraphicFramePr>
          <p:nvPr/>
        </p:nvGraphicFramePr>
        <p:xfrm>
          <a:off x="2786063" y="3429000"/>
          <a:ext cx="4535487" cy="2143125"/>
        </p:xfrm>
        <a:graphic>
          <a:graphicData uri="http://schemas.openxmlformats.org/presentationml/2006/ole">
            <mc:AlternateContent xmlns:mc="http://schemas.openxmlformats.org/markup-compatibility/2006">
              <mc:Choice xmlns:v="urn:schemas-microsoft-com:vml" Requires="v">
                <p:oleObj name="公式" r:id="rId3" imgW="1930400" imgH="914400" progId="Equation.3">
                  <p:embed/>
                </p:oleObj>
              </mc:Choice>
              <mc:Fallback>
                <p:oleObj name="公式" r:id="rId3" imgW="1930400" imgH="914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063" y="3429000"/>
                        <a:ext cx="4535487"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4" name="矩形 5">
            <a:extLst>
              <a:ext uri="{FF2B5EF4-FFF2-40B4-BE49-F238E27FC236}">
                <a16:creationId xmlns:a16="http://schemas.microsoft.com/office/drawing/2014/main" id="{7A60676D-977D-6C90-60A1-B1F0D76CADAA}"/>
              </a:ext>
            </a:extLst>
          </p:cNvPr>
          <p:cNvSpPr>
            <a:spLocks noChangeArrowheads="1"/>
          </p:cNvSpPr>
          <p:nvPr/>
        </p:nvSpPr>
        <p:spPr bwMode="auto">
          <a:xfrm>
            <a:off x="2771775" y="3429000"/>
            <a:ext cx="417513" cy="2208213"/>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
        <p:nvSpPr>
          <p:cNvPr id="48135" name="矩形 6">
            <a:extLst>
              <a:ext uri="{FF2B5EF4-FFF2-40B4-BE49-F238E27FC236}">
                <a16:creationId xmlns:a16="http://schemas.microsoft.com/office/drawing/2014/main" id="{A765C0FD-7383-4091-6E7F-DFEFC14E3C78}"/>
              </a:ext>
            </a:extLst>
          </p:cNvPr>
          <p:cNvSpPr>
            <a:spLocks noChangeArrowheads="1"/>
          </p:cNvSpPr>
          <p:nvPr/>
        </p:nvSpPr>
        <p:spPr bwMode="auto">
          <a:xfrm>
            <a:off x="2411413" y="6361113"/>
            <a:ext cx="5976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1600" dirty="0">
                <a:solidFill>
                  <a:schemeClr val="tx1"/>
                </a:solidFill>
                <a:latin typeface="+mj-ea"/>
                <a:ea typeface="+mj-ea"/>
              </a:rPr>
              <a:t>与原问题等价吗？通过引入人工变量，化为约束标准型的目的？</a:t>
            </a:r>
          </a:p>
        </p:txBody>
      </p:sp>
    </p:spTree>
  </p:cSld>
  <p:clrMapOvr>
    <a:masterClrMapping/>
  </p:clrMapOvr>
  <p:transition>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9C5D265C-391E-67E2-EFC3-6F5E185FD57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5EB88F6-BC9E-4B2D-A5F7-16BECBCD8982}"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41</a:t>
            </a:fld>
            <a:endParaRPr lang="en-US" altLang="zh-CN" sz="1200">
              <a:latin typeface="微软雅黑" panose="020B0503020204020204" pitchFamily="34" charset="-122"/>
              <a:ea typeface="微软雅黑" panose="020B0503020204020204" pitchFamily="34" charset="-122"/>
            </a:endParaRPr>
          </a:p>
        </p:txBody>
      </p:sp>
      <p:sp>
        <p:nvSpPr>
          <p:cNvPr id="50179" name="Rectangle 2">
            <a:extLst>
              <a:ext uri="{FF2B5EF4-FFF2-40B4-BE49-F238E27FC236}">
                <a16:creationId xmlns:a16="http://schemas.microsoft.com/office/drawing/2014/main" id="{F8CC62CC-A438-CE2E-AEE0-3BB3D851BB55}"/>
              </a:ext>
            </a:extLst>
          </p:cNvPr>
          <p:cNvSpPr>
            <a:spLocks noGrp="1" noChangeArrowheads="1"/>
          </p:cNvSpPr>
          <p:nvPr>
            <p:ph type="title"/>
          </p:nvPr>
        </p:nvSpPr>
        <p:spPr>
          <a:xfrm>
            <a:off x="144463" y="260350"/>
            <a:ext cx="9401175" cy="1143000"/>
          </a:xfrm>
        </p:spPr>
        <p:txBody>
          <a:bodyPr/>
          <a:lstStyle/>
          <a:p>
            <a:pPr>
              <a:defRPr/>
            </a:pPr>
            <a:r>
              <a:rPr lang="en-US" altLang="zh-CN" sz="3600" b="1">
                <a:latin typeface="+mj-ea"/>
              </a:rPr>
              <a:t>8.1.5</a:t>
            </a:r>
            <a:r>
              <a:rPr lang="zh-CN" altLang="en-US" sz="3600" b="1">
                <a:latin typeface="+mj-ea"/>
              </a:rPr>
              <a:t>一般线性规划问题的</a:t>
            </a:r>
            <a:r>
              <a:rPr lang="en-US" altLang="zh-CN" sz="3600" b="1">
                <a:latin typeface="+mj-ea"/>
              </a:rPr>
              <a:t>2</a:t>
            </a:r>
            <a:r>
              <a:rPr lang="zh-CN" altLang="en-US" sz="3600" b="1">
                <a:latin typeface="+mj-ea"/>
              </a:rPr>
              <a:t>阶段单纯形算法 </a:t>
            </a:r>
          </a:p>
        </p:txBody>
      </p:sp>
      <p:sp>
        <p:nvSpPr>
          <p:cNvPr id="50180" name="Rectangle 3">
            <a:extLst>
              <a:ext uri="{FF2B5EF4-FFF2-40B4-BE49-F238E27FC236}">
                <a16:creationId xmlns:a16="http://schemas.microsoft.com/office/drawing/2014/main" id="{160A29C7-AD00-7EB6-1E19-CEE6EF9FA098}"/>
              </a:ext>
            </a:extLst>
          </p:cNvPr>
          <p:cNvSpPr>
            <a:spLocks noGrp="1" noChangeArrowheads="1"/>
          </p:cNvSpPr>
          <p:nvPr>
            <p:ph type="body" idx="4294967295"/>
          </p:nvPr>
        </p:nvSpPr>
        <p:spPr>
          <a:xfrm>
            <a:off x="144463" y="1592263"/>
            <a:ext cx="9001125" cy="5143500"/>
          </a:xfrm>
        </p:spPr>
        <p:txBody>
          <a:bodyPr/>
          <a:lstStyle/>
          <a:p>
            <a:pPr>
              <a:lnSpc>
                <a:spcPct val="130000"/>
              </a:lnSpc>
              <a:defRPr/>
            </a:pPr>
            <a:r>
              <a:rPr lang="zh-CN" altLang="en-US" sz="2400" u="sng" dirty="0">
                <a:latin typeface="+mj-ea"/>
                <a:ea typeface="+mj-ea"/>
              </a:rPr>
              <a:t>引入人工变量后的线性规划问题与原问题并不等价，除非所有</a:t>
            </a:r>
            <a:r>
              <a:rPr lang="en-US" altLang="zh-CN" sz="2400" u="sng" dirty="0" err="1">
                <a:latin typeface="+mj-ea"/>
                <a:ea typeface="+mj-ea"/>
              </a:rPr>
              <a:t>z</a:t>
            </a:r>
            <a:r>
              <a:rPr lang="en-US" altLang="zh-CN" sz="2400" u="sng" baseline="-25000" dirty="0" err="1">
                <a:latin typeface="+mj-ea"/>
                <a:ea typeface="+mj-ea"/>
              </a:rPr>
              <a:t>i</a:t>
            </a:r>
            <a:r>
              <a:rPr lang="zh-CN" altLang="en-US" sz="2400" u="sng" dirty="0">
                <a:latin typeface="+mj-ea"/>
                <a:ea typeface="+mj-ea"/>
              </a:rPr>
              <a:t>都是</a:t>
            </a:r>
            <a:r>
              <a:rPr lang="en-US" altLang="zh-CN" sz="2400" u="sng" dirty="0">
                <a:latin typeface="+mj-ea"/>
                <a:ea typeface="+mj-ea"/>
              </a:rPr>
              <a:t>0</a:t>
            </a:r>
            <a:r>
              <a:rPr lang="zh-CN" altLang="en-US" sz="2400" dirty="0">
                <a:latin typeface="+mj-ea"/>
                <a:ea typeface="+mj-ea"/>
              </a:rPr>
              <a:t>。为了解决这个问题，在求解时必须分</a:t>
            </a:r>
            <a:r>
              <a:rPr lang="en-US" altLang="zh-CN" sz="2400" dirty="0">
                <a:latin typeface="+mj-ea"/>
                <a:ea typeface="+mj-ea"/>
              </a:rPr>
              <a:t>2</a:t>
            </a:r>
            <a:r>
              <a:rPr lang="zh-CN" altLang="en-US" sz="2400" dirty="0">
                <a:latin typeface="+mj-ea"/>
                <a:ea typeface="+mj-ea"/>
              </a:rPr>
              <a:t>个阶段进行。</a:t>
            </a:r>
          </a:p>
          <a:p>
            <a:pPr>
              <a:lnSpc>
                <a:spcPct val="160000"/>
              </a:lnSpc>
              <a:defRPr/>
            </a:pPr>
            <a:r>
              <a:rPr lang="zh-CN" altLang="en-US" sz="2400" dirty="0">
                <a:solidFill>
                  <a:srgbClr val="FF0000"/>
                </a:solidFill>
                <a:latin typeface="+mj-ea"/>
                <a:ea typeface="+mj-ea"/>
              </a:rPr>
              <a:t>第一阶段</a:t>
            </a:r>
            <a:r>
              <a:rPr lang="zh-CN" altLang="en-US" sz="2400" u="sng" dirty="0">
                <a:latin typeface="+mj-ea"/>
                <a:ea typeface="+mj-ea"/>
              </a:rPr>
              <a:t>用一个辅助目标函数  </a:t>
            </a:r>
            <a:r>
              <a:rPr lang="en-US" altLang="zh-CN" sz="2400" u="sng" dirty="0">
                <a:latin typeface="+mj-ea"/>
                <a:ea typeface="+mj-ea"/>
              </a:rPr>
              <a:t>min</a:t>
            </a:r>
            <a:r>
              <a:rPr lang="zh-CN" altLang="en-US" sz="2400" u="sng" dirty="0">
                <a:latin typeface="+mj-ea"/>
                <a:ea typeface="+mj-ea"/>
              </a:rPr>
              <a:t>              </a:t>
            </a:r>
            <a:r>
              <a:rPr lang="zh-CN" altLang="en-US" sz="2400" dirty="0">
                <a:latin typeface="+mj-ea"/>
                <a:ea typeface="+mj-ea"/>
              </a:rPr>
              <a:t>。</a:t>
            </a:r>
          </a:p>
          <a:p>
            <a:pPr>
              <a:lnSpc>
                <a:spcPct val="160000"/>
              </a:lnSpc>
              <a:defRPr/>
            </a:pPr>
            <a:r>
              <a:rPr lang="zh-CN" altLang="en-US" sz="2400" dirty="0">
                <a:latin typeface="+mj-ea"/>
                <a:ea typeface="+mj-ea"/>
              </a:rPr>
              <a:t>这个线性规划问题称为原线性规划问题所相应的</a:t>
            </a:r>
            <a:r>
              <a:rPr lang="zh-CN" altLang="en-US" sz="2400" b="1" dirty="0">
                <a:solidFill>
                  <a:schemeClr val="hlink"/>
                </a:solidFill>
                <a:latin typeface="+mj-ea"/>
                <a:ea typeface="+mj-ea"/>
              </a:rPr>
              <a:t>辅助线性规划问题</a:t>
            </a:r>
            <a:r>
              <a:rPr lang="zh-CN" altLang="en-US" sz="2400" dirty="0">
                <a:latin typeface="+mj-ea"/>
                <a:ea typeface="+mj-ea"/>
              </a:rPr>
              <a:t>，对辅助线性规划问题用单纯形算法求解。</a:t>
            </a:r>
          </a:p>
          <a:p>
            <a:pPr>
              <a:lnSpc>
                <a:spcPct val="130000"/>
              </a:lnSpc>
              <a:defRPr/>
            </a:pPr>
            <a:r>
              <a:rPr lang="zh-CN" altLang="en-US" sz="2400" dirty="0">
                <a:latin typeface="+mj-ea"/>
                <a:ea typeface="+mj-ea"/>
              </a:rPr>
              <a:t>如果原线性规划问题有可行解，则辅助线性规划问题就有最优解，且其最优值为</a:t>
            </a:r>
            <a:r>
              <a:rPr lang="en-US" altLang="zh-CN" sz="2400" dirty="0">
                <a:latin typeface="+mj-ea"/>
                <a:ea typeface="+mj-ea"/>
              </a:rPr>
              <a:t>0</a:t>
            </a:r>
            <a:r>
              <a:rPr lang="zh-CN" altLang="en-US" sz="2400" dirty="0">
                <a:latin typeface="+mj-ea"/>
                <a:ea typeface="+mj-ea"/>
              </a:rPr>
              <a:t>，即所有</a:t>
            </a:r>
            <a:r>
              <a:rPr lang="en-US" altLang="zh-CN" sz="2400" dirty="0" err="1">
                <a:latin typeface="+mj-ea"/>
                <a:ea typeface="+mj-ea"/>
              </a:rPr>
              <a:t>z</a:t>
            </a:r>
            <a:r>
              <a:rPr lang="en-US" altLang="zh-CN" sz="2400" baseline="-25000" dirty="0" err="1">
                <a:latin typeface="+mj-ea"/>
                <a:ea typeface="+mj-ea"/>
              </a:rPr>
              <a:t>i</a:t>
            </a:r>
            <a:r>
              <a:rPr lang="zh-CN" altLang="en-US" sz="2400" dirty="0">
                <a:latin typeface="+mj-ea"/>
                <a:ea typeface="+mj-ea"/>
              </a:rPr>
              <a:t>都为</a:t>
            </a:r>
            <a:r>
              <a:rPr lang="en-US" altLang="zh-CN" sz="2400" dirty="0">
                <a:latin typeface="+mj-ea"/>
                <a:ea typeface="+mj-ea"/>
              </a:rPr>
              <a:t>0</a:t>
            </a:r>
            <a:r>
              <a:rPr lang="zh-CN" altLang="en-US" sz="2400" dirty="0">
                <a:latin typeface="+mj-ea"/>
                <a:ea typeface="+mj-ea"/>
              </a:rPr>
              <a:t>。</a:t>
            </a:r>
          </a:p>
        </p:txBody>
      </p:sp>
      <p:graphicFrame>
        <p:nvGraphicFramePr>
          <p:cNvPr id="68613" name="Object 2">
            <a:extLst>
              <a:ext uri="{FF2B5EF4-FFF2-40B4-BE49-F238E27FC236}">
                <a16:creationId xmlns:a16="http://schemas.microsoft.com/office/drawing/2014/main" id="{2825700E-0634-C4C3-531C-5C8D512240C2}"/>
              </a:ext>
            </a:extLst>
          </p:cNvPr>
          <p:cNvGraphicFramePr>
            <a:graphicFrameLocks noChangeAspect="1"/>
          </p:cNvGraphicFramePr>
          <p:nvPr/>
        </p:nvGraphicFramePr>
        <p:xfrm>
          <a:off x="5380038" y="2565400"/>
          <a:ext cx="1173162" cy="736600"/>
        </p:xfrm>
        <a:graphic>
          <a:graphicData uri="http://schemas.openxmlformats.org/presentationml/2006/ole">
            <mc:AlternateContent xmlns:mc="http://schemas.openxmlformats.org/markup-compatibility/2006">
              <mc:Choice xmlns:v="urn:schemas-microsoft-com:vml" Requires="v">
                <p:oleObj name="公式" r:id="rId2" imgW="685800" imgH="431800" progId="Equation.3">
                  <p:embed/>
                </p:oleObj>
              </mc:Choice>
              <mc:Fallback>
                <p:oleObj name="公式" r:id="rId2" imgW="685800" imgH="431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0038" y="2565400"/>
                        <a:ext cx="117316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a:extLst>
              <a:ext uri="{FF2B5EF4-FFF2-40B4-BE49-F238E27FC236}">
                <a16:creationId xmlns:a16="http://schemas.microsoft.com/office/drawing/2014/main" id="{D40D29E2-EB43-BF45-E3F4-EDDF520569A0}"/>
              </a:ext>
            </a:extLst>
          </p:cNvPr>
          <p:cNvSpPr>
            <a:spLocks noGrp="1" noChangeArrowheads="1"/>
          </p:cNvSpPr>
          <p:nvPr>
            <p:ph idx="1"/>
          </p:nvPr>
        </p:nvSpPr>
        <p:spPr>
          <a:xfrm>
            <a:off x="395288" y="1511300"/>
            <a:ext cx="8501062" cy="4929188"/>
          </a:xfrm>
        </p:spPr>
        <p:txBody>
          <a:bodyPr/>
          <a:lstStyle/>
          <a:p>
            <a:pPr>
              <a:lnSpc>
                <a:spcPct val="130000"/>
              </a:lnSpc>
              <a:defRPr/>
            </a:pPr>
            <a:r>
              <a:rPr lang="zh-CN" altLang="en-US" sz="2400" dirty="0"/>
              <a:t>在辅助线性规划问题最后的单纯形表中，所有</a:t>
            </a:r>
            <a:r>
              <a:rPr lang="en-US" altLang="zh-CN" sz="2400" dirty="0" err="1"/>
              <a:t>z</a:t>
            </a:r>
            <a:r>
              <a:rPr lang="en-US" altLang="zh-CN" sz="2400" baseline="-25000" dirty="0" err="1"/>
              <a:t>i</a:t>
            </a:r>
            <a:r>
              <a:rPr lang="zh-CN" altLang="en-US" sz="2400" dirty="0"/>
              <a:t>均为非基本变量。划掉所有</a:t>
            </a:r>
            <a:r>
              <a:rPr lang="en-US" altLang="zh-CN" sz="2400" dirty="0" err="1"/>
              <a:t>z</a:t>
            </a:r>
            <a:r>
              <a:rPr lang="en-US" altLang="zh-CN" sz="2400" baseline="-25000" dirty="0" err="1"/>
              <a:t>i</a:t>
            </a:r>
            <a:r>
              <a:rPr lang="zh-CN" altLang="en-US" sz="2400" dirty="0"/>
              <a:t>相应的列，剩下的就是只含</a:t>
            </a:r>
            <a:r>
              <a:rPr lang="en-US" altLang="zh-CN" sz="2400" dirty="0"/>
              <a:t>x</a:t>
            </a:r>
            <a:r>
              <a:rPr lang="en-US" altLang="zh-CN" sz="2400" baseline="-25000" dirty="0"/>
              <a:t>i</a:t>
            </a:r>
            <a:r>
              <a:rPr lang="zh-CN" altLang="en-US" sz="2400" dirty="0"/>
              <a:t>和</a:t>
            </a:r>
            <a:r>
              <a:rPr lang="en-US" altLang="zh-CN" sz="2400" dirty="0" err="1"/>
              <a:t>y</a:t>
            </a:r>
            <a:r>
              <a:rPr lang="en-US" altLang="zh-CN" sz="2400" baseline="-25000" dirty="0" err="1"/>
              <a:t>i</a:t>
            </a:r>
            <a:r>
              <a:rPr lang="zh-CN" altLang="en-US" sz="2400" dirty="0"/>
              <a:t>的约束标准型线性规划问题，且与原问题等价。</a:t>
            </a:r>
          </a:p>
          <a:p>
            <a:pPr>
              <a:lnSpc>
                <a:spcPct val="130000"/>
              </a:lnSpc>
              <a:defRPr/>
            </a:pPr>
            <a:r>
              <a:rPr lang="zh-CN" altLang="en-US" sz="2400" dirty="0"/>
              <a:t>单纯形算法</a:t>
            </a:r>
            <a:r>
              <a:rPr lang="zh-CN" altLang="en-US" sz="2400" dirty="0">
                <a:solidFill>
                  <a:srgbClr val="FF0000"/>
                </a:solidFill>
              </a:rPr>
              <a:t>第一阶段的任务</a:t>
            </a:r>
            <a:r>
              <a:rPr lang="zh-CN" altLang="en-US" sz="2400" dirty="0"/>
              <a:t>就是</a:t>
            </a:r>
            <a:r>
              <a:rPr lang="zh-CN" altLang="en-US" sz="2400" u="sng" dirty="0"/>
              <a:t>构造一个初始基本可行解</a:t>
            </a:r>
            <a:r>
              <a:rPr lang="zh-CN" altLang="en-US" sz="2400" dirty="0"/>
              <a:t>。</a:t>
            </a:r>
          </a:p>
          <a:p>
            <a:pPr>
              <a:lnSpc>
                <a:spcPct val="130000"/>
              </a:lnSpc>
              <a:defRPr/>
            </a:pPr>
            <a:r>
              <a:rPr lang="zh-CN" altLang="en-US" sz="2400" dirty="0"/>
              <a:t>单纯形算法</a:t>
            </a:r>
            <a:r>
              <a:rPr lang="zh-CN" altLang="en-US" sz="2400" dirty="0">
                <a:solidFill>
                  <a:srgbClr val="FF0000"/>
                </a:solidFill>
              </a:rPr>
              <a:t>第二阶段的目标</a:t>
            </a:r>
            <a:r>
              <a:rPr lang="zh-CN" altLang="en-US" sz="2400" dirty="0"/>
              <a:t>是求解由第一阶段导出的问题。此时要</a:t>
            </a:r>
            <a:r>
              <a:rPr lang="zh-CN" altLang="en-US" sz="2400" u="sng" dirty="0"/>
              <a:t>用原来的目标函数进行求解</a:t>
            </a:r>
            <a:r>
              <a:rPr lang="zh-CN" altLang="en-US" sz="2400" dirty="0"/>
              <a:t>。</a:t>
            </a:r>
          </a:p>
          <a:p>
            <a:pPr>
              <a:lnSpc>
                <a:spcPct val="130000"/>
              </a:lnSpc>
              <a:defRPr/>
            </a:pPr>
            <a:r>
              <a:rPr lang="zh-CN" altLang="en-US" sz="2400" dirty="0"/>
              <a:t>如果在辅助线性规划问题最后的单纯形表中，</a:t>
            </a:r>
            <a:r>
              <a:rPr lang="en-US" altLang="zh-CN" sz="2400" dirty="0" err="1"/>
              <a:t>z</a:t>
            </a:r>
            <a:r>
              <a:rPr lang="en-US" altLang="zh-CN" sz="2400" baseline="-25000" dirty="0" err="1"/>
              <a:t>i</a:t>
            </a:r>
            <a:r>
              <a:rPr lang="zh-CN" altLang="en-US" sz="2400" dirty="0"/>
              <a:t>不全为</a:t>
            </a:r>
            <a:r>
              <a:rPr lang="en-US" altLang="zh-CN" sz="2400" dirty="0"/>
              <a:t>0</a:t>
            </a:r>
            <a:r>
              <a:rPr lang="zh-CN" altLang="en-US" sz="2400" dirty="0"/>
              <a:t>，则原线性规划问题没有可行解，从而原线性规划问题无解。</a:t>
            </a:r>
          </a:p>
          <a:p>
            <a:pPr>
              <a:defRPr/>
            </a:pPr>
            <a:endParaRPr lang="zh-CN" altLang="en-US" sz="2400" dirty="0"/>
          </a:p>
        </p:txBody>
      </p:sp>
      <p:sp>
        <p:nvSpPr>
          <p:cNvPr id="51203" name="灯片编号占位符 3">
            <a:extLst>
              <a:ext uri="{FF2B5EF4-FFF2-40B4-BE49-F238E27FC236}">
                <a16:creationId xmlns:a16="http://schemas.microsoft.com/office/drawing/2014/main" id="{251C70DF-1853-C024-6F7B-388B31BBB402}"/>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18F4050-9057-4E4D-B25C-43F57AD952D2}" type="slidenum">
              <a:rPr lang="en-US" altLang="zh-CN" sz="1200">
                <a:latin typeface="微软雅黑" panose="020B0503020204020204" pitchFamily="34" charset="-122"/>
                <a:ea typeface="微软雅黑" panose="020B0503020204020204" pitchFamily="34" charset="-122"/>
              </a:rPr>
              <a:pPr>
                <a:spcBef>
                  <a:spcPct val="0"/>
                </a:spcBef>
                <a:buClrTx/>
                <a:buSzTx/>
                <a:buFontTx/>
                <a:buNone/>
              </a:pPr>
              <a:t>42</a:t>
            </a:fld>
            <a:endParaRPr lang="en-US" altLang="zh-CN" sz="1200">
              <a:latin typeface="微软雅黑" panose="020B0503020204020204" pitchFamily="34" charset="-122"/>
              <a:ea typeface="微软雅黑" panose="020B0503020204020204" pitchFamily="34" charset="-122"/>
            </a:endParaRPr>
          </a:p>
        </p:txBody>
      </p:sp>
      <p:sp>
        <p:nvSpPr>
          <p:cNvPr id="51204" name="Rectangle 2">
            <a:extLst>
              <a:ext uri="{FF2B5EF4-FFF2-40B4-BE49-F238E27FC236}">
                <a16:creationId xmlns:a16="http://schemas.microsoft.com/office/drawing/2014/main" id="{0FBEF57B-3F6F-4A8E-2B57-3F3954319D45}"/>
              </a:ext>
            </a:extLst>
          </p:cNvPr>
          <p:cNvSpPr>
            <a:spLocks noGrp="1" noChangeArrowheads="1"/>
          </p:cNvSpPr>
          <p:nvPr>
            <p:ph type="title"/>
          </p:nvPr>
        </p:nvSpPr>
        <p:spPr>
          <a:xfrm>
            <a:off x="0" y="260350"/>
            <a:ext cx="9401175" cy="1143000"/>
          </a:xfrm>
        </p:spPr>
        <p:txBody>
          <a:bodyPr/>
          <a:lstStyle/>
          <a:p>
            <a:pPr>
              <a:defRPr/>
            </a:pPr>
            <a:r>
              <a:rPr lang="en-US" altLang="zh-CN" sz="3600" b="1">
                <a:latin typeface="+mj-ea"/>
              </a:rPr>
              <a:t>8.1.5</a:t>
            </a:r>
            <a:r>
              <a:rPr lang="zh-CN" altLang="en-US" sz="3600" b="1">
                <a:latin typeface="+mj-ea"/>
              </a:rPr>
              <a:t>一般线性规划问题的</a:t>
            </a:r>
            <a:r>
              <a:rPr lang="en-US" altLang="zh-CN" sz="3600" b="1">
                <a:latin typeface="+mj-ea"/>
              </a:rPr>
              <a:t>2</a:t>
            </a:r>
            <a:r>
              <a:rPr lang="zh-CN" altLang="en-US" sz="3600" b="1">
                <a:latin typeface="+mj-ea"/>
              </a:rPr>
              <a:t>阶段单纯形算法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211B5590-6C3E-D041-5917-3A978ADF5841}"/>
              </a:ext>
            </a:extLst>
          </p:cNvPr>
          <p:cNvSpPr>
            <a:spLocks noGrp="1" noChangeArrowheads="1"/>
          </p:cNvSpPr>
          <p:nvPr>
            <p:ph type="title"/>
          </p:nvPr>
        </p:nvSpPr>
        <p:spPr/>
        <p:txBody>
          <a:bodyPr/>
          <a:lstStyle/>
          <a:p>
            <a:r>
              <a:rPr lang="zh-CN" altLang="en-US"/>
              <a:t>练习</a:t>
            </a:r>
          </a:p>
        </p:txBody>
      </p:sp>
      <p:sp>
        <p:nvSpPr>
          <p:cNvPr id="71683" name="灯片编号占位符 3">
            <a:extLst>
              <a:ext uri="{FF2B5EF4-FFF2-40B4-BE49-F238E27FC236}">
                <a16:creationId xmlns:a16="http://schemas.microsoft.com/office/drawing/2014/main" id="{254091EB-7F71-4ABB-B2BF-E0439E5D3F7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D3A3D3E-B880-4DDB-9114-F1914E08DE4E}" type="slidenum">
              <a:rPr lang="en-US" altLang="zh-CN" sz="1200">
                <a:solidFill>
                  <a:schemeClr val="tx1"/>
                </a:solidFill>
                <a:latin typeface="Garamond" panose="02020404030301010803" pitchFamily="18" charset="0"/>
                <a:ea typeface="宋体" panose="02010600030101010101" pitchFamily="2" charset="-122"/>
              </a:rPr>
              <a:pPr/>
              <a:t>43</a:t>
            </a:fld>
            <a:endParaRPr lang="en-US" altLang="zh-CN" sz="1200">
              <a:solidFill>
                <a:schemeClr val="tx1"/>
              </a:solidFill>
              <a:latin typeface="Garamond" panose="02020404030301010803" pitchFamily="18" charset="0"/>
              <a:ea typeface="宋体" panose="02010600030101010101" pitchFamily="2" charset="-122"/>
            </a:endParaRPr>
          </a:p>
        </p:txBody>
      </p:sp>
      <mc:AlternateContent xmlns:mc="http://schemas.openxmlformats.org/markup-compatibility/2006">
        <mc:Choice xmlns:p14="http://schemas.microsoft.com/office/powerpoint/2010/main" Requires="p14">
          <p:contentPart p14:bwMode="auto" r:id="rId3">
            <p14:nvContentPartPr>
              <p14:cNvPr id="6" name="墨迹 5">
                <a:extLst>
                  <a:ext uri="{FF2B5EF4-FFF2-40B4-BE49-F238E27FC236}">
                    <a16:creationId xmlns:a16="http://schemas.microsoft.com/office/drawing/2014/main" id="{93C0D5AA-DFDE-2705-270D-FE773C87CEFA}"/>
                  </a:ext>
                </a:extLst>
              </p14:cNvPr>
              <p14:cNvContentPartPr/>
              <p14:nvPr/>
            </p14:nvContentPartPr>
            <p14:xfrm>
              <a:off x="1691680" y="1988840"/>
              <a:ext cx="3080520" cy="3116520"/>
            </p14:xfrm>
          </p:contentPart>
        </mc:Choice>
        <mc:Fallback>
          <p:pic>
            <p:nvPicPr>
              <p:cNvPr id="6" name="墨迹 5">
                <a:extLst>
                  <a:ext uri="{FF2B5EF4-FFF2-40B4-BE49-F238E27FC236}">
                    <a16:creationId xmlns:a16="http://schemas.microsoft.com/office/drawing/2014/main" id="{93C0D5AA-DFDE-2705-270D-FE773C87CEFA}"/>
                  </a:ext>
                </a:extLst>
              </p:cNvPr>
              <p:cNvPicPr/>
              <p:nvPr/>
            </p:nvPicPr>
            <p:blipFill>
              <a:blip r:embed="rId4"/>
              <a:stretch>
                <a:fillRect/>
              </a:stretch>
            </p:blipFill>
            <p:spPr>
              <a:xfrm>
                <a:off x="1682320" y="1979480"/>
                <a:ext cx="3099240" cy="3135240"/>
              </a:xfrm>
              <a:prstGeom prst="rect">
                <a:avLst/>
              </a:prstGeom>
            </p:spPr>
          </p:pic>
        </mc:Fallback>
      </mc:AlternateContent>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0B0EA1F1-B36B-DAA9-9866-842C9119954D}"/>
              </a:ext>
            </a:extLst>
          </p:cNvPr>
          <p:cNvSpPr>
            <a:spLocks noGrp="1"/>
          </p:cNvSpPr>
          <p:nvPr>
            <p:ph type="sldNum" sz="quarter" idx="12"/>
          </p:nvPr>
        </p:nvSpPr>
        <p:spPr>
          <a:xfrm>
            <a:off x="6376988" y="6219825"/>
            <a:ext cx="2133600" cy="47625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C072A9F-5AC7-421A-9B12-7A914ED285B5}"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44</a:t>
            </a:fld>
            <a:endParaRPr lang="en-US" altLang="zh-CN" sz="1200">
              <a:latin typeface="微软雅黑" panose="020B0503020204020204" pitchFamily="34" charset="-122"/>
              <a:ea typeface="微软雅黑" panose="020B0503020204020204" pitchFamily="34" charset="-122"/>
            </a:endParaRPr>
          </a:p>
        </p:txBody>
      </p:sp>
      <p:sp>
        <p:nvSpPr>
          <p:cNvPr id="55299" name="Rectangle 2">
            <a:extLst>
              <a:ext uri="{FF2B5EF4-FFF2-40B4-BE49-F238E27FC236}">
                <a16:creationId xmlns:a16="http://schemas.microsoft.com/office/drawing/2014/main" id="{F29A8BFB-25B9-B4F1-0BEB-50014B68F791}"/>
              </a:ext>
            </a:extLst>
          </p:cNvPr>
          <p:cNvSpPr>
            <a:spLocks noGrp="1" noChangeArrowheads="1"/>
          </p:cNvSpPr>
          <p:nvPr>
            <p:ph type="title"/>
          </p:nvPr>
        </p:nvSpPr>
        <p:spPr>
          <a:xfrm>
            <a:off x="0" y="220663"/>
            <a:ext cx="9401175" cy="1143000"/>
          </a:xfrm>
        </p:spPr>
        <p:txBody>
          <a:bodyPr/>
          <a:lstStyle/>
          <a:p>
            <a:pPr>
              <a:defRPr/>
            </a:pPr>
            <a:r>
              <a:rPr lang="en-US" altLang="zh-CN" sz="3600" b="1" dirty="0">
                <a:latin typeface="+mj-ea"/>
              </a:rPr>
              <a:t>8.1.5</a:t>
            </a:r>
            <a:r>
              <a:rPr lang="zh-CN" altLang="en-US" sz="3600" b="1" dirty="0">
                <a:latin typeface="+mj-ea"/>
              </a:rPr>
              <a:t>一般线性规划问题的</a:t>
            </a:r>
            <a:r>
              <a:rPr lang="en-US" altLang="zh-CN" sz="3600" b="1" dirty="0">
                <a:latin typeface="+mj-ea"/>
              </a:rPr>
              <a:t>2</a:t>
            </a:r>
            <a:r>
              <a:rPr lang="zh-CN" altLang="en-US" sz="3600" b="1" dirty="0">
                <a:latin typeface="+mj-ea"/>
              </a:rPr>
              <a:t>阶段单纯形算法 </a:t>
            </a:r>
          </a:p>
        </p:txBody>
      </p:sp>
      <p:sp>
        <p:nvSpPr>
          <p:cNvPr id="55300" name="矩形 2">
            <a:extLst>
              <a:ext uri="{FF2B5EF4-FFF2-40B4-BE49-F238E27FC236}">
                <a16:creationId xmlns:a16="http://schemas.microsoft.com/office/drawing/2014/main" id="{85E95371-1277-62EB-A77A-49C102DBBE98}"/>
              </a:ext>
            </a:extLst>
          </p:cNvPr>
          <p:cNvSpPr>
            <a:spLocks noChangeArrowheads="1"/>
          </p:cNvSpPr>
          <p:nvPr/>
        </p:nvSpPr>
        <p:spPr bwMode="auto">
          <a:xfrm>
            <a:off x="323850" y="1127125"/>
            <a:ext cx="26987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dirty="0">
                <a:solidFill>
                  <a:srgbClr val="333333"/>
                </a:solidFill>
                <a:latin typeface="+mj-ea"/>
                <a:ea typeface="+mj-ea"/>
              </a:rPr>
              <a:t>示例</a:t>
            </a:r>
            <a:r>
              <a:rPr lang="en-US" altLang="zh-CN" dirty="0">
                <a:solidFill>
                  <a:srgbClr val="333333"/>
                </a:solidFill>
                <a:latin typeface="+mj-ea"/>
                <a:ea typeface="+mj-ea"/>
              </a:rPr>
              <a:t>: </a:t>
            </a:r>
            <a:r>
              <a:rPr lang="zh-CN" altLang="en-US" dirty="0">
                <a:solidFill>
                  <a:srgbClr val="333333"/>
                </a:solidFill>
                <a:latin typeface="+mj-ea"/>
                <a:ea typeface="+mj-ea"/>
              </a:rPr>
              <a:t>问题转化</a:t>
            </a:r>
            <a:endParaRPr lang="zh-CN" altLang="en-US" dirty="0">
              <a:latin typeface="+mj-ea"/>
              <a:ea typeface="+mj-ea"/>
            </a:endParaRPr>
          </a:p>
        </p:txBody>
      </p:sp>
      <p:pic>
        <p:nvPicPr>
          <p:cNvPr id="73733" name="图片 4">
            <a:extLst>
              <a:ext uri="{FF2B5EF4-FFF2-40B4-BE49-F238E27FC236}">
                <a16:creationId xmlns:a16="http://schemas.microsoft.com/office/drawing/2014/main" id="{84569702-9E8C-8574-8F2F-95D088172E4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8300" y="1751013"/>
            <a:ext cx="3017838"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04E7AB5F-BEB4-2753-A98E-FB166C80E4F0}"/>
              </a:ext>
            </a:extLst>
          </p:cNvPr>
          <p:cNvSpPr>
            <a:spLocks noChangeArrowheads="1"/>
          </p:cNvSpPr>
          <p:nvPr/>
        </p:nvSpPr>
        <p:spPr bwMode="auto">
          <a:xfrm>
            <a:off x="368300" y="3644900"/>
            <a:ext cx="35226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defRPr/>
            </a:pPr>
            <a:r>
              <a:rPr lang="en-US" altLang="zh-CN" sz="2000" dirty="0">
                <a:solidFill>
                  <a:schemeClr val="tx1"/>
                </a:solidFill>
                <a:latin typeface="+mj-ea"/>
                <a:ea typeface="+mj-ea"/>
              </a:rPr>
              <a:t>0.1</a:t>
            </a:r>
            <a:r>
              <a:rPr lang="zh-CN" altLang="en-US" sz="2000" dirty="0">
                <a:solidFill>
                  <a:schemeClr val="tx1"/>
                </a:solidFill>
                <a:latin typeface="+mj-ea"/>
                <a:ea typeface="+mj-ea"/>
              </a:rPr>
              <a:t>）将其转化为标准形式，加入两个</a:t>
            </a:r>
            <a:r>
              <a:rPr lang="zh-CN" altLang="en-US" sz="2000" dirty="0">
                <a:solidFill>
                  <a:srgbClr val="FF0000"/>
                </a:solidFill>
                <a:latin typeface="+mj-ea"/>
                <a:ea typeface="+mj-ea"/>
              </a:rPr>
              <a:t>松弛变量</a:t>
            </a:r>
            <a:r>
              <a:rPr lang="en-US" altLang="zh-CN" sz="2000" dirty="0">
                <a:solidFill>
                  <a:schemeClr val="tx1"/>
                </a:solidFill>
                <a:latin typeface="+mj-ea"/>
                <a:ea typeface="+mj-ea"/>
              </a:rPr>
              <a:t>x</a:t>
            </a:r>
            <a:r>
              <a:rPr lang="en-US" altLang="zh-CN" sz="2000" baseline="-25000" dirty="0">
                <a:solidFill>
                  <a:schemeClr val="tx1"/>
                </a:solidFill>
                <a:latin typeface="+mj-ea"/>
                <a:ea typeface="+mj-ea"/>
              </a:rPr>
              <a:t>4</a:t>
            </a:r>
            <a:r>
              <a:rPr lang="zh-CN" altLang="en-US" sz="2000" dirty="0">
                <a:solidFill>
                  <a:schemeClr val="tx1"/>
                </a:solidFill>
                <a:latin typeface="+mj-ea"/>
                <a:ea typeface="+mj-ea"/>
              </a:rPr>
              <a:t>、</a:t>
            </a:r>
            <a:r>
              <a:rPr lang="en-US" altLang="zh-CN" sz="2000" dirty="0">
                <a:solidFill>
                  <a:schemeClr val="tx1"/>
                </a:solidFill>
                <a:latin typeface="+mj-ea"/>
                <a:ea typeface="+mj-ea"/>
              </a:rPr>
              <a:t>x</a:t>
            </a:r>
            <a:r>
              <a:rPr lang="en-US" altLang="zh-CN" sz="2000" baseline="-25000" dirty="0">
                <a:solidFill>
                  <a:schemeClr val="tx1"/>
                </a:solidFill>
                <a:latin typeface="+mj-ea"/>
                <a:ea typeface="+mj-ea"/>
              </a:rPr>
              <a:t>5</a:t>
            </a:r>
            <a:endParaRPr lang="zh-CN" altLang="en-US" sz="2000" baseline="-25000" dirty="0">
              <a:solidFill>
                <a:schemeClr val="tx1"/>
              </a:solidFill>
              <a:latin typeface="+mj-ea"/>
              <a:ea typeface="+mj-ea"/>
            </a:endParaRPr>
          </a:p>
        </p:txBody>
      </p:sp>
      <p:pic>
        <p:nvPicPr>
          <p:cNvPr id="7" name="图片 6">
            <a:extLst>
              <a:ext uri="{FF2B5EF4-FFF2-40B4-BE49-F238E27FC236}">
                <a16:creationId xmlns:a16="http://schemas.microsoft.com/office/drawing/2014/main" id="{DC7D3FB8-64A8-C0E0-5FB9-BA4CF7C8FD8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8000" y="4914900"/>
            <a:ext cx="3529013"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AutoShape 7" descr="https://bkimg.cdn.bcebos.com/formula/17b27c602a0b31edba625953deeb6bf5.svg">
            <a:extLst>
              <a:ext uri="{FF2B5EF4-FFF2-40B4-BE49-F238E27FC236}">
                <a16:creationId xmlns:a16="http://schemas.microsoft.com/office/drawing/2014/main" id="{F8735B20-9935-E6CF-618A-548E37BC94E6}"/>
              </a:ext>
            </a:extLst>
          </p:cNvPr>
          <p:cNvSpPr>
            <a:spLocks noChangeAspect="1" noChangeArrowheads="1"/>
          </p:cNvSpPr>
          <p:nvPr/>
        </p:nvSpPr>
        <p:spPr bwMode="auto">
          <a:xfrm>
            <a:off x="63500" y="-482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5305" name="AutoShape 8" descr="https://bkimg.cdn.bcebos.com/formula/c9c2c369229a1e440373aa670de560f5.svg">
            <a:extLst>
              <a:ext uri="{FF2B5EF4-FFF2-40B4-BE49-F238E27FC236}">
                <a16:creationId xmlns:a16="http://schemas.microsoft.com/office/drawing/2014/main" id="{9D81F297-A0D1-0500-BC1A-CFAB705AB158}"/>
              </a:ext>
            </a:extLst>
          </p:cNvPr>
          <p:cNvSpPr>
            <a:spLocks noChangeAspect="1" noChangeArrowheads="1"/>
          </p:cNvSpPr>
          <p:nvPr/>
        </p:nvSpPr>
        <p:spPr bwMode="auto">
          <a:xfrm>
            <a:off x="63500" y="127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18" name="矩形 17">
            <a:extLst>
              <a:ext uri="{FF2B5EF4-FFF2-40B4-BE49-F238E27FC236}">
                <a16:creationId xmlns:a16="http://schemas.microsoft.com/office/drawing/2014/main" id="{400AD818-FCFE-E0B1-EB62-E652A22553F4}"/>
              </a:ext>
            </a:extLst>
          </p:cNvPr>
          <p:cNvSpPr>
            <a:spLocks noChangeArrowheads="1"/>
          </p:cNvSpPr>
          <p:nvPr/>
        </p:nvSpPr>
        <p:spPr bwMode="auto">
          <a:xfrm>
            <a:off x="4422775" y="2324100"/>
            <a:ext cx="3810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13335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dirty="0">
                <a:solidFill>
                  <a:schemeClr val="tx1"/>
                </a:solidFill>
                <a:latin typeface="+mj-ea"/>
                <a:ea typeface="+mj-ea"/>
              </a:rPr>
              <a:t>0.2</a:t>
            </a:r>
            <a:r>
              <a:rPr lang="zh-CN" altLang="en-US" sz="2000" dirty="0">
                <a:solidFill>
                  <a:schemeClr val="tx1"/>
                </a:solidFill>
                <a:latin typeface="+mj-ea"/>
                <a:ea typeface="+mj-ea"/>
              </a:rPr>
              <a:t>）加入两个</a:t>
            </a:r>
            <a:r>
              <a:rPr lang="zh-CN" altLang="en-US" sz="2000" dirty="0">
                <a:solidFill>
                  <a:srgbClr val="FF0000"/>
                </a:solidFill>
                <a:latin typeface="+mj-ea"/>
                <a:ea typeface="+mj-ea"/>
              </a:rPr>
              <a:t>人工变量</a:t>
            </a:r>
            <a:r>
              <a:rPr lang="en-US" altLang="zh-CN" sz="2000" dirty="0">
                <a:solidFill>
                  <a:schemeClr val="tx1"/>
                </a:solidFill>
                <a:latin typeface="+mj-ea"/>
                <a:ea typeface="+mj-ea"/>
              </a:rPr>
              <a:t>x6</a:t>
            </a:r>
            <a:r>
              <a:rPr lang="zh-CN" altLang="en-US" sz="2000" dirty="0">
                <a:solidFill>
                  <a:schemeClr val="tx1"/>
                </a:solidFill>
                <a:latin typeface="+mj-ea"/>
                <a:ea typeface="+mj-ea"/>
              </a:rPr>
              <a:t>、</a:t>
            </a:r>
            <a:r>
              <a:rPr lang="en-US" altLang="zh-CN" sz="2000" dirty="0">
                <a:solidFill>
                  <a:schemeClr val="tx1"/>
                </a:solidFill>
                <a:latin typeface="+mj-ea"/>
                <a:ea typeface="+mj-ea"/>
              </a:rPr>
              <a:t>x7</a:t>
            </a:r>
            <a:endParaRPr lang="zh-CN" altLang="en-US" sz="2000" dirty="0">
              <a:solidFill>
                <a:schemeClr val="tx1"/>
              </a:solidFill>
              <a:latin typeface="+mj-ea"/>
              <a:ea typeface="+mj-ea"/>
            </a:endParaRPr>
          </a:p>
          <a:p>
            <a:pPr>
              <a:defRPr/>
            </a:pPr>
            <a:endParaRPr lang="zh-CN" altLang="en-US" sz="2000" dirty="0">
              <a:solidFill>
                <a:schemeClr val="tx1"/>
              </a:solidFill>
              <a:latin typeface="+mj-ea"/>
              <a:ea typeface="+mj-ea"/>
            </a:endParaRPr>
          </a:p>
        </p:txBody>
      </p:sp>
      <p:pic>
        <p:nvPicPr>
          <p:cNvPr id="19" name="图片 18">
            <a:extLst>
              <a:ext uri="{FF2B5EF4-FFF2-40B4-BE49-F238E27FC236}">
                <a16:creationId xmlns:a16="http://schemas.microsoft.com/office/drawing/2014/main" id="{17864070-FE84-DDD7-1CA5-B78F2FEBBBE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30713" y="3048000"/>
            <a:ext cx="4079875"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5C80327-93A5-DA6C-FA2C-F239009C3B88}"/>
              </a:ext>
            </a:extLst>
          </p:cNvPr>
          <p:cNvSpPr/>
          <p:nvPr/>
        </p:nvSpPr>
        <p:spPr bwMode="auto">
          <a:xfrm>
            <a:off x="6888163" y="3763963"/>
            <a:ext cx="531812" cy="287337"/>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42900" indent="-342900" eaLnBrk="1" hangingPunct="1">
              <a:spcBef>
                <a:spcPct val="20000"/>
              </a:spcBef>
              <a:buClr>
                <a:schemeClr val="accent1"/>
              </a:buClr>
              <a:buSzPct val="65000"/>
              <a:buFont typeface="Wingdings" pitchFamily="2" charset="2"/>
              <a:buChar char="n"/>
              <a:defRPr/>
            </a:pPr>
            <a:endParaRPr lang="zh-CN" altLang="en-US">
              <a:solidFill>
                <a:srgbClr val="000066"/>
              </a:solidFill>
              <a:latin typeface="+mj-ea"/>
              <a:ea typeface="+mj-ea"/>
              <a:cs typeface="Times New Roman"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图片 1">
            <a:extLst>
              <a:ext uri="{FF2B5EF4-FFF2-40B4-BE49-F238E27FC236}">
                <a16:creationId xmlns:a16="http://schemas.microsoft.com/office/drawing/2014/main" id="{72D9FB16-E59C-8030-2C68-82B3C5C78C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6613" y="1901825"/>
            <a:ext cx="4021137"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2" name="灯片编号占位符 5">
            <a:extLst>
              <a:ext uri="{FF2B5EF4-FFF2-40B4-BE49-F238E27FC236}">
                <a16:creationId xmlns:a16="http://schemas.microsoft.com/office/drawing/2014/main" id="{D102D248-3C91-9293-EB54-2699ABF3DEF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323BBD1-18C4-493B-A2D4-C3801EFD2B77}"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45</a:t>
            </a:fld>
            <a:endParaRPr lang="en-US" altLang="zh-CN" sz="1200">
              <a:latin typeface="微软雅黑" panose="020B0503020204020204" pitchFamily="34" charset="-122"/>
              <a:ea typeface="微软雅黑" panose="020B0503020204020204" pitchFamily="34" charset="-122"/>
            </a:endParaRPr>
          </a:p>
        </p:txBody>
      </p:sp>
      <p:sp>
        <p:nvSpPr>
          <p:cNvPr id="56323" name="Rectangle 2">
            <a:extLst>
              <a:ext uri="{FF2B5EF4-FFF2-40B4-BE49-F238E27FC236}">
                <a16:creationId xmlns:a16="http://schemas.microsoft.com/office/drawing/2014/main" id="{57C200C0-277B-CABE-7F3C-E5EE356701C6}"/>
              </a:ext>
            </a:extLst>
          </p:cNvPr>
          <p:cNvSpPr>
            <a:spLocks noGrp="1" noChangeArrowheads="1"/>
          </p:cNvSpPr>
          <p:nvPr>
            <p:ph type="title"/>
          </p:nvPr>
        </p:nvSpPr>
        <p:spPr>
          <a:xfrm>
            <a:off x="-26988" y="304800"/>
            <a:ext cx="9401176" cy="1143000"/>
          </a:xfrm>
        </p:spPr>
        <p:txBody>
          <a:bodyPr/>
          <a:lstStyle/>
          <a:p>
            <a:pPr>
              <a:defRPr/>
            </a:pPr>
            <a:r>
              <a:rPr lang="en-US" altLang="zh-CN" sz="3600" b="1">
                <a:latin typeface="+mj-ea"/>
              </a:rPr>
              <a:t>8.1.5</a:t>
            </a:r>
            <a:r>
              <a:rPr lang="zh-CN" altLang="en-US" sz="3600" b="1">
                <a:latin typeface="+mj-ea"/>
              </a:rPr>
              <a:t>一般线性规划问题的</a:t>
            </a:r>
            <a:r>
              <a:rPr lang="en-US" altLang="zh-CN" sz="3600" b="1">
                <a:latin typeface="+mj-ea"/>
              </a:rPr>
              <a:t>2</a:t>
            </a:r>
            <a:r>
              <a:rPr lang="zh-CN" altLang="en-US" sz="3600" b="1">
                <a:latin typeface="+mj-ea"/>
              </a:rPr>
              <a:t>阶段单纯形算法 </a:t>
            </a:r>
          </a:p>
        </p:txBody>
      </p:sp>
      <p:sp>
        <p:nvSpPr>
          <p:cNvPr id="56324" name="矩形 2">
            <a:extLst>
              <a:ext uri="{FF2B5EF4-FFF2-40B4-BE49-F238E27FC236}">
                <a16:creationId xmlns:a16="http://schemas.microsoft.com/office/drawing/2014/main" id="{79186824-AD76-7907-2275-7EA4707CA508}"/>
              </a:ext>
            </a:extLst>
          </p:cNvPr>
          <p:cNvSpPr>
            <a:spLocks noChangeArrowheads="1"/>
          </p:cNvSpPr>
          <p:nvPr/>
        </p:nvSpPr>
        <p:spPr bwMode="auto">
          <a:xfrm>
            <a:off x="500063" y="1152525"/>
            <a:ext cx="27003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a:solidFill>
                  <a:srgbClr val="333333"/>
                </a:solidFill>
                <a:latin typeface="+mj-ea"/>
                <a:ea typeface="+mj-ea"/>
              </a:rPr>
              <a:t>示例</a:t>
            </a:r>
            <a:r>
              <a:rPr lang="en-US" altLang="zh-CN">
                <a:solidFill>
                  <a:srgbClr val="333333"/>
                </a:solidFill>
                <a:latin typeface="+mj-ea"/>
                <a:ea typeface="+mj-ea"/>
              </a:rPr>
              <a:t>: </a:t>
            </a:r>
            <a:r>
              <a:rPr lang="zh-CN" altLang="en-US">
                <a:solidFill>
                  <a:srgbClr val="333333"/>
                </a:solidFill>
                <a:latin typeface="+mj-ea"/>
                <a:ea typeface="+mj-ea"/>
              </a:rPr>
              <a:t>第一阶段</a:t>
            </a:r>
            <a:endParaRPr lang="zh-CN" altLang="en-US">
              <a:latin typeface="+mj-ea"/>
              <a:ea typeface="+mj-ea"/>
            </a:endParaRPr>
          </a:p>
          <a:p>
            <a:pPr>
              <a:defRPr/>
            </a:pPr>
            <a:endParaRPr lang="zh-CN" altLang="en-US">
              <a:latin typeface="+mj-ea"/>
              <a:ea typeface="+mj-ea"/>
            </a:endParaRPr>
          </a:p>
        </p:txBody>
      </p:sp>
      <p:sp>
        <p:nvSpPr>
          <p:cNvPr id="56325" name="矩形 5">
            <a:extLst>
              <a:ext uri="{FF2B5EF4-FFF2-40B4-BE49-F238E27FC236}">
                <a16:creationId xmlns:a16="http://schemas.microsoft.com/office/drawing/2014/main" id="{57289097-C7AB-666D-24D7-1B3C3E251079}"/>
              </a:ext>
            </a:extLst>
          </p:cNvPr>
          <p:cNvSpPr>
            <a:spLocks noChangeArrowheads="1"/>
          </p:cNvSpPr>
          <p:nvPr/>
        </p:nvSpPr>
        <p:spPr bwMode="auto">
          <a:xfrm>
            <a:off x="484188" y="2001838"/>
            <a:ext cx="1858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13335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rgbClr val="333333"/>
                </a:solidFill>
                <a:latin typeface="+mj-ea"/>
                <a:ea typeface="+mj-ea"/>
              </a:rPr>
              <a:t>构造</a:t>
            </a:r>
            <a:r>
              <a:rPr lang="zh-CN" altLang="en-US" sz="2000">
                <a:solidFill>
                  <a:srgbClr val="FF0000"/>
                </a:solidFill>
                <a:latin typeface="+mj-ea"/>
                <a:ea typeface="+mj-ea"/>
              </a:rPr>
              <a:t>辅助函数</a:t>
            </a:r>
          </a:p>
        </p:txBody>
      </p:sp>
      <p:sp>
        <p:nvSpPr>
          <p:cNvPr id="56326" name="AutoShape 2" descr="https://bkimg.cdn.bcebos.com/formula/17b27c602a0b31edba625953deeb6bf5.svg">
            <a:extLst>
              <a:ext uri="{FF2B5EF4-FFF2-40B4-BE49-F238E27FC236}">
                <a16:creationId xmlns:a16="http://schemas.microsoft.com/office/drawing/2014/main" id="{290A2315-AE2E-1D5B-627A-E98152D73A76}"/>
              </a:ext>
            </a:extLst>
          </p:cNvPr>
          <p:cNvSpPr>
            <a:spLocks noChangeAspect="1" noChangeArrowheads="1"/>
          </p:cNvSpPr>
          <p:nvPr/>
        </p:nvSpPr>
        <p:spPr bwMode="auto">
          <a:xfrm>
            <a:off x="331788"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6327" name="AutoShape 3" descr="https://bkimg.cdn.bcebos.com/formula/ea8a6ee9cb2cb5d4fb0d427386396b4c.svg">
            <a:extLst>
              <a:ext uri="{FF2B5EF4-FFF2-40B4-BE49-F238E27FC236}">
                <a16:creationId xmlns:a16="http://schemas.microsoft.com/office/drawing/2014/main" id="{910EFDE6-A56A-C3F0-E35A-209E5BF7AFAA}"/>
              </a:ext>
            </a:extLst>
          </p:cNvPr>
          <p:cNvSpPr>
            <a:spLocks noChangeAspect="1" noChangeArrowheads="1"/>
          </p:cNvSpPr>
          <p:nvPr/>
        </p:nvSpPr>
        <p:spPr bwMode="auto">
          <a:xfrm>
            <a:off x="239713"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25610" name="矩形 6">
            <a:extLst>
              <a:ext uri="{FF2B5EF4-FFF2-40B4-BE49-F238E27FC236}">
                <a16:creationId xmlns:a16="http://schemas.microsoft.com/office/drawing/2014/main" id="{D4F13A0B-CBE2-73DC-2E38-74B509808806}"/>
              </a:ext>
            </a:extLst>
          </p:cNvPr>
          <p:cNvSpPr>
            <a:spLocks noChangeArrowheads="1"/>
          </p:cNvSpPr>
          <p:nvPr/>
        </p:nvSpPr>
        <p:spPr bwMode="auto">
          <a:xfrm>
            <a:off x="6432550" y="2892425"/>
            <a:ext cx="18335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3200" b="1" dirty="0">
                <a:latin typeface="+mj-ea"/>
                <a:ea typeface="+mj-ea"/>
              </a:rPr>
              <a:t>单纯形表</a:t>
            </a:r>
            <a:endParaRPr lang="zh-CN" altLang="en-US" dirty="0">
              <a:latin typeface="+mj-ea"/>
              <a:ea typeface="+mj-ea"/>
            </a:endParaRPr>
          </a:p>
        </p:txBody>
      </p:sp>
      <p:sp>
        <p:nvSpPr>
          <p:cNvPr id="25611" name="矩形 8">
            <a:extLst>
              <a:ext uri="{FF2B5EF4-FFF2-40B4-BE49-F238E27FC236}">
                <a16:creationId xmlns:a16="http://schemas.microsoft.com/office/drawing/2014/main" id="{AFE05105-B726-4E13-19A4-EC144A18C4B5}"/>
              </a:ext>
            </a:extLst>
          </p:cNvPr>
          <p:cNvSpPr>
            <a:spLocks noChangeArrowheads="1"/>
          </p:cNvSpPr>
          <p:nvPr/>
        </p:nvSpPr>
        <p:spPr bwMode="auto">
          <a:xfrm>
            <a:off x="4695825" y="6245225"/>
            <a:ext cx="280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dirty="0">
                <a:solidFill>
                  <a:srgbClr val="333333"/>
                </a:solidFill>
                <a:latin typeface="+mj-ea"/>
                <a:ea typeface="+mj-ea"/>
              </a:rPr>
              <a:t>x</a:t>
            </a:r>
            <a:r>
              <a:rPr lang="en-US" altLang="zh-CN" baseline="-25000" dirty="0">
                <a:solidFill>
                  <a:srgbClr val="333333"/>
                </a:solidFill>
                <a:latin typeface="+mj-ea"/>
                <a:ea typeface="+mj-ea"/>
              </a:rPr>
              <a:t>2</a:t>
            </a:r>
            <a:r>
              <a:rPr lang="zh-CN" altLang="en-US" dirty="0">
                <a:solidFill>
                  <a:srgbClr val="333333"/>
                </a:solidFill>
                <a:latin typeface="+mj-ea"/>
                <a:ea typeface="+mj-ea"/>
              </a:rPr>
              <a:t>入基，</a:t>
            </a:r>
            <a:r>
              <a:rPr lang="en-US" altLang="zh-CN" dirty="0">
                <a:solidFill>
                  <a:srgbClr val="333333"/>
                </a:solidFill>
                <a:latin typeface="+mj-ea"/>
                <a:ea typeface="+mj-ea"/>
              </a:rPr>
              <a:t>x</a:t>
            </a:r>
            <a:r>
              <a:rPr lang="en-US" altLang="zh-CN" baseline="-25000" dirty="0">
                <a:solidFill>
                  <a:srgbClr val="333333"/>
                </a:solidFill>
                <a:latin typeface="+mj-ea"/>
                <a:ea typeface="+mj-ea"/>
              </a:rPr>
              <a:t>6</a:t>
            </a:r>
            <a:r>
              <a:rPr lang="zh-CN" altLang="en-US" dirty="0">
                <a:solidFill>
                  <a:srgbClr val="333333"/>
                </a:solidFill>
                <a:latin typeface="+mj-ea"/>
                <a:ea typeface="+mj-ea"/>
              </a:rPr>
              <a:t>出基</a:t>
            </a:r>
            <a:endParaRPr lang="zh-CN" altLang="en-US" dirty="0">
              <a:latin typeface="+mj-ea"/>
              <a:ea typeface="+mj-ea"/>
            </a:endParaRPr>
          </a:p>
        </p:txBody>
      </p:sp>
      <p:sp>
        <p:nvSpPr>
          <p:cNvPr id="56331" name="矩形 10">
            <a:extLst>
              <a:ext uri="{FF2B5EF4-FFF2-40B4-BE49-F238E27FC236}">
                <a16:creationId xmlns:a16="http://schemas.microsoft.com/office/drawing/2014/main" id="{4A972428-ADAC-A354-238F-DF94A0D8A1DE}"/>
              </a:ext>
            </a:extLst>
          </p:cNvPr>
          <p:cNvSpPr>
            <a:spLocks noChangeArrowheads="1"/>
          </p:cNvSpPr>
          <p:nvPr/>
        </p:nvSpPr>
        <p:spPr bwMode="auto">
          <a:xfrm>
            <a:off x="484188" y="2738438"/>
            <a:ext cx="1344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13335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rgbClr val="333333"/>
                </a:solidFill>
                <a:latin typeface="+mj-ea"/>
                <a:ea typeface="+mj-ea"/>
              </a:rPr>
              <a:t>列表求解</a:t>
            </a:r>
          </a:p>
        </p:txBody>
      </p:sp>
      <p:graphicFrame>
        <p:nvGraphicFramePr>
          <p:cNvPr id="15" name="Group 239">
            <a:extLst>
              <a:ext uri="{FF2B5EF4-FFF2-40B4-BE49-F238E27FC236}">
                <a16:creationId xmlns:a16="http://schemas.microsoft.com/office/drawing/2014/main" id="{3A606311-633F-2FF4-7D3D-9F45673B9136}"/>
              </a:ext>
            </a:extLst>
          </p:cNvPr>
          <p:cNvGraphicFramePr>
            <a:graphicFrameLocks noGrp="1"/>
          </p:cNvGraphicFramePr>
          <p:nvPr/>
        </p:nvGraphicFramePr>
        <p:xfrm>
          <a:off x="4284663" y="3540125"/>
          <a:ext cx="4098925" cy="2447925"/>
        </p:xfrm>
        <a:graphic>
          <a:graphicData uri="http://schemas.openxmlformats.org/drawingml/2006/table">
            <a:tbl>
              <a:tblPr/>
              <a:tblGrid>
                <a:gridCol w="692284">
                  <a:extLst>
                    <a:ext uri="{9D8B030D-6E8A-4147-A177-3AD203B41FA5}">
                      <a16:colId xmlns:a16="http://schemas.microsoft.com/office/drawing/2014/main" val="20000"/>
                    </a:ext>
                  </a:extLst>
                </a:gridCol>
                <a:gridCol w="738903">
                  <a:extLst>
                    <a:ext uri="{9D8B030D-6E8A-4147-A177-3AD203B41FA5}">
                      <a16:colId xmlns:a16="http://schemas.microsoft.com/office/drawing/2014/main" val="20001"/>
                    </a:ext>
                  </a:extLst>
                </a:gridCol>
                <a:gridCol w="637507">
                  <a:extLst>
                    <a:ext uri="{9D8B030D-6E8A-4147-A177-3AD203B41FA5}">
                      <a16:colId xmlns:a16="http://schemas.microsoft.com/office/drawing/2014/main" val="20002"/>
                    </a:ext>
                  </a:extLst>
                </a:gridCol>
                <a:gridCol w="637507">
                  <a:extLst>
                    <a:ext uri="{9D8B030D-6E8A-4147-A177-3AD203B41FA5}">
                      <a16:colId xmlns:a16="http://schemas.microsoft.com/office/drawing/2014/main" val="20003"/>
                    </a:ext>
                  </a:extLst>
                </a:gridCol>
                <a:gridCol w="700442">
                  <a:extLst>
                    <a:ext uri="{9D8B030D-6E8A-4147-A177-3AD203B41FA5}">
                      <a16:colId xmlns:a16="http://schemas.microsoft.com/office/drawing/2014/main" val="20004"/>
                    </a:ext>
                  </a:extLst>
                </a:gridCol>
                <a:gridCol w="692284">
                  <a:extLst>
                    <a:ext uri="{9D8B030D-6E8A-4147-A177-3AD203B41FA5}">
                      <a16:colId xmlns:a16="http://schemas.microsoft.com/office/drawing/2014/main" val="20005"/>
                    </a:ext>
                  </a:extLst>
                </a:gridCol>
              </a:tblGrid>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1</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2</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3</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a:ln>
                            <a:noFill/>
                          </a:ln>
                          <a:solidFill>
                            <a:schemeClr val="tx1"/>
                          </a:solidFill>
                          <a:effectLst/>
                          <a:latin typeface="Arial" charset="0"/>
                          <a:ea typeface="宋体" pitchFamily="2" charset="-122"/>
                        </a:rPr>
                        <a:t>x</a:t>
                      </a:r>
                      <a:r>
                        <a:rPr kumimoji="0" lang="en-US" altLang="zh-CN" sz="2200" b="0" i="0" u="none" strike="noStrike" cap="none" normalizeH="0" baseline="-25000">
                          <a:ln>
                            <a:noFill/>
                          </a:ln>
                          <a:solidFill>
                            <a:schemeClr val="tx1"/>
                          </a:solidFill>
                          <a:effectLst/>
                          <a:latin typeface="Arial" charset="0"/>
                          <a:ea typeface="宋体" pitchFamily="2" charset="-122"/>
                        </a:rPr>
                        <a:t>5</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-10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6</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7</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9</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 name="矩形 12">
            <a:extLst>
              <a:ext uri="{FF2B5EF4-FFF2-40B4-BE49-F238E27FC236}">
                <a16:creationId xmlns:a16="http://schemas.microsoft.com/office/drawing/2014/main" id="{544A5DF9-B5FC-2A9C-38C1-9E077F057441}"/>
              </a:ext>
            </a:extLst>
          </p:cNvPr>
          <p:cNvSpPr/>
          <p:nvPr/>
        </p:nvSpPr>
        <p:spPr bwMode="auto">
          <a:xfrm>
            <a:off x="3062288" y="1939925"/>
            <a:ext cx="2157412" cy="28575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marL="342900" indent="-342900" eaLnBrk="1" hangingPunct="1">
              <a:spcBef>
                <a:spcPct val="20000"/>
              </a:spcBef>
              <a:buClr>
                <a:schemeClr val="accent1"/>
              </a:buClr>
              <a:buSzPct val="65000"/>
              <a:buFont typeface="Wingdings" pitchFamily="2" charset="2"/>
              <a:buChar char="n"/>
              <a:defRPr/>
            </a:pPr>
            <a:endParaRPr lang="zh-CN" altLang="en-US">
              <a:solidFill>
                <a:srgbClr val="000066"/>
              </a:solidFill>
              <a:latin typeface="+mj-ea"/>
              <a:ea typeface="+mj-ea"/>
              <a:cs typeface="Times New Roman" pitchFamily="18" charset="0"/>
            </a:endParaRPr>
          </a:p>
        </p:txBody>
      </p:sp>
      <p:sp>
        <p:nvSpPr>
          <p:cNvPr id="14" name="矩形 14">
            <a:extLst>
              <a:ext uri="{FF2B5EF4-FFF2-40B4-BE49-F238E27FC236}">
                <a16:creationId xmlns:a16="http://schemas.microsoft.com/office/drawing/2014/main" id="{26280754-2DE0-B56D-8FB4-084BA8A0E455}"/>
              </a:ext>
            </a:extLst>
          </p:cNvPr>
          <p:cNvSpPr>
            <a:spLocks noChangeArrowheads="1"/>
          </p:cNvSpPr>
          <p:nvPr/>
        </p:nvSpPr>
        <p:spPr bwMode="auto">
          <a:xfrm>
            <a:off x="5548313" y="1704975"/>
            <a:ext cx="3414712"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000" dirty="0">
                <a:solidFill>
                  <a:srgbClr val="FF0000"/>
                </a:solidFill>
                <a:latin typeface="+mj-ea"/>
                <a:ea typeface="+mj-ea"/>
              </a:rPr>
              <a:t>max z=-2x</a:t>
            </a:r>
            <a:r>
              <a:rPr lang="en-US" altLang="zh-CN" sz="2000" baseline="-25000" dirty="0">
                <a:solidFill>
                  <a:srgbClr val="FF0000"/>
                </a:solidFill>
                <a:latin typeface="+mj-ea"/>
                <a:ea typeface="+mj-ea"/>
              </a:rPr>
              <a:t>1</a:t>
            </a:r>
            <a:r>
              <a:rPr lang="en-US" altLang="zh-CN" sz="2000" dirty="0">
                <a:solidFill>
                  <a:srgbClr val="FF0000"/>
                </a:solidFill>
                <a:latin typeface="+mj-ea"/>
                <a:ea typeface="+mj-ea"/>
              </a:rPr>
              <a:t>+4x</a:t>
            </a:r>
            <a:r>
              <a:rPr lang="en-US" altLang="zh-CN" sz="2000" baseline="-25000" dirty="0">
                <a:solidFill>
                  <a:srgbClr val="FF0000"/>
                </a:solidFill>
                <a:latin typeface="+mj-ea"/>
                <a:ea typeface="+mj-ea"/>
              </a:rPr>
              <a:t>2</a:t>
            </a:r>
            <a:r>
              <a:rPr lang="en-US" altLang="zh-CN" sz="2000" dirty="0">
                <a:solidFill>
                  <a:srgbClr val="FF0000"/>
                </a:solidFill>
                <a:latin typeface="+mj-ea"/>
                <a:ea typeface="+mj-ea"/>
              </a:rPr>
              <a:t>-x</a:t>
            </a:r>
            <a:r>
              <a:rPr lang="en-US" altLang="zh-CN" sz="2000" baseline="-25000" dirty="0">
                <a:solidFill>
                  <a:srgbClr val="FF0000"/>
                </a:solidFill>
                <a:latin typeface="+mj-ea"/>
                <a:ea typeface="+mj-ea"/>
              </a:rPr>
              <a:t>5</a:t>
            </a:r>
            <a:r>
              <a:rPr lang="en-US" altLang="zh-CN" sz="2000" dirty="0">
                <a:solidFill>
                  <a:srgbClr val="FF0000"/>
                </a:solidFill>
                <a:latin typeface="+mj-ea"/>
                <a:ea typeface="+mj-ea"/>
              </a:rPr>
              <a:t>-10</a:t>
            </a:r>
            <a:endParaRPr lang="zh-CN" altLang="en-US" sz="2000" dirty="0">
              <a:solidFill>
                <a:srgbClr val="FF0000"/>
              </a:solidFill>
              <a:latin typeface="+mj-ea"/>
              <a:ea typeface="+mj-ea"/>
            </a:endParaRPr>
          </a:p>
        </p:txBody>
      </p:sp>
      <p:sp>
        <p:nvSpPr>
          <p:cNvPr id="2" name="矩形 1">
            <a:extLst>
              <a:ext uri="{FF2B5EF4-FFF2-40B4-BE49-F238E27FC236}">
                <a16:creationId xmlns:a16="http://schemas.microsoft.com/office/drawing/2014/main" id="{49F11590-EBC9-FE8A-2925-147733BE5812}"/>
              </a:ext>
            </a:extLst>
          </p:cNvPr>
          <p:cNvSpPr>
            <a:spLocks noChangeArrowheads="1"/>
          </p:cNvSpPr>
          <p:nvPr/>
        </p:nvSpPr>
        <p:spPr bwMode="auto">
          <a:xfrm>
            <a:off x="684213" y="4592638"/>
            <a:ext cx="457200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b="1">
                <a:solidFill>
                  <a:srgbClr val="222222"/>
                </a:solidFill>
                <a:latin typeface="微软雅黑" panose="020B0503020204020204" pitchFamily="34" charset="-122"/>
                <a:ea typeface="微软雅黑" panose="020B0503020204020204" pitchFamily="34" charset="-122"/>
              </a:rPr>
              <a:t>初始基本可行解</a:t>
            </a:r>
            <a:endParaRPr lang="zh-CN" altLang="en-US"/>
          </a:p>
        </p:txBody>
      </p:sp>
      <p:sp>
        <p:nvSpPr>
          <p:cNvPr id="3" name="矩形 2">
            <a:extLst>
              <a:ext uri="{FF2B5EF4-FFF2-40B4-BE49-F238E27FC236}">
                <a16:creationId xmlns:a16="http://schemas.microsoft.com/office/drawing/2014/main" id="{5BD7890A-E0FF-12A9-B794-302E3ED2DE40}"/>
              </a:ext>
            </a:extLst>
          </p:cNvPr>
          <p:cNvSpPr>
            <a:spLocks noChangeArrowheads="1"/>
          </p:cNvSpPr>
          <p:nvPr/>
        </p:nvSpPr>
        <p:spPr bwMode="auto">
          <a:xfrm>
            <a:off x="641350" y="5176838"/>
            <a:ext cx="30702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en-US" altLang="zh-CN">
                <a:solidFill>
                  <a:srgbClr val="222222"/>
                </a:solidFill>
                <a:latin typeface="KaTeX_Main"/>
                <a:ea typeface="微软雅黑" panose="020B0503020204020204" pitchFamily="34" charset="-122"/>
              </a:rPr>
              <a:t>(0,0,0,4,0,1,9)</a:t>
            </a: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0" grpId="0"/>
      <p:bldP spid="25611" grpId="0"/>
      <p:bldP spid="13" grpId="0" animBg="1"/>
      <p:bldP spid="14" grpId="0" animBg="1"/>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a:extLst>
              <a:ext uri="{FF2B5EF4-FFF2-40B4-BE49-F238E27FC236}">
                <a16:creationId xmlns:a16="http://schemas.microsoft.com/office/drawing/2014/main" id="{897E7071-A545-0F15-C1F3-90215D5D7F9C}"/>
              </a:ext>
            </a:extLst>
          </p:cNvPr>
          <p:cNvSpPr>
            <a:spLocks noGrp="1" noChangeArrowheads="1"/>
          </p:cNvSpPr>
          <p:nvPr>
            <p:ph type="title"/>
          </p:nvPr>
        </p:nvSpPr>
        <p:spPr>
          <a:xfrm>
            <a:off x="34925" y="277813"/>
            <a:ext cx="9401175" cy="1143000"/>
          </a:xfrm>
        </p:spPr>
        <p:txBody>
          <a:bodyPr/>
          <a:lstStyle/>
          <a:p>
            <a:pPr>
              <a:defRPr/>
            </a:pPr>
            <a:r>
              <a:rPr lang="en-US" altLang="zh-CN" sz="3600" b="1" dirty="0">
                <a:latin typeface="+mj-ea"/>
              </a:rPr>
              <a:t>8.1.5</a:t>
            </a:r>
            <a:r>
              <a:rPr lang="zh-CN" altLang="en-US" sz="3600" b="1" dirty="0">
                <a:latin typeface="+mj-ea"/>
              </a:rPr>
              <a:t>一般线性规划问题的</a:t>
            </a:r>
            <a:r>
              <a:rPr lang="en-US" altLang="zh-CN" sz="3600" b="1" dirty="0">
                <a:latin typeface="+mj-ea"/>
              </a:rPr>
              <a:t>2</a:t>
            </a:r>
            <a:r>
              <a:rPr lang="zh-CN" altLang="en-US" sz="3600" b="1" dirty="0">
                <a:latin typeface="+mj-ea"/>
              </a:rPr>
              <a:t>阶段单纯形算法 </a:t>
            </a:r>
          </a:p>
        </p:txBody>
      </p:sp>
      <p:sp>
        <p:nvSpPr>
          <p:cNvPr id="57348" name="矩形 2">
            <a:extLst>
              <a:ext uri="{FF2B5EF4-FFF2-40B4-BE49-F238E27FC236}">
                <a16:creationId xmlns:a16="http://schemas.microsoft.com/office/drawing/2014/main" id="{75EA13CC-A51D-E1CE-C3EC-FE483FBBAF99}"/>
              </a:ext>
            </a:extLst>
          </p:cNvPr>
          <p:cNvSpPr>
            <a:spLocks noChangeArrowheads="1"/>
          </p:cNvSpPr>
          <p:nvPr/>
        </p:nvSpPr>
        <p:spPr bwMode="auto">
          <a:xfrm>
            <a:off x="500063" y="1152525"/>
            <a:ext cx="27003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a:solidFill>
                  <a:srgbClr val="333333"/>
                </a:solidFill>
                <a:latin typeface="+mj-ea"/>
                <a:ea typeface="+mj-ea"/>
              </a:rPr>
              <a:t>示例</a:t>
            </a:r>
            <a:r>
              <a:rPr lang="en-US" altLang="zh-CN">
                <a:solidFill>
                  <a:srgbClr val="333333"/>
                </a:solidFill>
                <a:latin typeface="+mj-ea"/>
                <a:ea typeface="+mj-ea"/>
              </a:rPr>
              <a:t>: </a:t>
            </a:r>
            <a:r>
              <a:rPr lang="zh-CN" altLang="en-US">
                <a:solidFill>
                  <a:srgbClr val="333333"/>
                </a:solidFill>
                <a:latin typeface="+mj-ea"/>
                <a:ea typeface="+mj-ea"/>
              </a:rPr>
              <a:t>第一阶段</a:t>
            </a:r>
            <a:endParaRPr lang="zh-CN" altLang="en-US">
              <a:latin typeface="+mj-ea"/>
              <a:ea typeface="+mj-ea"/>
            </a:endParaRPr>
          </a:p>
          <a:p>
            <a:pPr>
              <a:defRPr/>
            </a:pPr>
            <a:endParaRPr lang="zh-CN" altLang="en-US">
              <a:latin typeface="+mj-ea"/>
              <a:ea typeface="+mj-ea"/>
            </a:endParaRPr>
          </a:p>
        </p:txBody>
      </p:sp>
      <p:sp>
        <p:nvSpPr>
          <p:cNvPr id="57349" name="AutoShape 2" descr="https://bkimg.cdn.bcebos.com/formula/17b27c602a0b31edba625953deeb6bf5.svg">
            <a:extLst>
              <a:ext uri="{FF2B5EF4-FFF2-40B4-BE49-F238E27FC236}">
                <a16:creationId xmlns:a16="http://schemas.microsoft.com/office/drawing/2014/main" id="{8F9ECF27-DAA9-3EAF-183F-D6E54F801607}"/>
              </a:ext>
            </a:extLst>
          </p:cNvPr>
          <p:cNvSpPr>
            <a:spLocks noChangeAspect="1" noChangeArrowheads="1"/>
          </p:cNvSpPr>
          <p:nvPr/>
        </p:nvSpPr>
        <p:spPr bwMode="auto">
          <a:xfrm>
            <a:off x="331788"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7350" name="AutoShape 3" descr="https://bkimg.cdn.bcebos.com/formula/ea8a6ee9cb2cb5d4fb0d427386396b4c.svg">
            <a:extLst>
              <a:ext uri="{FF2B5EF4-FFF2-40B4-BE49-F238E27FC236}">
                <a16:creationId xmlns:a16="http://schemas.microsoft.com/office/drawing/2014/main" id="{7EC98A59-A287-FC71-DE46-DC85C6C7994A}"/>
              </a:ext>
            </a:extLst>
          </p:cNvPr>
          <p:cNvSpPr>
            <a:spLocks noChangeAspect="1" noChangeArrowheads="1"/>
          </p:cNvSpPr>
          <p:nvPr/>
        </p:nvSpPr>
        <p:spPr bwMode="auto">
          <a:xfrm>
            <a:off x="239713"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7351" name="矩形 11">
            <a:extLst>
              <a:ext uri="{FF2B5EF4-FFF2-40B4-BE49-F238E27FC236}">
                <a16:creationId xmlns:a16="http://schemas.microsoft.com/office/drawing/2014/main" id="{A9366A72-81A1-9A76-7F68-FF35F9D8EA2C}"/>
              </a:ext>
            </a:extLst>
          </p:cNvPr>
          <p:cNvSpPr>
            <a:spLocks noChangeArrowheads="1"/>
          </p:cNvSpPr>
          <p:nvPr/>
        </p:nvSpPr>
        <p:spPr bwMode="auto">
          <a:xfrm>
            <a:off x="4884738" y="2630488"/>
            <a:ext cx="274955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500">
                <a:solidFill>
                  <a:schemeClr val="tx1"/>
                </a:solidFill>
                <a:latin typeface="+mj-ea"/>
                <a:ea typeface="+mj-ea"/>
              </a:rPr>
              <a:t>x</a:t>
            </a:r>
            <a:r>
              <a:rPr lang="en-US" altLang="zh-CN" sz="2500" baseline="-25000">
                <a:solidFill>
                  <a:schemeClr val="tx1"/>
                </a:solidFill>
                <a:latin typeface="+mj-ea"/>
                <a:ea typeface="+mj-ea"/>
              </a:rPr>
              <a:t>1</a:t>
            </a:r>
            <a:r>
              <a:rPr lang="zh-CN" altLang="en-US" sz="2500">
                <a:solidFill>
                  <a:schemeClr val="tx1"/>
                </a:solidFill>
                <a:latin typeface="+mj-ea"/>
                <a:ea typeface="+mj-ea"/>
              </a:rPr>
              <a:t>入基；</a:t>
            </a:r>
            <a:r>
              <a:rPr lang="en-US" altLang="zh-CN" sz="2500">
                <a:solidFill>
                  <a:schemeClr val="tx1"/>
                </a:solidFill>
                <a:latin typeface="+mj-ea"/>
                <a:ea typeface="+mj-ea"/>
              </a:rPr>
              <a:t>x</a:t>
            </a:r>
            <a:r>
              <a:rPr lang="en-US" altLang="zh-CN" sz="2500" baseline="-25000">
                <a:solidFill>
                  <a:schemeClr val="tx1"/>
                </a:solidFill>
                <a:latin typeface="+mj-ea"/>
                <a:ea typeface="+mj-ea"/>
              </a:rPr>
              <a:t>7</a:t>
            </a:r>
            <a:r>
              <a:rPr lang="zh-CN" altLang="en-US" sz="2500">
                <a:solidFill>
                  <a:schemeClr val="tx1"/>
                </a:solidFill>
                <a:latin typeface="+mj-ea"/>
                <a:ea typeface="+mj-ea"/>
              </a:rPr>
              <a:t>出基</a:t>
            </a:r>
            <a:endParaRPr lang="zh-CN" altLang="en-US" sz="2500">
              <a:latin typeface="+mj-ea"/>
              <a:ea typeface="+mj-ea"/>
            </a:endParaRPr>
          </a:p>
        </p:txBody>
      </p:sp>
      <p:sp>
        <p:nvSpPr>
          <p:cNvPr id="14" name="矩形 13">
            <a:extLst>
              <a:ext uri="{FF2B5EF4-FFF2-40B4-BE49-F238E27FC236}">
                <a16:creationId xmlns:a16="http://schemas.microsoft.com/office/drawing/2014/main" id="{D30B5AAD-C39C-6753-8DAA-7E4C89EF1301}"/>
              </a:ext>
            </a:extLst>
          </p:cNvPr>
          <p:cNvSpPr>
            <a:spLocks noChangeArrowheads="1"/>
          </p:cNvSpPr>
          <p:nvPr/>
        </p:nvSpPr>
        <p:spPr bwMode="auto">
          <a:xfrm>
            <a:off x="239713" y="4899025"/>
            <a:ext cx="3879850"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500" dirty="0">
                <a:solidFill>
                  <a:srgbClr val="333333"/>
                </a:solidFill>
                <a:latin typeface="+mj-ea"/>
                <a:ea typeface="+mj-ea"/>
              </a:rPr>
              <a:t>人工变量出基，</a:t>
            </a:r>
            <a:r>
              <a:rPr lang="en-US" altLang="zh-CN" sz="2500" dirty="0">
                <a:solidFill>
                  <a:srgbClr val="333333"/>
                </a:solidFill>
                <a:latin typeface="+mj-ea"/>
                <a:ea typeface="+mj-ea"/>
              </a:rPr>
              <a:t>Z=0</a:t>
            </a:r>
            <a:r>
              <a:rPr lang="zh-CN" altLang="en-US" sz="2500" dirty="0">
                <a:solidFill>
                  <a:srgbClr val="333333"/>
                </a:solidFill>
                <a:latin typeface="+mj-ea"/>
                <a:ea typeface="+mj-ea"/>
              </a:rPr>
              <a:t>，表示优化问题有解</a:t>
            </a:r>
            <a:r>
              <a:rPr lang="en-US" altLang="zh-CN" sz="2500" dirty="0">
                <a:solidFill>
                  <a:srgbClr val="333333"/>
                </a:solidFill>
                <a:latin typeface="+mj-ea"/>
                <a:ea typeface="+mj-ea"/>
              </a:rPr>
              <a:t>,</a:t>
            </a:r>
            <a:r>
              <a:rPr lang="zh-CN" altLang="en-US" sz="2500" dirty="0">
                <a:solidFill>
                  <a:srgbClr val="333333"/>
                </a:solidFill>
                <a:latin typeface="+mj-ea"/>
                <a:ea typeface="+mj-ea"/>
              </a:rPr>
              <a:t>并找到了基本可行解</a:t>
            </a:r>
            <a:r>
              <a:rPr lang="en-US" altLang="zh-CN" sz="2500" dirty="0">
                <a:solidFill>
                  <a:srgbClr val="333333"/>
                </a:solidFill>
                <a:latin typeface="+mj-ea"/>
                <a:ea typeface="+mj-ea"/>
              </a:rPr>
              <a:t>(1,3,0,0,0)</a:t>
            </a:r>
            <a:endParaRPr lang="zh-CN" altLang="en-US" sz="2500" dirty="0">
              <a:latin typeface="+mj-ea"/>
              <a:ea typeface="+mj-ea"/>
            </a:endParaRPr>
          </a:p>
        </p:txBody>
      </p:sp>
      <p:graphicFrame>
        <p:nvGraphicFramePr>
          <p:cNvPr id="11" name="Group 239">
            <a:extLst>
              <a:ext uri="{FF2B5EF4-FFF2-40B4-BE49-F238E27FC236}">
                <a16:creationId xmlns:a16="http://schemas.microsoft.com/office/drawing/2014/main" id="{9ACB9840-949E-2A06-3E82-7DE502F71926}"/>
              </a:ext>
            </a:extLst>
          </p:cNvPr>
          <p:cNvGraphicFramePr>
            <a:graphicFrameLocks noGrp="1"/>
          </p:cNvGraphicFramePr>
          <p:nvPr/>
        </p:nvGraphicFramePr>
        <p:xfrm>
          <a:off x="500063" y="1884363"/>
          <a:ext cx="4098925" cy="2447925"/>
        </p:xfrm>
        <a:graphic>
          <a:graphicData uri="http://schemas.openxmlformats.org/drawingml/2006/table">
            <a:tbl>
              <a:tblPr/>
              <a:tblGrid>
                <a:gridCol w="692284">
                  <a:extLst>
                    <a:ext uri="{9D8B030D-6E8A-4147-A177-3AD203B41FA5}">
                      <a16:colId xmlns:a16="http://schemas.microsoft.com/office/drawing/2014/main" val="20000"/>
                    </a:ext>
                  </a:extLst>
                </a:gridCol>
                <a:gridCol w="738903">
                  <a:extLst>
                    <a:ext uri="{9D8B030D-6E8A-4147-A177-3AD203B41FA5}">
                      <a16:colId xmlns:a16="http://schemas.microsoft.com/office/drawing/2014/main" val="20001"/>
                    </a:ext>
                  </a:extLst>
                </a:gridCol>
                <a:gridCol w="637507">
                  <a:extLst>
                    <a:ext uri="{9D8B030D-6E8A-4147-A177-3AD203B41FA5}">
                      <a16:colId xmlns:a16="http://schemas.microsoft.com/office/drawing/2014/main" val="20002"/>
                    </a:ext>
                  </a:extLst>
                </a:gridCol>
                <a:gridCol w="637507">
                  <a:extLst>
                    <a:ext uri="{9D8B030D-6E8A-4147-A177-3AD203B41FA5}">
                      <a16:colId xmlns:a16="http://schemas.microsoft.com/office/drawing/2014/main" val="20003"/>
                    </a:ext>
                  </a:extLst>
                </a:gridCol>
                <a:gridCol w="700442">
                  <a:extLst>
                    <a:ext uri="{9D8B030D-6E8A-4147-A177-3AD203B41FA5}">
                      <a16:colId xmlns:a16="http://schemas.microsoft.com/office/drawing/2014/main" val="20004"/>
                    </a:ext>
                  </a:extLst>
                </a:gridCol>
                <a:gridCol w="692284">
                  <a:extLst>
                    <a:ext uri="{9D8B030D-6E8A-4147-A177-3AD203B41FA5}">
                      <a16:colId xmlns:a16="http://schemas.microsoft.com/office/drawing/2014/main" val="20005"/>
                    </a:ext>
                  </a:extLst>
                </a:gridCol>
              </a:tblGrid>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1</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3</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5</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6</a:t>
                      </a:r>
                    </a:p>
                  </a:txBody>
                  <a:tcPr marL="89986" marR="89986" marT="46825" marB="46825"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-6</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6</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2</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58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7</a:t>
                      </a:r>
                    </a:p>
                  </a:txBody>
                  <a:tcPr marL="89986" marR="89986" marT="46825" marB="46825"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6</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6</a:t>
                      </a:r>
                    </a:p>
                  </a:txBody>
                  <a:tcPr marL="89986" marR="89986" marT="46825" marB="46825"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4</a:t>
                      </a:r>
                    </a:p>
                  </a:txBody>
                  <a:tcPr marL="89986" marR="89986" marT="46825" marB="46825"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6" marR="89986" marT="46825" marB="46825"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2" name="Group 239">
            <a:extLst>
              <a:ext uri="{FF2B5EF4-FFF2-40B4-BE49-F238E27FC236}">
                <a16:creationId xmlns:a16="http://schemas.microsoft.com/office/drawing/2014/main" id="{C2EEA757-956D-A8A7-805E-0AD0D1215E9D}"/>
              </a:ext>
            </a:extLst>
          </p:cNvPr>
          <p:cNvGraphicFramePr>
            <a:graphicFrameLocks noGrp="1"/>
          </p:cNvGraphicFramePr>
          <p:nvPr/>
        </p:nvGraphicFramePr>
        <p:xfrm>
          <a:off x="4356100" y="3933825"/>
          <a:ext cx="4575175" cy="2463800"/>
        </p:xfrm>
        <a:graphic>
          <a:graphicData uri="http://schemas.openxmlformats.org/drawingml/2006/table">
            <a:tbl>
              <a:tblPr/>
              <a:tblGrid>
                <a:gridCol w="772720">
                  <a:extLst>
                    <a:ext uri="{9D8B030D-6E8A-4147-A177-3AD203B41FA5}">
                      <a16:colId xmlns:a16="http://schemas.microsoft.com/office/drawing/2014/main" val="20000"/>
                    </a:ext>
                  </a:extLst>
                </a:gridCol>
                <a:gridCol w="824756">
                  <a:extLst>
                    <a:ext uri="{9D8B030D-6E8A-4147-A177-3AD203B41FA5}">
                      <a16:colId xmlns:a16="http://schemas.microsoft.com/office/drawing/2014/main" val="20001"/>
                    </a:ext>
                  </a:extLst>
                </a:gridCol>
                <a:gridCol w="711578">
                  <a:extLst>
                    <a:ext uri="{9D8B030D-6E8A-4147-A177-3AD203B41FA5}">
                      <a16:colId xmlns:a16="http://schemas.microsoft.com/office/drawing/2014/main" val="20002"/>
                    </a:ext>
                  </a:extLst>
                </a:gridCol>
                <a:gridCol w="788533">
                  <a:extLst>
                    <a:ext uri="{9D8B030D-6E8A-4147-A177-3AD203B41FA5}">
                      <a16:colId xmlns:a16="http://schemas.microsoft.com/office/drawing/2014/main" val="20003"/>
                    </a:ext>
                  </a:extLst>
                </a:gridCol>
                <a:gridCol w="803745">
                  <a:extLst>
                    <a:ext uri="{9D8B030D-6E8A-4147-A177-3AD203B41FA5}">
                      <a16:colId xmlns:a16="http://schemas.microsoft.com/office/drawing/2014/main" val="20004"/>
                    </a:ext>
                  </a:extLst>
                </a:gridCol>
                <a:gridCol w="673843">
                  <a:extLst>
                    <a:ext uri="{9D8B030D-6E8A-4147-A177-3AD203B41FA5}">
                      <a16:colId xmlns:a16="http://schemas.microsoft.com/office/drawing/2014/main" val="20005"/>
                    </a:ext>
                  </a:extLst>
                </a:gridCol>
              </a:tblGrid>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3" marR="89983" marT="46813" marB="46813"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83" marR="89983"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3</a:t>
                      </a:r>
                    </a:p>
                  </a:txBody>
                  <a:tcPr marL="89983" marR="89983"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5</a:t>
                      </a:r>
                    </a:p>
                  </a:txBody>
                  <a:tcPr marL="89983" marR="89983"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6</a:t>
                      </a:r>
                    </a:p>
                  </a:txBody>
                  <a:tcPr marL="89983" marR="89983"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7</a:t>
                      </a:r>
                    </a:p>
                  </a:txBody>
                  <a:tcPr marL="89983" marR="89983"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5969">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a:ln>
                            <a:noFill/>
                          </a:ln>
                          <a:solidFill>
                            <a:schemeClr val="tx1"/>
                          </a:solidFill>
                          <a:effectLst/>
                          <a:latin typeface="Arial" charset="0"/>
                          <a:ea typeface="宋体" pitchFamily="2" charset="-122"/>
                        </a:rPr>
                        <a:t>z</a:t>
                      </a:r>
                    </a:p>
                  </a:txBody>
                  <a:tcPr marL="89983" marR="89983"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0</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89983" marR="89983"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83" marR="89983"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2</a:t>
                      </a:r>
                    </a:p>
                  </a:txBody>
                  <a:tcPr marL="89983" marR="89983"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1/3</a:t>
                      </a:r>
                    </a:p>
                  </a:txBody>
                  <a:tcPr marL="89983" marR="89983"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1/3</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1</a:t>
                      </a:r>
                    </a:p>
                  </a:txBody>
                  <a:tcPr marL="89983" marR="89983"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2/3</a:t>
                      </a:r>
                    </a:p>
                  </a:txBody>
                  <a:tcPr marL="89983" marR="89983"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83" marR="89983"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83" marR="89983"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1/6</a:t>
                      </a:r>
                    </a:p>
                  </a:txBody>
                  <a:tcPr marL="89983" marR="89983"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7926" name="矩形 1">
            <a:extLst>
              <a:ext uri="{FF2B5EF4-FFF2-40B4-BE49-F238E27FC236}">
                <a16:creationId xmlns:a16="http://schemas.microsoft.com/office/drawing/2014/main" id="{1B6B60B9-3DD3-210C-CCB4-D283D7BBA4DE}"/>
              </a:ext>
            </a:extLst>
          </p:cNvPr>
          <p:cNvSpPr>
            <a:spLocks noChangeArrowheads="1"/>
          </p:cNvSpPr>
          <p:nvPr/>
        </p:nvSpPr>
        <p:spPr bwMode="auto">
          <a:xfrm>
            <a:off x="5148263" y="4899025"/>
            <a:ext cx="2376487" cy="1554163"/>
          </a:xfrm>
          <a:prstGeom prst="rect">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a:extLst>
              <a:ext uri="{FF2B5EF4-FFF2-40B4-BE49-F238E27FC236}">
                <a16:creationId xmlns:a16="http://schemas.microsoft.com/office/drawing/2014/main" id="{8EE965FE-A6CD-0D0F-7F45-A66BC18B1E63}"/>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7ADA09-C363-4BD1-9272-1257FF53D3DE}"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47</a:t>
            </a:fld>
            <a:endParaRPr lang="en-US" altLang="zh-CN" sz="1200">
              <a:latin typeface="微软雅黑" panose="020B0503020204020204" pitchFamily="34" charset="-122"/>
              <a:ea typeface="微软雅黑" panose="020B0503020204020204" pitchFamily="34" charset="-122"/>
            </a:endParaRPr>
          </a:p>
        </p:txBody>
      </p:sp>
      <p:sp>
        <p:nvSpPr>
          <p:cNvPr id="59395" name="Rectangle 2">
            <a:extLst>
              <a:ext uri="{FF2B5EF4-FFF2-40B4-BE49-F238E27FC236}">
                <a16:creationId xmlns:a16="http://schemas.microsoft.com/office/drawing/2014/main" id="{FBC4F14B-37CF-76C7-1A18-01F8D732DA56}"/>
              </a:ext>
            </a:extLst>
          </p:cNvPr>
          <p:cNvSpPr>
            <a:spLocks noGrp="1" noChangeArrowheads="1"/>
          </p:cNvSpPr>
          <p:nvPr>
            <p:ph type="title"/>
          </p:nvPr>
        </p:nvSpPr>
        <p:spPr>
          <a:xfrm>
            <a:off x="130175" y="211138"/>
            <a:ext cx="9401175" cy="1143000"/>
          </a:xfrm>
        </p:spPr>
        <p:txBody>
          <a:bodyPr/>
          <a:lstStyle/>
          <a:p>
            <a:pPr>
              <a:defRPr/>
            </a:pPr>
            <a:r>
              <a:rPr lang="en-US" altLang="zh-CN" sz="3600" b="1">
                <a:latin typeface="+mj-ea"/>
              </a:rPr>
              <a:t>8.1.5</a:t>
            </a:r>
            <a:r>
              <a:rPr lang="zh-CN" altLang="en-US" sz="3600" b="1">
                <a:latin typeface="+mj-ea"/>
              </a:rPr>
              <a:t>一般线性规划问题的</a:t>
            </a:r>
            <a:r>
              <a:rPr lang="en-US" altLang="zh-CN" sz="3600" b="1">
                <a:latin typeface="+mj-ea"/>
              </a:rPr>
              <a:t>2</a:t>
            </a:r>
            <a:r>
              <a:rPr lang="zh-CN" altLang="en-US" sz="3600" b="1">
                <a:latin typeface="+mj-ea"/>
              </a:rPr>
              <a:t>阶段单纯形算法 </a:t>
            </a:r>
          </a:p>
        </p:txBody>
      </p:sp>
      <p:sp>
        <p:nvSpPr>
          <p:cNvPr id="59396" name="矩形 2">
            <a:extLst>
              <a:ext uri="{FF2B5EF4-FFF2-40B4-BE49-F238E27FC236}">
                <a16:creationId xmlns:a16="http://schemas.microsoft.com/office/drawing/2014/main" id="{699200C5-E83F-403D-BFE9-85A4504AB790}"/>
              </a:ext>
            </a:extLst>
          </p:cNvPr>
          <p:cNvSpPr>
            <a:spLocks noChangeArrowheads="1"/>
          </p:cNvSpPr>
          <p:nvPr/>
        </p:nvSpPr>
        <p:spPr bwMode="auto">
          <a:xfrm>
            <a:off x="500063" y="1152525"/>
            <a:ext cx="27003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a:solidFill>
                  <a:srgbClr val="333333"/>
                </a:solidFill>
                <a:latin typeface="+mj-ea"/>
                <a:ea typeface="+mj-ea"/>
              </a:rPr>
              <a:t>示例</a:t>
            </a:r>
            <a:r>
              <a:rPr lang="en-US" altLang="zh-CN">
                <a:solidFill>
                  <a:srgbClr val="333333"/>
                </a:solidFill>
                <a:latin typeface="+mj-ea"/>
                <a:ea typeface="+mj-ea"/>
              </a:rPr>
              <a:t>: </a:t>
            </a:r>
            <a:r>
              <a:rPr lang="zh-CN" altLang="en-US">
                <a:solidFill>
                  <a:srgbClr val="333333"/>
                </a:solidFill>
                <a:latin typeface="+mj-ea"/>
                <a:ea typeface="+mj-ea"/>
              </a:rPr>
              <a:t>第二阶段</a:t>
            </a:r>
            <a:endParaRPr lang="zh-CN" altLang="en-US">
              <a:latin typeface="+mj-ea"/>
              <a:ea typeface="+mj-ea"/>
            </a:endParaRPr>
          </a:p>
          <a:p>
            <a:pPr>
              <a:defRPr/>
            </a:pPr>
            <a:endParaRPr lang="zh-CN" altLang="en-US">
              <a:latin typeface="+mj-ea"/>
              <a:ea typeface="+mj-ea"/>
            </a:endParaRPr>
          </a:p>
        </p:txBody>
      </p:sp>
      <p:sp>
        <p:nvSpPr>
          <p:cNvPr id="59397" name="AutoShape 2" descr="https://bkimg.cdn.bcebos.com/formula/17b27c602a0b31edba625953deeb6bf5.svg">
            <a:extLst>
              <a:ext uri="{FF2B5EF4-FFF2-40B4-BE49-F238E27FC236}">
                <a16:creationId xmlns:a16="http://schemas.microsoft.com/office/drawing/2014/main" id="{CD6EAE8A-4171-5EA2-3D36-878B38097CBA}"/>
              </a:ext>
            </a:extLst>
          </p:cNvPr>
          <p:cNvSpPr>
            <a:spLocks noChangeAspect="1" noChangeArrowheads="1"/>
          </p:cNvSpPr>
          <p:nvPr/>
        </p:nvSpPr>
        <p:spPr bwMode="auto">
          <a:xfrm>
            <a:off x="331788"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9398" name="AutoShape 3" descr="https://bkimg.cdn.bcebos.com/formula/ea8a6ee9cb2cb5d4fb0d427386396b4c.svg">
            <a:extLst>
              <a:ext uri="{FF2B5EF4-FFF2-40B4-BE49-F238E27FC236}">
                <a16:creationId xmlns:a16="http://schemas.microsoft.com/office/drawing/2014/main" id="{FF95F130-3E01-0A08-0F86-5FA25AFC9E84}"/>
              </a:ext>
            </a:extLst>
          </p:cNvPr>
          <p:cNvSpPr>
            <a:spLocks noChangeAspect="1" noChangeArrowheads="1"/>
          </p:cNvSpPr>
          <p:nvPr/>
        </p:nvSpPr>
        <p:spPr bwMode="auto">
          <a:xfrm>
            <a:off x="239713"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59399" name="矩形 1">
            <a:extLst>
              <a:ext uri="{FF2B5EF4-FFF2-40B4-BE49-F238E27FC236}">
                <a16:creationId xmlns:a16="http://schemas.microsoft.com/office/drawing/2014/main" id="{B1CA6842-CC21-B614-454E-50B6906E0735}"/>
              </a:ext>
            </a:extLst>
          </p:cNvPr>
          <p:cNvSpPr>
            <a:spLocks noChangeArrowheads="1"/>
          </p:cNvSpPr>
          <p:nvPr/>
        </p:nvSpPr>
        <p:spPr bwMode="auto">
          <a:xfrm>
            <a:off x="519113" y="1795463"/>
            <a:ext cx="81422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rgbClr val="333333"/>
                </a:solidFill>
                <a:latin typeface="+mj-ea"/>
                <a:ea typeface="+mj-ea"/>
              </a:rPr>
              <a:t>去掉人工变量，将目标函数的系数换成原问题的目标函数系数，作为第二阶段计算初始表，用</a:t>
            </a:r>
            <a:r>
              <a:rPr lang="zh-CN" altLang="en-US" sz="2000">
                <a:solidFill>
                  <a:srgbClr val="136EC2"/>
                </a:solidFill>
                <a:latin typeface="+mj-ea"/>
                <a:ea typeface="+mj-ea"/>
              </a:rPr>
              <a:t>单纯形法</a:t>
            </a:r>
            <a:r>
              <a:rPr lang="zh-CN" altLang="en-US" sz="2000">
                <a:solidFill>
                  <a:srgbClr val="333333"/>
                </a:solidFill>
                <a:latin typeface="+mj-ea"/>
                <a:ea typeface="+mj-ea"/>
              </a:rPr>
              <a:t>继续计算</a:t>
            </a:r>
            <a:endParaRPr lang="zh-CN" altLang="en-US" sz="2000">
              <a:latin typeface="+mj-ea"/>
              <a:ea typeface="+mj-ea"/>
            </a:endParaRPr>
          </a:p>
        </p:txBody>
      </p:sp>
      <p:pic>
        <p:nvPicPr>
          <p:cNvPr id="79880" name="图片 4">
            <a:extLst>
              <a:ext uri="{FF2B5EF4-FFF2-40B4-BE49-F238E27FC236}">
                <a16:creationId xmlns:a16="http://schemas.microsoft.com/office/drawing/2014/main" id="{BF6431BB-F3B4-3F1A-A8B0-3995B275B6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27225" y="2528888"/>
            <a:ext cx="4275138"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1" name="矩形 14">
            <a:extLst>
              <a:ext uri="{FF2B5EF4-FFF2-40B4-BE49-F238E27FC236}">
                <a16:creationId xmlns:a16="http://schemas.microsoft.com/office/drawing/2014/main" id="{D2DA7C39-2761-4AA3-4BAA-F7EF9EF4630F}"/>
              </a:ext>
            </a:extLst>
          </p:cNvPr>
          <p:cNvSpPr>
            <a:spLocks noChangeArrowheads="1"/>
          </p:cNvSpPr>
          <p:nvPr/>
        </p:nvSpPr>
        <p:spPr bwMode="auto">
          <a:xfrm>
            <a:off x="5651500" y="6296025"/>
            <a:ext cx="238918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500">
                <a:solidFill>
                  <a:schemeClr val="tx1"/>
                </a:solidFill>
                <a:latin typeface="+mj-ea"/>
                <a:ea typeface="+mj-ea"/>
              </a:rPr>
              <a:t>x</a:t>
            </a:r>
            <a:r>
              <a:rPr lang="en-US" altLang="zh-CN" sz="2500" baseline="-25000">
                <a:solidFill>
                  <a:schemeClr val="tx1"/>
                </a:solidFill>
                <a:latin typeface="+mj-ea"/>
                <a:ea typeface="+mj-ea"/>
              </a:rPr>
              <a:t>3</a:t>
            </a:r>
            <a:r>
              <a:rPr lang="zh-CN" altLang="en-US" sz="2500">
                <a:solidFill>
                  <a:schemeClr val="tx1"/>
                </a:solidFill>
                <a:latin typeface="+mj-ea"/>
                <a:ea typeface="+mj-ea"/>
              </a:rPr>
              <a:t>入基，</a:t>
            </a:r>
            <a:r>
              <a:rPr lang="en-US" altLang="zh-CN" sz="2500">
                <a:solidFill>
                  <a:schemeClr val="tx1"/>
                </a:solidFill>
                <a:latin typeface="+mj-ea"/>
                <a:ea typeface="+mj-ea"/>
              </a:rPr>
              <a:t>x</a:t>
            </a:r>
            <a:r>
              <a:rPr lang="en-US" altLang="zh-CN" sz="2500" baseline="-25000">
                <a:solidFill>
                  <a:schemeClr val="tx1"/>
                </a:solidFill>
                <a:latin typeface="+mj-ea"/>
                <a:ea typeface="+mj-ea"/>
              </a:rPr>
              <a:t>1</a:t>
            </a:r>
            <a:r>
              <a:rPr lang="zh-CN" altLang="en-US" sz="2500">
                <a:solidFill>
                  <a:schemeClr val="tx1"/>
                </a:solidFill>
                <a:latin typeface="+mj-ea"/>
                <a:ea typeface="+mj-ea"/>
              </a:rPr>
              <a:t>出基</a:t>
            </a:r>
            <a:endParaRPr lang="zh-CN" altLang="en-US" sz="2500">
              <a:latin typeface="+mj-ea"/>
              <a:ea typeface="+mj-ea"/>
            </a:endParaRPr>
          </a:p>
        </p:txBody>
      </p:sp>
      <p:graphicFrame>
        <p:nvGraphicFramePr>
          <p:cNvPr id="13" name="Group 239">
            <a:extLst>
              <a:ext uri="{FF2B5EF4-FFF2-40B4-BE49-F238E27FC236}">
                <a16:creationId xmlns:a16="http://schemas.microsoft.com/office/drawing/2014/main" id="{D6427CA4-731A-A19E-0CA7-8F550950E3DC}"/>
              </a:ext>
            </a:extLst>
          </p:cNvPr>
          <p:cNvGraphicFramePr>
            <a:graphicFrameLocks noGrp="1"/>
          </p:cNvGraphicFramePr>
          <p:nvPr/>
        </p:nvGraphicFramePr>
        <p:xfrm>
          <a:off x="5170488" y="3573463"/>
          <a:ext cx="3098800" cy="2465387"/>
        </p:xfrm>
        <a:graphic>
          <a:graphicData uri="http://schemas.openxmlformats.org/drawingml/2006/table">
            <a:tbl>
              <a:tblPr/>
              <a:tblGrid>
                <a:gridCol w="773022">
                  <a:extLst>
                    <a:ext uri="{9D8B030D-6E8A-4147-A177-3AD203B41FA5}">
                      <a16:colId xmlns:a16="http://schemas.microsoft.com/office/drawing/2014/main" val="20000"/>
                    </a:ext>
                  </a:extLst>
                </a:gridCol>
                <a:gridCol w="825079">
                  <a:extLst>
                    <a:ext uri="{9D8B030D-6E8A-4147-A177-3AD203B41FA5}">
                      <a16:colId xmlns:a16="http://schemas.microsoft.com/office/drawing/2014/main" val="20001"/>
                    </a:ext>
                  </a:extLst>
                </a:gridCol>
                <a:gridCol w="711857">
                  <a:extLst>
                    <a:ext uri="{9D8B030D-6E8A-4147-A177-3AD203B41FA5}">
                      <a16:colId xmlns:a16="http://schemas.microsoft.com/office/drawing/2014/main" val="20002"/>
                    </a:ext>
                  </a:extLst>
                </a:gridCol>
                <a:gridCol w="788842">
                  <a:extLst>
                    <a:ext uri="{9D8B030D-6E8A-4147-A177-3AD203B41FA5}">
                      <a16:colId xmlns:a16="http://schemas.microsoft.com/office/drawing/2014/main" val="20003"/>
                    </a:ext>
                  </a:extLst>
                </a:gridCol>
              </a:tblGrid>
              <a:tr h="48977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18" marR="90018" marT="46843" marB="46843"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90018" marR="90018" marT="46843" marB="4684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3</a:t>
                      </a:r>
                    </a:p>
                  </a:txBody>
                  <a:tcPr marL="90018" marR="90018" marT="46843" marB="4684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5</a:t>
                      </a:r>
                    </a:p>
                  </a:txBody>
                  <a:tcPr marL="90018" marR="90018" marT="46843" marB="4684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6295">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z</a:t>
                      </a:r>
                    </a:p>
                  </a:txBody>
                  <a:tcPr marL="90018" marR="90018" marT="46843" marB="4684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-3</a:t>
                      </a:r>
                    </a:p>
                  </a:txBody>
                  <a:tcPr marL="90018" marR="90018" marT="46843" marB="4684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0070C0"/>
                          </a:solidFill>
                          <a:effectLst/>
                          <a:latin typeface="Arial" charset="0"/>
                          <a:ea typeface="宋体" pitchFamily="2" charset="-122"/>
                        </a:rPr>
                        <a:t>3</a:t>
                      </a:r>
                    </a:p>
                  </a:txBody>
                  <a:tcPr marL="90018" marR="90018" marT="46843" marB="4684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0070C0"/>
                          </a:solidFill>
                          <a:effectLst/>
                          <a:latin typeface="Arial" charset="0"/>
                          <a:ea typeface="宋体" pitchFamily="2" charset="-122"/>
                        </a:rPr>
                        <a:t>3/2</a:t>
                      </a:r>
                    </a:p>
                  </a:txBody>
                  <a:tcPr marL="90018" marR="90018" marT="46843" marB="4684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77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90018" marR="90018" marT="46843" marB="4684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90018" marR="90018" marT="46843" marB="4684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90018" marR="90018" marT="46843" marB="4684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90018" marR="90018" marT="46843" marB="4684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77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2</a:t>
                      </a:r>
                    </a:p>
                  </a:txBody>
                  <a:tcPr marL="90018" marR="90018" marT="46843" marB="4684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a:t>
                      </a:r>
                    </a:p>
                  </a:txBody>
                  <a:tcPr marL="90018" marR="90018" marT="46843" marB="4684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1/3</a:t>
                      </a:r>
                    </a:p>
                  </a:txBody>
                  <a:tcPr marL="90018" marR="90018" marT="46843" marB="4684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90018" marR="90018" marT="46843" marB="4684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773">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rgbClr val="FF0000"/>
                          </a:solidFill>
                          <a:effectLst/>
                          <a:latin typeface="Arial" charset="0"/>
                          <a:ea typeface="宋体" pitchFamily="2" charset="-122"/>
                        </a:rPr>
                        <a:t>x</a:t>
                      </a:r>
                      <a:r>
                        <a:rPr kumimoji="0" lang="en-US" altLang="zh-CN" sz="2200" b="0" i="0" u="none" strike="noStrike" cap="none" normalizeH="0" baseline="-25000" dirty="0">
                          <a:ln>
                            <a:noFill/>
                          </a:ln>
                          <a:solidFill>
                            <a:srgbClr val="FF0000"/>
                          </a:solidFill>
                          <a:effectLst/>
                          <a:latin typeface="Arial" charset="0"/>
                          <a:ea typeface="宋体" pitchFamily="2" charset="-122"/>
                        </a:rPr>
                        <a:t>1</a:t>
                      </a:r>
                    </a:p>
                  </a:txBody>
                  <a:tcPr marL="90018" marR="90018" marT="46843" marB="4684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a:t>
                      </a:r>
                    </a:p>
                  </a:txBody>
                  <a:tcPr marL="90018" marR="90018" marT="46843" marB="4684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2/3</a:t>
                      </a:r>
                    </a:p>
                  </a:txBody>
                  <a:tcPr marL="90018" marR="90018" marT="46843" marB="4684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90018" marR="90018" marT="46843" marB="4684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9436" name="矩形 1">
            <a:extLst>
              <a:ext uri="{FF2B5EF4-FFF2-40B4-BE49-F238E27FC236}">
                <a16:creationId xmlns:a16="http://schemas.microsoft.com/office/drawing/2014/main" id="{87422B78-7BE8-8B5F-9E3B-556572D51D3B}"/>
              </a:ext>
            </a:extLst>
          </p:cNvPr>
          <p:cNvSpPr>
            <a:spLocks noChangeArrowheads="1"/>
          </p:cNvSpPr>
          <p:nvPr/>
        </p:nvSpPr>
        <p:spPr bwMode="auto">
          <a:xfrm>
            <a:off x="179388" y="297497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rgbClr val="333333"/>
                </a:solidFill>
                <a:latin typeface="+mj-ea"/>
                <a:ea typeface="+mj-ea"/>
              </a:rPr>
              <a:t>原问题标准型</a:t>
            </a:r>
            <a:endParaRPr lang="zh-CN" altLang="en-US" sz="2000">
              <a:latin typeface="+mj-ea"/>
              <a:ea typeface="+mj-ea"/>
            </a:endParaRPr>
          </a:p>
        </p:txBody>
      </p:sp>
      <p:sp>
        <p:nvSpPr>
          <p:cNvPr id="59437" name="矩形 14">
            <a:extLst>
              <a:ext uri="{FF2B5EF4-FFF2-40B4-BE49-F238E27FC236}">
                <a16:creationId xmlns:a16="http://schemas.microsoft.com/office/drawing/2014/main" id="{7A81A118-2856-1F74-D005-9C84842B7FEA}"/>
              </a:ext>
            </a:extLst>
          </p:cNvPr>
          <p:cNvSpPr>
            <a:spLocks noChangeArrowheads="1"/>
          </p:cNvSpPr>
          <p:nvPr/>
        </p:nvSpPr>
        <p:spPr bwMode="auto">
          <a:xfrm>
            <a:off x="179388" y="4489450"/>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a:solidFill>
                  <a:srgbClr val="333333"/>
                </a:solidFill>
                <a:latin typeface="+mj-ea"/>
                <a:ea typeface="+mj-ea"/>
              </a:rPr>
              <a:t>转化后的问题</a:t>
            </a:r>
            <a:endParaRPr lang="zh-CN" altLang="en-US" sz="2000">
              <a:latin typeface="+mj-ea"/>
              <a:ea typeface="+mj-ea"/>
            </a:endParaRPr>
          </a:p>
        </p:txBody>
      </p:sp>
      <p:pic>
        <p:nvPicPr>
          <p:cNvPr id="79918" name="图片 4">
            <a:extLst>
              <a:ext uri="{FF2B5EF4-FFF2-40B4-BE49-F238E27FC236}">
                <a16:creationId xmlns:a16="http://schemas.microsoft.com/office/drawing/2014/main" id="{E28BF9E0-286B-7C56-A08F-08C65D19E4E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5988" y="5011738"/>
            <a:ext cx="4275137" cy="181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39" name="矩形 14">
            <a:extLst>
              <a:ext uri="{FF2B5EF4-FFF2-40B4-BE49-F238E27FC236}">
                <a16:creationId xmlns:a16="http://schemas.microsoft.com/office/drawing/2014/main" id="{A523257E-DEE7-E765-1CD6-5F61483281C1}"/>
              </a:ext>
            </a:extLst>
          </p:cNvPr>
          <p:cNvSpPr>
            <a:spLocks noChangeArrowheads="1"/>
          </p:cNvSpPr>
          <p:nvPr/>
        </p:nvSpPr>
        <p:spPr bwMode="auto">
          <a:xfrm>
            <a:off x="1768475" y="5332413"/>
            <a:ext cx="2732088"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1</a:t>
            </a:r>
            <a:r>
              <a:rPr lang="en-US" altLang="zh-CN" sz="2200" dirty="0">
                <a:solidFill>
                  <a:schemeClr val="tx1"/>
                </a:solidFill>
                <a:latin typeface="Times New Roman" panose="02020603050405020304" pitchFamily="18" charset="0"/>
                <a:ea typeface="+mj-ea"/>
                <a:cs typeface="Times New Roman" panose="02020603050405020304" pitchFamily="18" charset="0"/>
              </a:rPr>
              <a:t>+ 2/3</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3</a:t>
            </a:r>
            <a:r>
              <a:rPr lang="en-US" altLang="zh-CN" sz="2200" dirty="0">
                <a:solidFill>
                  <a:schemeClr val="tx1"/>
                </a:solidFill>
                <a:latin typeface="Times New Roman" panose="02020603050405020304" pitchFamily="18" charset="0"/>
                <a:ea typeface="+mj-ea"/>
                <a:cs typeface="Times New Roman" panose="02020603050405020304" pitchFamily="18" charset="0"/>
              </a:rPr>
              <a:t>+1/2</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5</a:t>
            </a:r>
            <a:r>
              <a:rPr lang="en-US" altLang="zh-CN" sz="2200" dirty="0">
                <a:solidFill>
                  <a:schemeClr val="tx1"/>
                </a:solidFill>
                <a:latin typeface="Times New Roman" panose="02020603050405020304" pitchFamily="18" charset="0"/>
                <a:ea typeface="+mj-ea"/>
                <a:cs typeface="Times New Roman" panose="02020603050405020304" pitchFamily="18" charset="0"/>
              </a:rPr>
              <a:t>=1</a:t>
            </a:r>
            <a:endParaRPr lang="zh-CN" altLang="en-US" sz="2200" dirty="0">
              <a:latin typeface="Times New Roman" panose="02020603050405020304" pitchFamily="18" charset="0"/>
              <a:ea typeface="+mj-ea"/>
              <a:cs typeface="Times New Roman" panose="02020603050405020304" pitchFamily="18" charset="0"/>
            </a:endParaRPr>
          </a:p>
        </p:txBody>
      </p:sp>
      <p:sp>
        <p:nvSpPr>
          <p:cNvPr id="59440" name="矩形 14">
            <a:extLst>
              <a:ext uri="{FF2B5EF4-FFF2-40B4-BE49-F238E27FC236}">
                <a16:creationId xmlns:a16="http://schemas.microsoft.com/office/drawing/2014/main" id="{A0A8D58E-7E1D-2130-086F-41BE1668D950}"/>
              </a:ext>
            </a:extLst>
          </p:cNvPr>
          <p:cNvSpPr>
            <a:spLocks noChangeArrowheads="1"/>
          </p:cNvSpPr>
          <p:nvPr/>
        </p:nvSpPr>
        <p:spPr bwMode="auto">
          <a:xfrm>
            <a:off x="1735138" y="5711825"/>
            <a:ext cx="3235325" cy="430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4</a:t>
            </a:r>
            <a:r>
              <a:rPr lang="en-US" altLang="zh-CN" sz="2200" dirty="0">
                <a:solidFill>
                  <a:schemeClr val="tx1"/>
                </a:solidFill>
                <a:latin typeface="Times New Roman" panose="02020603050405020304" pitchFamily="18" charset="0"/>
                <a:ea typeface="+mj-ea"/>
                <a:cs typeface="Times New Roman" panose="02020603050405020304" pitchFamily="18" charset="0"/>
              </a:rPr>
              <a:t>-1/2</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5</a:t>
            </a:r>
            <a:r>
              <a:rPr lang="en-US" altLang="zh-CN" sz="2200" dirty="0">
                <a:solidFill>
                  <a:schemeClr val="tx1"/>
                </a:solidFill>
                <a:latin typeface="Times New Roman" panose="02020603050405020304" pitchFamily="18" charset="0"/>
                <a:ea typeface="+mj-ea"/>
                <a:cs typeface="Times New Roman" panose="02020603050405020304" pitchFamily="18" charset="0"/>
              </a:rPr>
              <a:t>=0</a:t>
            </a:r>
            <a:endParaRPr lang="zh-CN" altLang="en-US" sz="2200" dirty="0">
              <a:latin typeface="Times New Roman" panose="02020603050405020304" pitchFamily="18" charset="0"/>
              <a:ea typeface="+mj-ea"/>
              <a:cs typeface="Times New Roman" panose="02020603050405020304" pitchFamily="18" charset="0"/>
            </a:endParaRPr>
          </a:p>
        </p:txBody>
      </p:sp>
      <p:sp>
        <p:nvSpPr>
          <p:cNvPr id="59441" name="矩形 14">
            <a:extLst>
              <a:ext uri="{FF2B5EF4-FFF2-40B4-BE49-F238E27FC236}">
                <a16:creationId xmlns:a16="http://schemas.microsoft.com/office/drawing/2014/main" id="{1B0903B7-B7BF-ED29-4DCB-9351E04D5E1C}"/>
              </a:ext>
            </a:extLst>
          </p:cNvPr>
          <p:cNvSpPr>
            <a:spLocks noChangeArrowheads="1"/>
          </p:cNvSpPr>
          <p:nvPr/>
        </p:nvSpPr>
        <p:spPr bwMode="auto">
          <a:xfrm>
            <a:off x="1735138" y="6080125"/>
            <a:ext cx="1757362"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2</a:t>
            </a:r>
            <a:r>
              <a:rPr lang="en-US" altLang="zh-CN" sz="2200" dirty="0">
                <a:solidFill>
                  <a:schemeClr val="tx1"/>
                </a:solidFill>
                <a:latin typeface="Times New Roman" panose="02020603050405020304" pitchFamily="18" charset="0"/>
                <a:ea typeface="+mj-ea"/>
                <a:cs typeface="Times New Roman" panose="02020603050405020304" pitchFamily="18" charset="0"/>
              </a:rPr>
              <a:t>+1/3</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3</a:t>
            </a:r>
            <a:r>
              <a:rPr lang="en-US" altLang="zh-CN" sz="2200" dirty="0">
                <a:solidFill>
                  <a:schemeClr val="tx1"/>
                </a:solidFill>
                <a:latin typeface="Times New Roman" panose="02020603050405020304" pitchFamily="18" charset="0"/>
                <a:ea typeface="+mj-ea"/>
                <a:cs typeface="Times New Roman" panose="02020603050405020304" pitchFamily="18" charset="0"/>
              </a:rPr>
              <a:t>=3</a:t>
            </a:r>
            <a:endParaRPr lang="zh-CN" altLang="en-US" sz="2200" dirty="0">
              <a:latin typeface="Times New Roman" panose="02020603050405020304" pitchFamily="18" charset="0"/>
              <a:ea typeface="+mj-ea"/>
              <a:cs typeface="Times New Roman" panose="02020603050405020304" pitchFamily="18" charset="0"/>
            </a:endParaRPr>
          </a:p>
        </p:txBody>
      </p:sp>
      <p:sp>
        <p:nvSpPr>
          <p:cNvPr id="59442" name="矩形 14">
            <a:extLst>
              <a:ext uri="{FF2B5EF4-FFF2-40B4-BE49-F238E27FC236}">
                <a16:creationId xmlns:a16="http://schemas.microsoft.com/office/drawing/2014/main" id="{7AD9871D-F32B-924D-8757-B1B6448BB188}"/>
              </a:ext>
            </a:extLst>
          </p:cNvPr>
          <p:cNvSpPr>
            <a:spLocks noChangeArrowheads="1"/>
          </p:cNvSpPr>
          <p:nvPr/>
        </p:nvSpPr>
        <p:spPr bwMode="auto">
          <a:xfrm>
            <a:off x="2239963" y="4964113"/>
            <a:ext cx="2730500" cy="4302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en-US" altLang="zh-CN" sz="2200" dirty="0">
                <a:solidFill>
                  <a:schemeClr val="tx1"/>
                </a:solidFill>
                <a:latin typeface="Times New Roman" panose="02020603050405020304" pitchFamily="18" charset="0"/>
                <a:ea typeface="+mj-ea"/>
                <a:cs typeface="Times New Roman" panose="02020603050405020304" pitchFamily="18" charset="0"/>
              </a:rPr>
              <a:t>3</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3</a:t>
            </a:r>
            <a:r>
              <a:rPr lang="en-US" altLang="zh-CN" sz="2200" dirty="0">
                <a:solidFill>
                  <a:schemeClr val="tx1"/>
                </a:solidFill>
                <a:latin typeface="Times New Roman" panose="02020603050405020304" pitchFamily="18" charset="0"/>
                <a:ea typeface="+mj-ea"/>
                <a:cs typeface="Times New Roman" panose="02020603050405020304" pitchFamily="18" charset="0"/>
              </a:rPr>
              <a:t>+3/2</a:t>
            </a:r>
            <a:r>
              <a:rPr lang="en-US" altLang="zh-CN" sz="2200" i="1" dirty="0">
                <a:solidFill>
                  <a:schemeClr val="tx1"/>
                </a:solidFill>
                <a:latin typeface="Times New Roman" panose="02020603050405020304" pitchFamily="18" charset="0"/>
                <a:ea typeface="+mj-ea"/>
                <a:cs typeface="Times New Roman" panose="02020603050405020304" pitchFamily="18" charset="0"/>
              </a:rPr>
              <a:t>x</a:t>
            </a:r>
            <a:r>
              <a:rPr lang="en-US" altLang="zh-CN" sz="2200" baseline="-25000" dirty="0">
                <a:solidFill>
                  <a:schemeClr val="tx1"/>
                </a:solidFill>
                <a:latin typeface="Times New Roman" panose="02020603050405020304" pitchFamily="18" charset="0"/>
                <a:ea typeface="+mj-ea"/>
                <a:cs typeface="Times New Roman" panose="02020603050405020304" pitchFamily="18" charset="0"/>
              </a:rPr>
              <a:t>5</a:t>
            </a:r>
            <a:r>
              <a:rPr lang="en-US" altLang="zh-CN" sz="2200" dirty="0">
                <a:solidFill>
                  <a:schemeClr val="tx1"/>
                </a:solidFill>
                <a:latin typeface="Times New Roman" panose="02020603050405020304" pitchFamily="18" charset="0"/>
                <a:ea typeface="+mj-ea"/>
                <a:cs typeface="Times New Roman" panose="02020603050405020304" pitchFamily="18" charset="0"/>
              </a:rPr>
              <a:t>-3</a:t>
            </a:r>
            <a:endParaRPr lang="zh-CN" altLang="en-US" sz="2200" dirty="0">
              <a:latin typeface="Times New Roman" panose="02020603050405020304" pitchFamily="18" charset="0"/>
              <a:ea typeface="+mj-ea"/>
              <a:cs typeface="Times New Roman" panose="02020603050405020304" pitchFamily="18" charset="0"/>
            </a:endParaRPr>
          </a:p>
        </p:txBody>
      </p:sp>
      <p:sp>
        <p:nvSpPr>
          <p:cNvPr id="59443" name="矩形 1">
            <a:extLst>
              <a:ext uri="{FF2B5EF4-FFF2-40B4-BE49-F238E27FC236}">
                <a16:creationId xmlns:a16="http://schemas.microsoft.com/office/drawing/2014/main" id="{59F57AF2-D60A-D885-1649-6D5D968A6D74}"/>
              </a:ext>
            </a:extLst>
          </p:cNvPr>
          <p:cNvSpPr>
            <a:spLocks noChangeArrowheads="1"/>
          </p:cNvSpPr>
          <p:nvPr/>
        </p:nvSpPr>
        <p:spPr bwMode="auto">
          <a:xfrm>
            <a:off x="4830763" y="1069975"/>
            <a:ext cx="33718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600">
                <a:solidFill>
                  <a:srgbClr val="FF0000"/>
                </a:solidFill>
                <a:latin typeface="+mj-ea"/>
                <a:ea typeface="+mj-ea"/>
              </a:rPr>
              <a:t>基本可行解</a:t>
            </a:r>
            <a:r>
              <a:rPr lang="en-US" altLang="zh-CN" sz="2600">
                <a:solidFill>
                  <a:srgbClr val="FF0000"/>
                </a:solidFill>
                <a:latin typeface="+mj-ea"/>
                <a:ea typeface="+mj-ea"/>
              </a:rPr>
              <a:t>(1,3,0,0,0)</a:t>
            </a:r>
            <a:endParaRPr lang="zh-CN" altLang="en-US" sz="2600">
              <a:solidFill>
                <a:srgbClr val="FF0000"/>
              </a:solidFill>
              <a:latin typeface="+mj-ea"/>
              <a:ea typeface="+mj-ea"/>
            </a:endParaRPr>
          </a:p>
        </p:txBody>
      </p:sp>
    </p:spTree>
  </p:cSld>
  <p:clrMapOvr>
    <a:masterClrMapping/>
  </p:clrMapOvr>
  <p:transition>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a:extLst>
              <a:ext uri="{FF2B5EF4-FFF2-40B4-BE49-F238E27FC236}">
                <a16:creationId xmlns:a16="http://schemas.microsoft.com/office/drawing/2014/main" id="{168EFC53-288E-7DC9-9F5F-B702B97E1FAC}"/>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2293FC2-C532-4F94-9295-8FD2FFB7FEF1}"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48</a:t>
            </a:fld>
            <a:endParaRPr lang="en-US" altLang="zh-CN" sz="1200">
              <a:latin typeface="微软雅黑" panose="020B0503020204020204" pitchFamily="34" charset="-122"/>
              <a:ea typeface="微软雅黑" panose="020B0503020204020204" pitchFamily="34" charset="-122"/>
            </a:endParaRPr>
          </a:p>
        </p:txBody>
      </p:sp>
      <p:sp>
        <p:nvSpPr>
          <p:cNvPr id="61443" name="Rectangle 2">
            <a:extLst>
              <a:ext uri="{FF2B5EF4-FFF2-40B4-BE49-F238E27FC236}">
                <a16:creationId xmlns:a16="http://schemas.microsoft.com/office/drawing/2014/main" id="{A6006615-7FD3-8EC3-2E09-771EDD9396BF}"/>
              </a:ext>
            </a:extLst>
          </p:cNvPr>
          <p:cNvSpPr>
            <a:spLocks noGrp="1" noChangeArrowheads="1"/>
          </p:cNvSpPr>
          <p:nvPr>
            <p:ph type="title"/>
          </p:nvPr>
        </p:nvSpPr>
        <p:spPr>
          <a:xfrm>
            <a:off x="107950" y="230188"/>
            <a:ext cx="9401175" cy="1143000"/>
          </a:xfrm>
        </p:spPr>
        <p:txBody>
          <a:bodyPr/>
          <a:lstStyle/>
          <a:p>
            <a:pPr>
              <a:defRPr/>
            </a:pPr>
            <a:r>
              <a:rPr lang="en-US" altLang="zh-CN" sz="3600" b="1">
                <a:latin typeface="+mj-ea"/>
              </a:rPr>
              <a:t>8.1.5</a:t>
            </a:r>
            <a:r>
              <a:rPr lang="zh-CN" altLang="en-US" sz="3600" b="1">
                <a:latin typeface="+mj-ea"/>
              </a:rPr>
              <a:t>一般线性规划问题的</a:t>
            </a:r>
            <a:r>
              <a:rPr lang="en-US" altLang="zh-CN" sz="3600" b="1">
                <a:latin typeface="+mj-ea"/>
              </a:rPr>
              <a:t>2</a:t>
            </a:r>
            <a:r>
              <a:rPr lang="zh-CN" altLang="en-US" sz="3600" b="1">
                <a:latin typeface="+mj-ea"/>
              </a:rPr>
              <a:t>阶段单纯形算法 </a:t>
            </a:r>
          </a:p>
        </p:txBody>
      </p:sp>
      <p:sp>
        <p:nvSpPr>
          <p:cNvPr id="61444" name="矩形 2">
            <a:extLst>
              <a:ext uri="{FF2B5EF4-FFF2-40B4-BE49-F238E27FC236}">
                <a16:creationId xmlns:a16="http://schemas.microsoft.com/office/drawing/2014/main" id="{81960B9C-6002-B1C5-7F7D-A3AD0CFF39B8}"/>
              </a:ext>
            </a:extLst>
          </p:cNvPr>
          <p:cNvSpPr>
            <a:spLocks noChangeArrowheads="1"/>
          </p:cNvSpPr>
          <p:nvPr/>
        </p:nvSpPr>
        <p:spPr bwMode="auto">
          <a:xfrm>
            <a:off x="500063" y="1152525"/>
            <a:ext cx="27003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dirty="0">
                <a:solidFill>
                  <a:srgbClr val="333333"/>
                </a:solidFill>
                <a:latin typeface="+mj-ea"/>
                <a:ea typeface="+mj-ea"/>
              </a:rPr>
              <a:t>示例</a:t>
            </a:r>
            <a:r>
              <a:rPr lang="en-US" altLang="zh-CN" dirty="0">
                <a:solidFill>
                  <a:srgbClr val="333333"/>
                </a:solidFill>
                <a:latin typeface="+mj-ea"/>
                <a:ea typeface="+mj-ea"/>
              </a:rPr>
              <a:t>: </a:t>
            </a:r>
            <a:r>
              <a:rPr lang="zh-CN" altLang="en-US" dirty="0">
                <a:solidFill>
                  <a:srgbClr val="333333"/>
                </a:solidFill>
                <a:latin typeface="+mj-ea"/>
                <a:ea typeface="+mj-ea"/>
              </a:rPr>
              <a:t>第二阶段</a:t>
            </a:r>
            <a:endParaRPr lang="zh-CN" altLang="en-US" dirty="0">
              <a:latin typeface="+mj-ea"/>
              <a:ea typeface="+mj-ea"/>
            </a:endParaRPr>
          </a:p>
          <a:p>
            <a:pPr>
              <a:defRPr/>
            </a:pPr>
            <a:endParaRPr lang="zh-CN" altLang="en-US" dirty="0">
              <a:latin typeface="+mj-ea"/>
              <a:ea typeface="+mj-ea"/>
            </a:endParaRPr>
          </a:p>
        </p:txBody>
      </p:sp>
      <p:sp>
        <p:nvSpPr>
          <p:cNvPr id="61445" name="AutoShape 2" descr="https://bkimg.cdn.bcebos.com/formula/17b27c602a0b31edba625953deeb6bf5.svg">
            <a:extLst>
              <a:ext uri="{FF2B5EF4-FFF2-40B4-BE49-F238E27FC236}">
                <a16:creationId xmlns:a16="http://schemas.microsoft.com/office/drawing/2014/main" id="{BA622F2E-0D42-7467-1523-2430141AA498}"/>
              </a:ext>
            </a:extLst>
          </p:cNvPr>
          <p:cNvSpPr>
            <a:spLocks noChangeAspect="1" noChangeArrowheads="1"/>
          </p:cNvSpPr>
          <p:nvPr/>
        </p:nvSpPr>
        <p:spPr bwMode="auto">
          <a:xfrm>
            <a:off x="331788" y="-4572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61446" name="AutoShape 3" descr="https://bkimg.cdn.bcebos.com/formula/ea8a6ee9cb2cb5d4fb0d427386396b4c.svg">
            <a:extLst>
              <a:ext uri="{FF2B5EF4-FFF2-40B4-BE49-F238E27FC236}">
                <a16:creationId xmlns:a16="http://schemas.microsoft.com/office/drawing/2014/main" id="{F1E89063-3B10-F204-AC6B-28112FBCF6DD}"/>
              </a:ext>
            </a:extLst>
          </p:cNvPr>
          <p:cNvSpPr>
            <a:spLocks noChangeAspect="1" noChangeArrowheads="1"/>
          </p:cNvSpPr>
          <p:nvPr/>
        </p:nvSpPr>
        <p:spPr bwMode="auto">
          <a:xfrm>
            <a:off x="239713" y="152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61447" name="矩形 1">
            <a:extLst>
              <a:ext uri="{FF2B5EF4-FFF2-40B4-BE49-F238E27FC236}">
                <a16:creationId xmlns:a16="http://schemas.microsoft.com/office/drawing/2014/main" id="{D8CD9D0B-1A51-89E3-1AE2-E71126E3B8AB}"/>
              </a:ext>
            </a:extLst>
          </p:cNvPr>
          <p:cNvSpPr>
            <a:spLocks noChangeArrowheads="1"/>
          </p:cNvSpPr>
          <p:nvPr/>
        </p:nvSpPr>
        <p:spPr bwMode="auto">
          <a:xfrm>
            <a:off x="500063" y="1901825"/>
            <a:ext cx="8142287"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defRPr/>
            </a:pPr>
            <a:r>
              <a:rPr lang="zh-CN" altLang="en-US" sz="2000" dirty="0">
                <a:solidFill>
                  <a:schemeClr val="tx1"/>
                </a:solidFill>
                <a:latin typeface="+mj-ea"/>
                <a:ea typeface="+mj-ea"/>
              </a:rPr>
              <a:t>去掉人工变量，将目标函数的系数换成原问题的目标函数系数，作为第二阶段计算初始表，用单纯形法继续计算</a:t>
            </a:r>
          </a:p>
        </p:txBody>
      </p:sp>
      <p:sp>
        <p:nvSpPr>
          <p:cNvPr id="28684" name="矩形 19">
            <a:extLst>
              <a:ext uri="{FF2B5EF4-FFF2-40B4-BE49-F238E27FC236}">
                <a16:creationId xmlns:a16="http://schemas.microsoft.com/office/drawing/2014/main" id="{E582DA23-E6AB-EC5A-120C-11D9E3157F72}"/>
              </a:ext>
            </a:extLst>
          </p:cNvPr>
          <p:cNvSpPr>
            <a:spLocks noChangeArrowheads="1"/>
          </p:cNvSpPr>
          <p:nvPr/>
        </p:nvSpPr>
        <p:spPr bwMode="auto">
          <a:xfrm>
            <a:off x="4284663" y="4076700"/>
            <a:ext cx="4967287"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defRPr/>
            </a:pPr>
            <a:r>
              <a:rPr lang="zh-CN" altLang="en-US" sz="2000">
                <a:solidFill>
                  <a:srgbClr val="333333"/>
                </a:solidFill>
                <a:latin typeface="+mj-ea"/>
                <a:ea typeface="+mj-ea"/>
              </a:rPr>
              <a:t>此时</a:t>
            </a:r>
            <a:r>
              <a:rPr lang="zh-CN" altLang="en-US" sz="2000">
                <a:solidFill>
                  <a:srgbClr val="136EC2"/>
                </a:solidFill>
                <a:latin typeface="+mj-ea"/>
                <a:ea typeface="+mj-ea"/>
              </a:rPr>
              <a:t>第一行第二列和第三列</a:t>
            </a:r>
            <a:r>
              <a:rPr lang="zh-CN" altLang="en-US" sz="2000">
                <a:solidFill>
                  <a:srgbClr val="333333"/>
                </a:solidFill>
                <a:latin typeface="+mj-ea"/>
                <a:ea typeface="+mj-ea"/>
              </a:rPr>
              <a:t>已经没有正数</a:t>
            </a:r>
            <a:endParaRPr lang="en-US" altLang="zh-CN" sz="2000">
              <a:solidFill>
                <a:srgbClr val="333333"/>
              </a:solidFill>
              <a:latin typeface="+mj-ea"/>
              <a:ea typeface="+mj-ea"/>
            </a:endParaRPr>
          </a:p>
          <a:p>
            <a:pPr>
              <a:lnSpc>
                <a:spcPct val="150000"/>
              </a:lnSpc>
              <a:defRPr/>
            </a:pPr>
            <a:r>
              <a:rPr lang="zh-CN" altLang="en-US" sz="2000" b="1">
                <a:solidFill>
                  <a:srgbClr val="333333"/>
                </a:solidFill>
                <a:latin typeface="+mj-ea"/>
                <a:ea typeface="+mj-ea"/>
              </a:rPr>
              <a:t>最优解</a:t>
            </a:r>
            <a:r>
              <a:rPr lang="zh-CN" altLang="en-US" sz="2000">
                <a:solidFill>
                  <a:srgbClr val="333333"/>
                </a:solidFill>
                <a:latin typeface="+mj-ea"/>
                <a:ea typeface="+mj-ea"/>
              </a:rPr>
              <a:t>（</a:t>
            </a:r>
            <a:r>
              <a:rPr lang="en-US" altLang="zh-CN" sz="2000">
                <a:solidFill>
                  <a:srgbClr val="333333"/>
                </a:solidFill>
                <a:latin typeface="+mj-ea"/>
                <a:ea typeface="+mj-ea"/>
              </a:rPr>
              <a:t>0,5/2,3/2,0,0</a:t>
            </a:r>
            <a:r>
              <a:rPr lang="zh-CN" altLang="en-US" sz="2000">
                <a:solidFill>
                  <a:srgbClr val="333333"/>
                </a:solidFill>
                <a:latin typeface="+mj-ea"/>
                <a:ea typeface="+mj-ea"/>
              </a:rPr>
              <a:t>）</a:t>
            </a:r>
            <a:endParaRPr lang="en-US" altLang="zh-CN" sz="2000">
              <a:solidFill>
                <a:srgbClr val="333333"/>
              </a:solidFill>
              <a:latin typeface="+mj-ea"/>
              <a:ea typeface="+mj-ea"/>
            </a:endParaRPr>
          </a:p>
          <a:p>
            <a:pPr>
              <a:lnSpc>
                <a:spcPct val="150000"/>
              </a:lnSpc>
              <a:defRPr/>
            </a:pPr>
            <a:r>
              <a:rPr lang="zh-CN" altLang="en-US" sz="2000" b="1">
                <a:solidFill>
                  <a:srgbClr val="333333"/>
                </a:solidFill>
                <a:latin typeface="+mj-ea"/>
                <a:ea typeface="+mj-ea"/>
              </a:rPr>
              <a:t>最优值</a:t>
            </a:r>
            <a:r>
              <a:rPr lang="zh-CN" altLang="en-US" sz="2000">
                <a:solidFill>
                  <a:srgbClr val="333333"/>
                </a:solidFill>
                <a:latin typeface="+mj-ea"/>
                <a:ea typeface="+mj-ea"/>
              </a:rPr>
              <a:t>：</a:t>
            </a:r>
            <a:r>
              <a:rPr lang="en-US" altLang="zh-CN" sz="2000">
                <a:solidFill>
                  <a:srgbClr val="333333"/>
                </a:solidFill>
                <a:latin typeface="+mj-ea"/>
                <a:ea typeface="+mj-ea"/>
              </a:rPr>
              <a:t>3/2</a:t>
            </a:r>
            <a:endParaRPr lang="zh-CN" altLang="en-US" sz="2000">
              <a:latin typeface="+mj-ea"/>
              <a:ea typeface="+mj-ea"/>
            </a:endParaRPr>
          </a:p>
        </p:txBody>
      </p:sp>
      <p:graphicFrame>
        <p:nvGraphicFramePr>
          <p:cNvPr id="13" name="Group 239">
            <a:extLst>
              <a:ext uri="{FF2B5EF4-FFF2-40B4-BE49-F238E27FC236}">
                <a16:creationId xmlns:a16="http://schemas.microsoft.com/office/drawing/2014/main" id="{1DEF6EA5-EA47-036D-5AE0-FFCF20889709}"/>
              </a:ext>
            </a:extLst>
          </p:cNvPr>
          <p:cNvGraphicFramePr>
            <a:graphicFrameLocks noGrp="1"/>
          </p:cNvGraphicFramePr>
          <p:nvPr/>
        </p:nvGraphicFramePr>
        <p:xfrm>
          <a:off x="636588" y="3141663"/>
          <a:ext cx="3097212" cy="2463800"/>
        </p:xfrm>
        <a:graphic>
          <a:graphicData uri="http://schemas.openxmlformats.org/drawingml/2006/table">
            <a:tbl>
              <a:tblPr/>
              <a:tblGrid>
                <a:gridCol w="772626">
                  <a:extLst>
                    <a:ext uri="{9D8B030D-6E8A-4147-A177-3AD203B41FA5}">
                      <a16:colId xmlns:a16="http://schemas.microsoft.com/office/drawing/2014/main" val="20000"/>
                    </a:ext>
                  </a:extLst>
                </a:gridCol>
                <a:gridCol w="824656">
                  <a:extLst>
                    <a:ext uri="{9D8B030D-6E8A-4147-A177-3AD203B41FA5}">
                      <a16:colId xmlns:a16="http://schemas.microsoft.com/office/drawing/2014/main" val="20001"/>
                    </a:ext>
                  </a:extLst>
                </a:gridCol>
                <a:gridCol w="711492">
                  <a:extLst>
                    <a:ext uri="{9D8B030D-6E8A-4147-A177-3AD203B41FA5}">
                      <a16:colId xmlns:a16="http://schemas.microsoft.com/office/drawing/2014/main" val="20002"/>
                    </a:ext>
                  </a:extLst>
                </a:gridCol>
                <a:gridCol w="788438">
                  <a:extLst>
                    <a:ext uri="{9D8B030D-6E8A-4147-A177-3AD203B41FA5}">
                      <a16:colId xmlns:a16="http://schemas.microsoft.com/office/drawing/2014/main" val="20003"/>
                    </a:ext>
                  </a:extLst>
                </a:gridCol>
              </a:tblGrid>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72" marR="89972" marT="46813" marB="46813" anchor="ctr" anchorCtr="1" horzOverflow="overflow">
                    <a:lnL>
                      <a:noFill/>
                    </a:lnL>
                    <a:lnR>
                      <a:noFill/>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en-US" sz="2200" b="0" i="0" u="none" strike="noStrike" cap="none" normalizeH="0" baseline="0">
                        <a:ln>
                          <a:noFill/>
                        </a:ln>
                        <a:solidFill>
                          <a:schemeClr val="tx1"/>
                        </a:solidFill>
                        <a:effectLst/>
                        <a:latin typeface="Arial" charset="0"/>
                        <a:ea typeface="宋体" pitchFamily="2" charset="-122"/>
                      </a:endParaRPr>
                    </a:p>
                  </a:txBody>
                  <a:tcPr marL="89972" marR="89972"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1</a:t>
                      </a:r>
                    </a:p>
                  </a:txBody>
                  <a:tcPr marL="89972" marR="89972"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5</a:t>
                      </a:r>
                    </a:p>
                  </a:txBody>
                  <a:tcPr marL="89972" marR="89972" marT="46813" marB="46813"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5969">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z</a:t>
                      </a:r>
                    </a:p>
                  </a:txBody>
                  <a:tcPr marL="89972" marR="89972"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rgbClr val="FF0000"/>
                          </a:solidFill>
                          <a:effectLst/>
                          <a:latin typeface="Arial" charset="0"/>
                          <a:ea typeface="宋体" pitchFamily="2" charset="-122"/>
                        </a:rPr>
                        <a:t>3/2</a:t>
                      </a:r>
                    </a:p>
                  </a:txBody>
                  <a:tcPr marL="89972" marR="89972"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-9/2</a:t>
                      </a:r>
                    </a:p>
                  </a:txBody>
                  <a:tcPr marL="89972" marR="89972"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-3/4</a:t>
                      </a:r>
                    </a:p>
                  </a:txBody>
                  <a:tcPr marL="89972" marR="89972" marT="46813" marB="46813"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4</a:t>
                      </a:r>
                    </a:p>
                  </a:txBody>
                  <a:tcPr marL="89972" marR="89972"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72" marR="89972"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0</a:t>
                      </a:r>
                    </a:p>
                  </a:txBody>
                  <a:tcPr marL="89972" marR="89972"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72" marR="89972"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00CC99"/>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2</a:t>
                      </a:r>
                    </a:p>
                  </a:txBody>
                  <a:tcPr marL="89972" marR="89972"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5/2</a:t>
                      </a:r>
                    </a:p>
                  </a:txBody>
                  <a:tcPr marL="89972" marR="89972"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-1/2</a:t>
                      </a:r>
                    </a:p>
                  </a:txBody>
                  <a:tcPr marL="89972" marR="89972"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1/4</a:t>
                      </a:r>
                    </a:p>
                  </a:txBody>
                  <a:tcPr marL="89972" marR="89972"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9458">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200" b="0" i="1" u="none" strike="noStrike" cap="none" normalizeH="0" baseline="0" dirty="0">
                          <a:ln>
                            <a:noFill/>
                          </a:ln>
                          <a:solidFill>
                            <a:schemeClr val="tx1"/>
                          </a:solidFill>
                          <a:effectLst/>
                          <a:latin typeface="Arial" charset="0"/>
                          <a:ea typeface="宋体" pitchFamily="2" charset="-122"/>
                        </a:rPr>
                        <a:t>x</a:t>
                      </a:r>
                      <a:r>
                        <a:rPr kumimoji="0" lang="en-US" altLang="zh-CN" sz="2200" b="0" i="0" u="none" strike="noStrike" cap="none" normalizeH="0" baseline="-25000" dirty="0">
                          <a:ln>
                            <a:noFill/>
                          </a:ln>
                          <a:solidFill>
                            <a:schemeClr val="tx1"/>
                          </a:solidFill>
                          <a:effectLst/>
                          <a:latin typeface="Arial" charset="0"/>
                          <a:ea typeface="宋体" pitchFamily="2" charset="-122"/>
                        </a:rPr>
                        <a:t>3</a:t>
                      </a:r>
                    </a:p>
                  </a:txBody>
                  <a:tcPr marL="89972" marR="89972" marT="46813" marB="46813" anchor="ctr" anchorCtr="1"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3/2</a:t>
                      </a:r>
                    </a:p>
                  </a:txBody>
                  <a:tcPr marL="89972" marR="89972" marT="46813" marB="46813" anchor="ctr" anchorCtr="1" horzOverflow="overflow">
                    <a:lnL w="12700" cap="flat" cmpd="sng" algn="ctr">
                      <a:solidFill>
                        <a:srgbClr val="000000"/>
                      </a:solidFill>
                      <a:prstDash val="solid"/>
                      <a:round/>
                      <a:headEnd type="none" w="med" len="med"/>
                      <a:tailEnd type="none" w="med" len="med"/>
                    </a:lnL>
                    <a:lnR w="38100" cap="flat" cmpd="sng" algn="ctr">
                      <a:solidFill>
                        <a:srgbClr val="00CC9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3/2</a:t>
                      </a:r>
                    </a:p>
                  </a:txBody>
                  <a:tcPr marL="89972" marR="89972" marT="46813" marB="46813" anchor="ctr" anchorCtr="1" horzOverflow="overflow">
                    <a:lnL w="38100" cap="flat" cmpd="sng" algn="ctr">
                      <a:solidFill>
                        <a:srgbClr val="00CC99"/>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tc>
                  <a:txBody>
                    <a:bodyPr/>
                    <a:lstStyle>
                      <a:lvl1pPr eaLnBrk="0" hangingPunct="0">
                        <a:defRPr sz="2600">
                          <a:solidFill>
                            <a:schemeClr val="tx1"/>
                          </a:solidFill>
                          <a:latin typeface="Arial" charset="0"/>
                          <a:ea typeface="宋体" pitchFamily="2" charset="-122"/>
                        </a:defRPr>
                      </a:lvl1pPr>
                      <a:lvl2pPr marL="742950" indent="-285750" eaLnBrk="0" hangingPunct="0">
                        <a:buClr>
                          <a:schemeClr val="accent2"/>
                        </a:buClr>
                        <a:buSzPct val="60000"/>
                        <a:defRPr sz="2200">
                          <a:solidFill>
                            <a:schemeClr val="tx1"/>
                          </a:solidFill>
                          <a:latin typeface="Arial" charset="0"/>
                          <a:ea typeface="宋体" pitchFamily="2" charset="-122"/>
                        </a:defRPr>
                      </a:lvl2pPr>
                      <a:lvl3pPr marL="1143000" indent="-228600" eaLnBrk="0" hangingPunct="0">
                        <a:defRPr sz="2000">
                          <a:solidFill>
                            <a:schemeClr val="tx1"/>
                          </a:solidFill>
                          <a:latin typeface="Arial" charset="0"/>
                          <a:ea typeface="宋体" pitchFamily="2" charset="-122"/>
                        </a:defRPr>
                      </a:lvl3pPr>
                      <a:lvl4pPr marL="1600200" indent="-228600" eaLnBrk="0" hangingPunct="0">
                        <a:buClr>
                          <a:schemeClr val="accent2"/>
                        </a:buClr>
                        <a:buSzPct val="70000"/>
                        <a:defRPr>
                          <a:solidFill>
                            <a:schemeClr val="tx1"/>
                          </a:solidFill>
                          <a:latin typeface="Arial" charset="0"/>
                          <a:ea typeface="宋体" pitchFamily="2" charset="-122"/>
                        </a:defRPr>
                      </a:lvl4pPr>
                      <a:lvl5pPr marL="2057400" indent="-228600" eaLnBrk="0" hangingPunct="0">
                        <a:buSzPct val="75000"/>
                        <a:defRPr>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accent1"/>
                        </a:buClr>
                        <a:buSzPct val="75000"/>
                        <a:buFont typeface="Wingdings" pitchFamily="2" charset="2"/>
                        <a:defRPr>
                          <a:solidFill>
                            <a:schemeClr val="tx1"/>
                          </a:solidFill>
                          <a:latin typeface="Arial"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200" b="0" i="0" u="none" strike="noStrike" cap="none" normalizeH="0" baseline="0" dirty="0">
                          <a:ln>
                            <a:noFill/>
                          </a:ln>
                          <a:solidFill>
                            <a:schemeClr val="tx1"/>
                          </a:solidFill>
                          <a:effectLst/>
                          <a:latin typeface="Arial" charset="0"/>
                          <a:ea typeface="宋体" pitchFamily="2" charset="-122"/>
                        </a:rPr>
                        <a:t>3/4</a:t>
                      </a:r>
                    </a:p>
                  </a:txBody>
                  <a:tcPr marL="89972" marR="89972" marT="46813" marB="46813" anchor="ctr" anchorCtr="1"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38100" cap="flat" cmpd="sng" algn="ctr">
                      <a:solidFill>
                        <a:srgbClr val="00CC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a:extLst>
              <a:ext uri="{FF2B5EF4-FFF2-40B4-BE49-F238E27FC236}">
                <a16:creationId xmlns:a16="http://schemas.microsoft.com/office/drawing/2014/main" id="{588B8D10-FC68-7628-1A14-9130B5C7B22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2392D24-CE8E-47A1-A5D6-C2E2BA685C79}"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49</a:t>
            </a:fld>
            <a:endParaRPr lang="en-US" altLang="zh-CN" sz="1200">
              <a:latin typeface="微软雅黑" panose="020B0503020204020204" pitchFamily="34" charset="-122"/>
              <a:ea typeface="微软雅黑" panose="020B0503020204020204" pitchFamily="34" charset="-122"/>
            </a:endParaRPr>
          </a:p>
        </p:txBody>
      </p:sp>
      <p:sp>
        <p:nvSpPr>
          <p:cNvPr id="63491" name="Rectangle 2">
            <a:extLst>
              <a:ext uri="{FF2B5EF4-FFF2-40B4-BE49-F238E27FC236}">
                <a16:creationId xmlns:a16="http://schemas.microsoft.com/office/drawing/2014/main" id="{12C14D92-6539-3BCA-F45C-CBCAEC946DDC}"/>
              </a:ext>
            </a:extLst>
          </p:cNvPr>
          <p:cNvSpPr>
            <a:spLocks noGrp="1" noChangeArrowheads="1"/>
          </p:cNvSpPr>
          <p:nvPr>
            <p:ph type="title"/>
          </p:nvPr>
        </p:nvSpPr>
        <p:spPr>
          <a:xfrm>
            <a:off x="457200" y="274638"/>
            <a:ext cx="8229600" cy="582612"/>
          </a:xfrm>
        </p:spPr>
        <p:txBody>
          <a:bodyPr/>
          <a:lstStyle/>
          <a:p>
            <a:pPr>
              <a:defRPr/>
            </a:pPr>
            <a:r>
              <a:rPr lang="en-US" altLang="zh-CN" sz="3600" b="1">
                <a:latin typeface="+mj-ea"/>
              </a:rPr>
              <a:t>8.1.7</a:t>
            </a:r>
            <a:r>
              <a:rPr lang="zh-CN" altLang="en-US" sz="3600" b="1">
                <a:latin typeface="+mj-ea"/>
              </a:rPr>
              <a:t>退化情形的处理 </a:t>
            </a:r>
          </a:p>
        </p:txBody>
      </p:sp>
      <p:sp>
        <p:nvSpPr>
          <p:cNvPr id="63492" name="Rectangle 3">
            <a:extLst>
              <a:ext uri="{FF2B5EF4-FFF2-40B4-BE49-F238E27FC236}">
                <a16:creationId xmlns:a16="http://schemas.microsoft.com/office/drawing/2014/main" id="{4D250718-724C-D6B8-D416-1CF3E757D4FF}"/>
              </a:ext>
            </a:extLst>
          </p:cNvPr>
          <p:cNvSpPr>
            <a:spLocks noGrp="1" noChangeArrowheads="1"/>
          </p:cNvSpPr>
          <p:nvPr>
            <p:ph type="body" idx="1"/>
          </p:nvPr>
        </p:nvSpPr>
        <p:spPr>
          <a:xfrm>
            <a:off x="296863" y="858838"/>
            <a:ext cx="8643937" cy="4011612"/>
          </a:xfrm>
        </p:spPr>
        <p:txBody>
          <a:bodyPr/>
          <a:lstStyle/>
          <a:p>
            <a:pPr>
              <a:lnSpc>
                <a:spcPct val="130000"/>
              </a:lnSpc>
              <a:defRPr/>
            </a:pPr>
            <a:r>
              <a:rPr lang="zh-CN" altLang="en-US" sz="2200" dirty="0"/>
              <a:t>用单纯形算法解一般的线性规划问题时，可能会遇到退化的情形，即在迭代计算的某一步中，常数列中的某个元素的值变成</a:t>
            </a:r>
            <a:r>
              <a:rPr lang="en-US" altLang="zh-CN" sz="2200" dirty="0"/>
              <a:t>0</a:t>
            </a:r>
            <a:r>
              <a:rPr lang="zh-CN" altLang="en-US" sz="2200" dirty="0"/>
              <a:t>，使得相应的基本变量取值为</a:t>
            </a:r>
            <a:r>
              <a:rPr lang="en-US" altLang="zh-CN" sz="2200" dirty="0"/>
              <a:t>0</a:t>
            </a:r>
            <a:r>
              <a:rPr lang="zh-CN" altLang="en-US" sz="2200" dirty="0"/>
              <a:t>。</a:t>
            </a:r>
            <a:endParaRPr lang="en-US" altLang="zh-CN" sz="2200" dirty="0"/>
          </a:p>
          <a:p>
            <a:pPr>
              <a:lnSpc>
                <a:spcPct val="130000"/>
              </a:lnSpc>
              <a:defRPr/>
            </a:pPr>
            <a:r>
              <a:rPr lang="zh-CN" altLang="en-US" sz="2200" dirty="0"/>
              <a:t>如果选取退化的基本变量为离基变量，则作转轴变换前后的目标函数值不变。在这种情况下，算法不能保证目标函数值严格递增，因此，可能出现无限循环。</a:t>
            </a:r>
          </a:p>
          <a:p>
            <a:pPr>
              <a:lnSpc>
                <a:spcPct val="130000"/>
              </a:lnSpc>
              <a:defRPr/>
            </a:pPr>
            <a:endParaRPr lang="zh-CN" altLang="en-US" sz="2200" dirty="0"/>
          </a:p>
        </p:txBody>
      </p:sp>
      <p:sp>
        <p:nvSpPr>
          <p:cNvPr id="63493" name="Rectangle 5">
            <a:extLst>
              <a:ext uri="{FF2B5EF4-FFF2-40B4-BE49-F238E27FC236}">
                <a16:creationId xmlns:a16="http://schemas.microsoft.com/office/drawing/2014/main" id="{B7D79137-716B-7581-3ACA-2E76572B2575}"/>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63494" name="Rectangle 7">
            <a:extLst>
              <a:ext uri="{FF2B5EF4-FFF2-40B4-BE49-F238E27FC236}">
                <a16:creationId xmlns:a16="http://schemas.microsoft.com/office/drawing/2014/main" id="{8D6E0BF9-C8FE-6E48-12FD-5F9ABE2EF719}"/>
              </a:ext>
            </a:extLst>
          </p:cNvPr>
          <p:cNvSpPr>
            <a:spLocks noChangeArrowheads="1"/>
          </p:cNvSpPr>
          <p:nvPr/>
        </p:nvSpPr>
        <p:spPr bwMode="auto">
          <a:xfrm>
            <a:off x="0" y="269081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63495" name="Rectangle 9">
            <a:extLst>
              <a:ext uri="{FF2B5EF4-FFF2-40B4-BE49-F238E27FC236}">
                <a16:creationId xmlns:a16="http://schemas.microsoft.com/office/drawing/2014/main" id="{C0D7846E-0D29-C3DC-7E4C-9AB020D9AEB2}"/>
              </a:ext>
            </a:extLst>
          </p:cNvPr>
          <p:cNvSpPr>
            <a:spLocks noChangeArrowheads="1"/>
          </p:cNvSpPr>
          <p:nvPr/>
        </p:nvSpPr>
        <p:spPr bwMode="auto">
          <a:xfrm>
            <a:off x="0" y="30384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pic>
        <p:nvPicPr>
          <p:cNvPr id="83976" name="图片 1">
            <a:extLst>
              <a:ext uri="{FF2B5EF4-FFF2-40B4-BE49-F238E27FC236}">
                <a16:creationId xmlns:a16="http://schemas.microsoft.com/office/drawing/2014/main" id="{A44204D7-734E-79A7-4285-2D9A766D6C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24450" y="3533775"/>
            <a:ext cx="3014663"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7" name="图片 2">
            <a:extLst>
              <a:ext uri="{FF2B5EF4-FFF2-40B4-BE49-F238E27FC236}">
                <a16:creationId xmlns:a16="http://schemas.microsoft.com/office/drawing/2014/main" id="{FA81C628-5125-78E8-899F-988A6ACC12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2688" y="3630613"/>
            <a:ext cx="288131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矩形 3">
            <a:extLst>
              <a:ext uri="{FF2B5EF4-FFF2-40B4-BE49-F238E27FC236}">
                <a16:creationId xmlns:a16="http://schemas.microsoft.com/office/drawing/2014/main" id="{914891C4-8E0D-EF4A-311F-0C092C684501}"/>
              </a:ext>
            </a:extLst>
          </p:cNvPr>
          <p:cNvSpPr>
            <a:spLocks noChangeArrowheads="1"/>
          </p:cNvSpPr>
          <p:nvPr/>
        </p:nvSpPr>
        <p:spPr bwMode="auto">
          <a:xfrm>
            <a:off x="1258888" y="6259513"/>
            <a:ext cx="203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a:latin typeface="+mj-ea"/>
                <a:ea typeface="+mj-ea"/>
              </a:rPr>
              <a:t>非退化的情形</a:t>
            </a:r>
          </a:p>
        </p:txBody>
      </p:sp>
      <p:sp>
        <p:nvSpPr>
          <p:cNvPr id="63499" name="矩形 4">
            <a:extLst>
              <a:ext uri="{FF2B5EF4-FFF2-40B4-BE49-F238E27FC236}">
                <a16:creationId xmlns:a16="http://schemas.microsoft.com/office/drawing/2014/main" id="{9EE29239-3536-6E72-0C2D-84765FED09FD}"/>
              </a:ext>
            </a:extLst>
          </p:cNvPr>
          <p:cNvSpPr>
            <a:spLocks noChangeArrowheads="1"/>
          </p:cNvSpPr>
          <p:nvPr/>
        </p:nvSpPr>
        <p:spPr bwMode="auto">
          <a:xfrm>
            <a:off x="5629275" y="6216650"/>
            <a:ext cx="1724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400">
                <a:latin typeface="+mj-ea"/>
                <a:ea typeface="+mj-ea"/>
              </a:rPr>
              <a:t>退化的情形</a:t>
            </a:r>
          </a:p>
        </p:txBody>
      </p:sp>
    </p:spTree>
  </p:cSld>
  <p:clrMapOvr>
    <a:masterClrMapping/>
  </p:clrMapOvr>
  <p:transition>
    <p:blinds dir="ver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5C02841A-5E46-0A9A-213D-65685378BCDE}"/>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DD71230-9E8A-4FB2-9C06-D57072EDCD48}"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50</a:t>
            </a:fld>
            <a:endParaRPr lang="en-US" altLang="zh-CN" sz="1200">
              <a:latin typeface="微软雅黑" panose="020B0503020204020204" pitchFamily="34" charset="-122"/>
              <a:ea typeface="微软雅黑" panose="020B0503020204020204" pitchFamily="34" charset="-122"/>
            </a:endParaRPr>
          </a:p>
        </p:txBody>
      </p:sp>
      <p:sp>
        <p:nvSpPr>
          <p:cNvPr id="64515" name="Rectangle 2">
            <a:extLst>
              <a:ext uri="{FF2B5EF4-FFF2-40B4-BE49-F238E27FC236}">
                <a16:creationId xmlns:a16="http://schemas.microsoft.com/office/drawing/2014/main" id="{14858845-9D29-DB11-C2C4-10E566211EFB}"/>
              </a:ext>
            </a:extLst>
          </p:cNvPr>
          <p:cNvSpPr>
            <a:spLocks noGrp="1" noChangeArrowheads="1"/>
          </p:cNvSpPr>
          <p:nvPr>
            <p:ph type="title"/>
          </p:nvPr>
        </p:nvSpPr>
        <p:spPr>
          <a:xfrm>
            <a:off x="457200" y="274638"/>
            <a:ext cx="8229600" cy="582612"/>
          </a:xfrm>
        </p:spPr>
        <p:txBody>
          <a:bodyPr/>
          <a:lstStyle/>
          <a:p>
            <a:pPr>
              <a:defRPr/>
            </a:pPr>
            <a:r>
              <a:rPr lang="en-US" altLang="zh-CN" sz="3600" b="1">
                <a:latin typeface="+mj-ea"/>
              </a:rPr>
              <a:t>8.1.7</a:t>
            </a:r>
            <a:r>
              <a:rPr lang="zh-CN" altLang="en-US" sz="3600" b="1">
                <a:latin typeface="+mj-ea"/>
              </a:rPr>
              <a:t>退化情形的处理 </a:t>
            </a:r>
          </a:p>
        </p:txBody>
      </p:sp>
      <p:sp>
        <p:nvSpPr>
          <p:cNvPr id="64516" name="Rectangle 3">
            <a:extLst>
              <a:ext uri="{FF2B5EF4-FFF2-40B4-BE49-F238E27FC236}">
                <a16:creationId xmlns:a16="http://schemas.microsoft.com/office/drawing/2014/main" id="{A68508BC-CF26-EF1C-2685-8EAF0487E0AF}"/>
              </a:ext>
            </a:extLst>
          </p:cNvPr>
          <p:cNvSpPr>
            <a:spLocks noGrp="1" noChangeArrowheads="1"/>
          </p:cNvSpPr>
          <p:nvPr>
            <p:ph type="body" idx="1"/>
          </p:nvPr>
        </p:nvSpPr>
        <p:spPr>
          <a:xfrm>
            <a:off x="287338" y="1314450"/>
            <a:ext cx="8643937" cy="4011613"/>
          </a:xfrm>
        </p:spPr>
        <p:txBody>
          <a:bodyPr/>
          <a:lstStyle/>
          <a:p>
            <a:pPr>
              <a:lnSpc>
                <a:spcPct val="130000"/>
              </a:lnSpc>
              <a:defRPr/>
            </a:pPr>
            <a:r>
              <a:rPr lang="en-US" altLang="zh-CN" sz="2400" dirty="0"/>
              <a:t>Beale</a:t>
            </a:r>
            <a:r>
              <a:rPr lang="zh-CN" altLang="en-US" sz="2400" dirty="0"/>
              <a:t>提出的退化问题的例子。</a:t>
            </a:r>
          </a:p>
          <a:p>
            <a:pPr>
              <a:lnSpc>
                <a:spcPct val="130000"/>
              </a:lnSpc>
              <a:defRPr/>
            </a:pPr>
            <a:r>
              <a:rPr lang="zh-CN" altLang="en-US" sz="2400" dirty="0"/>
              <a:t>按照</a:t>
            </a:r>
            <a:r>
              <a:rPr lang="en-US" altLang="zh-CN" sz="2400" dirty="0"/>
              <a:t>2</a:t>
            </a:r>
            <a:r>
              <a:rPr lang="zh-CN" altLang="en-US" sz="2400" dirty="0"/>
              <a:t>阶段单纯形算法求解该问题将出现无限循环。</a:t>
            </a:r>
          </a:p>
        </p:txBody>
      </p:sp>
      <p:sp>
        <p:nvSpPr>
          <p:cNvPr id="64517" name="Rectangle 5">
            <a:extLst>
              <a:ext uri="{FF2B5EF4-FFF2-40B4-BE49-F238E27FC236}">
                <a16:creationId xmlns:a16="http://schemas.microsoft.com/office/drawing/2014/main" id="{0035E525-D646-6F45-7B90-32CAACA1FE3B}"/>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64518" name="Rectangle 7">
            <a:extLst>
              <a:ext uri="{FF2B5EF4-FFF2-40B4-BE49-F238E27FC236}">
                <a16:creationId xmlns:a16="http://schemas.microsoft.com/office/drawing/2014/main" id="{2115DAA5-256C-D38D-EAE0-57BA27971258}"/>
              </a:ext>
            </a:extLst>
          </p:cNvPr>
          <p:cNvSpPr>
            <a:spLocks noChangeArrowheads="1"/>
          </p:cNvSpPr>
          <p:nvPr/>
        </p:nvSpPr>
        <p:spPr bwMode="auto">
          <a:xfrm>
            <a:off x="0" y="2690813"/>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sp>
        <p:nvSpPr>
          <p:cNvPr id="64519" name="Rectangle 9">
            <a:extLst>
              <a:ext uri="{FF2B5EF4-FFF2-40B4-BE49-F238E27FC236}">
                <a16:creationId xmlns:a16="http://schemas.microsoft.com/office/drawing/2014/main" id="{F8C5F79B-8C99-420A-A112-E38CF57A4D05}"/>
              </a:ext>
            </a:extLst>
          </p:cNvPr>
          <p:cNvSpPr>
            <a:spLocks noChangeArrowheads="1"/>
          </p:cNvSpPr>
          <p:nvPr/>
        </p:nvSpPr>
        <p:spPr bwMode="auto">
          <a:xfrm>
            <a:off x="0" y="303847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85000" name="Object 2">
            <a:extLst>
              <a:ext uri="{FF2B5EF4-FFF2-40B4-BE49-F238E27FC236}">
                <a16:creationId xmlns:a16="http://schemas.microsoft.com/office/drawing/2014/main" id="{AF07371A-A756-7F20-82E5-CBD297A15A70}"/>
              </a:ext>
            </a:extLst>
          </p:cNvPr>
          <p:cNvGraphicFramePr>
            <a:graphicFrameLocks noChangeAspect="1"/>
          </p:cNvGraphicFramePr>
          <p:nvPr/>
        </p:nvGraphicFramePr>
        <p:xfrm>
          <a:off x="1973263" y="3500438"/>
          <a:ext cx="4552950" cy="2098675"/>
        </p:xfrm>
        <a:graphic>
          <a:graphicData uri="http://schemas.openxmlformats.org/presentationml/2006/ole">
            <mc:AlternateContent xmlns:mc="http://schemas.openxmlformats.org/markup-compatibility/2006">
              <mc:Choice xmlns:v="urn:schemas-microsoft-com:vml" Requires="v">
                <p:oleObj name="Equation" r:id="rId2" imgW="2730500" imgH="1320800" progId="Equation.3">
                  <p:embed/>
                </p:oleObj>
              </mc:Choice>
              <mc:Fallback>
                <p:oleObj name="Equation" r:id="rId2" imgW="2730500" imgH="13208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263" y="3500438"/>
                        <a:ext cx="455295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1" name="Object 5">
            <a:extLst>
              <a:ext uri="{FF2B5EF4-FFF2-40B4-BE49-F238E27FC236}">
                <a16:creationId xmlns:a16="http://schemas.microsoft.com/office/drawing/2014/main" id="{BF685422-DCE4-EF4E-4DE3-F420A63B7999}"/>
              </a:ext>
            </a:extLst>
          </p:cNvPr>
          <p:cNvGraphicFramePr>
            <a:graphicFrameLocks noChangeAspect="1"/>
          </p:cNvGraphicFramePr>
          <p:nvPr/>
        </p:nvGraphicFramePr>
        <p:xfrm>
          <a:off x="1325563" y="2762250"/>
          <a:ext cx="4176712" cy="782638"/>
        </p:xfrm>
        <a:graphic>
          <a:graphicData uri="http://schemas.openxmlformats.org/presentationml/2006/ole">
            <mc:AlternateContent xmlns:mc="http://schemas.openxmlformats.org/markup-compatibility/2006">
              <mc:Choice xmlns:v="urn:schemas-microsoft-com:vml" Requires="v">
                <p:oleObj name="Equation" r:id="rId4" imgW="2159000" imgH="393700" progId="Equation.3">
                  <p:embed/>
                </p:oleObj>
              </mc:Choice>
              <mc:Fallback>
                <p:oleObj name="Equation" r:id="rId4" imgW="2159000" imgH="3937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25563" y="2762250"/>
                        <a:ext cx="4176712"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a:extLst>
              <a:ext uri="{FF2B5EF4-FFF2-40B4-BE49-F238E27FC236}">
                <a16:creationId xmlns:a16="http://schemas.microsoft.com/office/drawing/2014/main" id="{B627D507-DC4D-DD3F-B9C5-EAD28E55B96D}"/>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77A326E-32BD-47D0-BB04-775507E0DCE5}"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51</a:t>
            </a:fld>
            <a:endParaRPr lang="en-US" altLang="zh-CN" sz="1200">
              <a:latin typeface="微软雅黑" panose="020B0503020204020204" pitchFamily="34" charset="-122"/>
              <a:ea typeface="微软雅黑" panose="020B0503020204020204" pitchFamily="34" charset="-122"/>
            </a:endParaRPr>
          </a:p>
        </p:txBody>
      </p:sp>
      <p:sp>
        <p:nvSpPr>
          <p:cNvPr id="65539" name="Rectangle 3">
            <a:extLst>
              <a:ext uri="{FF2B5EF4-FFF2-40B4-BE49-F238E27FC236}">
                <a16:creationId xmlns:a16="http://schemas.microsoft.com/office/drawing/2014/main" id="{4EDB6272-718E-2C9A-134D-CF958AD5247D}"/>
              </a:ext>
            </a:extLst>
          </p:cNvPr>
          <p:cNvSpPr>
            <a:spLocks noGrp="1" noChangeArrowheads="1"/>
          </p:cNvSpPr>
          <p:nvPr>
            <p:ph type="body" idx="1"/>
          </p:nvPr>
        </p:nvSpPr>
        <p:spPr>
          <a:xfrm>
            <a:off x="300038" y="549275"/>
            <a:ext cx="8540750" cy="5549900"/>
          </a:xfrm>
        </p:spPr>
        <p:txBody>
          <a:bodyPr/>
          <a:lstStyle/>
          <a:p>
            <a:pPr>
              <a:lnSpc>
                <a:spcPct val="130000"/>
              </a:lnSpc>
              <a:defRPr/>
            </a:pPr>
            <a:r>
              <a:rPr lang="en-US" altLang="zh-CN" sz="2400" dirty="0"/>
              <a:t>Bland</a:t>
            </a:r>
            <a:r>
              <a:rPr lang="zh-CN" altLang="en-US" sz="2400" dirty="0"/>
              <a:t>提出避免循环的一个简单易行的方法。</a:t>
            </a:r>
            <a:endParaRPr lang="en-US" altLang="zh-CN" sz="2400" dirty="0"/>
          </a:p>
          <a:p>
            <a:pPr>
              <a:lnSpc>
                <a:spcPct val="130000"/>
              </a:lnSpc>
              <a:defRPr/>
            </a:pPr>
            <a:endParaRPr lang="en-US" altLang="zh-CN" sz="2400" dirty="0"/>
          </a:p>
          <a:p>
            <a:pPr>
              <a:lnSpc>
                <a:spcPct val="130000"/>
              </a:lnSpc>
              <a:defRPr/>
            </a:pPr>
            <a:endParaRPr lang="en-US" altLang="zh-CN" sz="2400" dirty="0"/>
          </a:p>
          <a:p>
            <a:pPr>
              <a:lnSpc>
                <a:spcPct val="130000"/>
              </a:lnSpc>
              <a:defRPr/>
            </a:pPr>
            <a:endParaRPr lang="en-US" altLang="zh-CN" sz="2400" dirty="0"/>
          </a:p>
          <a:p>
            <a:pPr>
              <a:lnSpc>
                <a:spcPct val="130000"/>
              </a:lnSpc>
              <a:defRPr/>
            </a:pPr>
            <a:endParaRPr lang="en-US" altLang="zh-CN" sz="2400" dirty="0"/>
          </a:p>
          <a:p>
            <a:pPr>
              <a:lnSpc>
                <a:spcPct val="130000"/>
              </a:lnSpc>
              <a:defRPr/>
            </a:pPr>
            <a:r>
              <a:rPr lang="zh-CN" altLang="en-US" sz="2400" dirty="0"/>
              <a:t>给出了</a:t>
            </a:r>
            <a:r>
              <a:rPr lang="en-US" altLang="zh-CN" sz="2400" dirty="0"/>
              <a:t>2</a:t>
            </a:r>
            <a:r>
              <a:rPr lang="zh-CN" altLang="en-US" sz="2400" dirty="0"/>
              <a:t>个简单规则</a:t>
            </a:r>
            <a:r>
              <a:rPr lang="en-US" altLang="zh-CN" sz="2400" dirty="0"/>
              <a:t>:</a:t>
            </a:r>
          </a:p>
          <a:p>
            <a:pPr>
              <a:lnSpc>
                <a:spcPct val="130000"/>
              </a:lnSpc>
              <a:defRPr/>
            </a:pPr>
            <a:endParaRPr lang="en-US" altLang="zh-CN" sz="2400" dirty="0"/>
          </a:p>
          <a:p>
            <a:pPr>
              <a:defRPr/>
            </a:pPr>
            <a:r>
              <a:rPr lang="zh-CN" altLang="en-US" sz="2400" dirty="0"/>
              <a:t>规则</a:t>
            </a:r>
            <a:r>
              <a:rPr lang="en-US" altLang="zh-CN" sz="2400" dirty="0"/>
              <a:t>1</a:t>
            </a:r>
            <a:r>
              <a:rPr lang="zh-CN" altLang="en-US" sz="2400" dirty="0"/>
              <a:t>：设                   ，      取</a:t>
            </a:r>
            <a:r>
              <a:rPr lang="en-US" altLang="zh-CN" sz="2400" dirty="0" err="1"/>
              <a:t>x</a:t>
            </a:r>
            <a:r>
              <a:rPr lang="en-US" altLang="zh-CN" sz="2400" baseline="-25000" dirty="0" err="1"/>
              <a:t>e</a:t>
            </a:r>
            <a:r>
              <a:rPr lang="zh-CN" altLang="en-US" sz="2400" dirty="0"/>
              <a:t>为入基变量。</a:t>
            </a:r>
            <a:endParaRPr lang="en-US" altLang="zh-CN" sz="2400" dirty="0"/>
          </a:p>
          <a:p>
            <a:pPr>
              <a:defRPr/>
            </a:pPr>
            <a:endParaRPr lang="zh-CN" altLang="en-US" sz="2400" dirty="0"/>
          </a:p>
          <a:p>
            <a:pPr>
              <a:defRPr/>
            </a:pPr>
            <a:r>
              <a:rPr lang="zh-CN" altLang="en-US" sz="2400" dirty="0"/>
              <a:t>规则</a:t>
            </a:r>
            <a:r>
              <a:rPr lang="en-US" altLang="zh-CN" sz="2400" dirty="0"/>
              <a:t>2</a:t>
            </a:r>
            <a:r>
              <a:rPr lang="zh-CN" altLang="en-US" sz="2400" dirty="0"/>
              <a:t>：设                                      取</a:t>
            </a:r>
            <a:r>
              <a:rPr lang="en-US" altLang="zh-CN" sz="2400" dirty="0" err="1"/>
              <a:t>x</a:t>
            </a:r>
            <a:r>
              <a:rPr lang="en-US" altLang="zh-CN" sz="2400" baseline="-25000" dirty="0" err="1"/>
              <a:t>k</a:t>
            </a:r>
            <a:r>
              <a:rPr lang="zh-CN" altLang="en-US" sz="2400" dirty="0"/>
              <a:t>为离基变量。</a:t>
            </a:r>
            <a:endParaRPr lang="en-US" altLang="zh-CN" sz="2400" dirty="0"/>
          </a:p>
          <a:p>
            <a:pPr>
              <a:defRPr/>
            </a:pPr>
            <a:endParaRPr lang="zh-CN" altLang="en-US" sz="2400" dirty="0"/>
          </a:p>
          <a:p>
            <a:pPr>
              <a:lnSpc>
                <a:spcPct val="130000"/>
              </a:lnSpc>
              <a:defRPr/>
            </a:pPr>
            <a:endParaRPr lang="zh-CN" altLang="en-US" sz="2400" dirty="0"/>
          </a:p>
        </p:txBody>
      </p:sp>
      <p:sp>
        <p:nvSpPr>
          <p:cNvPr id="65540" name="Rectangle 5">
            <a:extLst>
              <a:ext uri="{FF2B5EF4-FFF2-40B4-BE49-F238E27FC236}">
                <a16:creationId xmlns:a16="http://schemas.microsoft.com/office/drawing/2014/main" id="{EDC67B63-C408-D864-9D5A-568E73FAEED4}"/>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86021" name="Object 2">
            <a:extLst>
              <a:ext uri="{FF2B5EF4-FFF2-40B4-BE49-F238E27FC236}">
                <a16:creationId xmlns:a16="http://schemas.microsoft.com/office/drawing/2014/main" id="{B2938EFC-2953-07F0-4139-3567879BC306}"/>
              </a:ext>
            </a:extLst>
          </p:cNvPr>
          <p:cNvGraphicFramePr>
            <a:graphicFrameLocks noChangeAspect="1"/>
          </p:cNvGraphicFramePr>
          <p:nvPr/>
        </p:nvGraphicFramePr>
        <p:xfrm>
          <a:off x="2314575" y="4368800"/>
          <a:ext cx="2212975" cy="571500"/>
        </p:xfrm>
        <a:graphic>
          <a:graphicData uri="http://schemas.openxmlformats.org/presentationml/2006/ole">
            <mc:AlternateContent xmlns:mc="http://schemas.openxmlformats.org/markup-compatibility/2006">
              <mc:Choice xmlns:v="urn:schemas-microsoft-com:vml" Requires="v">
                <p:oleObj name="公式" r:id="rId2" imgW="1143000" imgH="292100" progId="Equation.3">
                  <p:embed/>
                </p:oleObj>
              </mc:Choice>
              <mc:Fallback>
                <p:oleObj name="公式" r:id="rId2" imgW="1143000" imgH="2921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4575" y="4368800"/>
                        <a:ext cx="2212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2" name="Rectangle 7">
            <a:extLst>
              <a:ext uri="{FF2B5EF4-FFF2-40B4-BE49-F238E27FC236}">
                <a16:creationId xmlns:a16="http://schemas.microsoft.com/office/drawing/2014/main" id="{920D73E9-320C-7B59-3E91-F81A9449B291}"/>
              </a:ext>
            </a:extLst>
          </p:cNvPr>
          <p:cNvSpPr>
            <a:spLocks noChangeArrowheads="1"/>
          </p:cNvSpPr>
          <p:nvPr/>
        </p:nvSpPr>
        <p:spPr bwMode="auto">
          <a:xfrm>
            <a:off x="0" y="-276225"/>
            <a:ext cx="3698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defRPr/>
            </a:pPr>
            <a:endParaRPr lang="zh-CN" altLang="en-US">
              <a:solidFill>
                <a:srgbClr val="000066"/>
              </a:solidFill>
              <a:latin typeface="+mj-ea"/>
              <a:ea typeface="+mj-ea"/>
              <a:cs typeface="Times New Roman" panose="02020603050405020304" pitchFamily="18" charset="0"/>
            </a:endParaRPr>
          </a:p>
        </p:txBody>
      </p:sp>
      <p:graphicFrame>
        <p:nvGraphicFramePr>
          <p:cNvPr id="86023" name="Object 3">
            <a:extLst>
              <a:ext uri="{FF2B5EF4-FFF2-40B4-BE49-F238E27FC236}">
                <a16:creationId xmlns:a16="http://schemas.microsoft.com/office/drawing/2014/main" id="{0D7713D1-A39D-4DFC-AD19-C7C33FEBBA35}"/>
              </a:ext>
            </a:extLst>
          </p:cNvPr>
          <p:cNvGraphicFramePr>
            <a:graphicFrameLocks noChangeAspect="1"/>
          </p:cNvGraphicFramePr>
          <p:nvPr/>
        </p:nvGraphicFramePr>
        <p:xfrm>
          <a:off x="2195513" y="5084763"/>
          <a:ext cx="3216275" cy="928687"/>
        </p:xfrm>
        <a:graphic>
          <a:graphicData uri="http://schemas.openxmlformats.org/presentationml/2006/ole">
            <mc:AlternateContent xmlns:mc="http://schemas.openxmlformats.org/markup-compatibility/2006">
              <mc:Choice xmlns:v="urn:schemas-microsoft-com:vml" Requires="v">
                <p:oleObj name="公式" r:id="rId4" imgW="1778000" imgH="508000" progId="Equation.3">
                  <p:embed/>
                </p:oleObj>
              </mc:Choice>
              <mc:Fallback>
                <p:oleObj name="公式" r:id="rId4" imgW="1778000" imgH="508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5084763"/>
                        <a:ext cx="3216275"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4" name="矩形 1">
            <a:extLst>
              <a:ext uri="{FF2B5EF4-FFF2-40B4-BE49-F238E27FC236}">
                <a16:creationId xmlns:a16="http://schemas.microsoft.com/office/drawing/2014/main" id="{6F7F5156-FE87-D279-9709-DF52C0F520F2}"/>
              </a:ext>
            </a:extLst>
          </p:cNvPr>
          <p:cNvSpPr>
            <a:spLocks noChangeArrowheads="1"/>
          </p:cNvSpPr>
          <p:nvPr/>
        </p:nvSpPr>
        <p:spPr bwMode="auto">
          <a:xfrm>
            <a:off x="827088" y="1393825"/>
            <a:ext cx="81375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200000"/>
              </a:lnSpc>
              <a:buFont typeface="Garamond" panose="02020404030301010803" pitchFamily="18" charset="0"/>
              <a:buAutoNum type="arabicPeriod"/>
              <a:defRPr/>
            </a:pPr>
            <a:r>
              <a:rPr lang="zh-CN" altLang="en-US" sz="2000" dirty="0">
                <a:solidFill>
                  <a:srgbClr val="191B1F"/>
                </a:solidFill>
                <a:latin typeface="+mj-ea"/>
                <a:ea typeface="+mj-ea"/>
              </a:rPr>
              <a:t>在所有的</a:t>
            </a:r>
            <a:r>
              <a:rPr lang="en-US" altLang="zh-CN" sz="2000" dirty="0" err="1">
                <a:solidFill>
                  <a:srgbClr val="191B1F"/>
                </a:solidFill>
                <a:latin typeface="+mj-ea"/>
                <a:ea typeface="+mj-ea"/>
              </a:rPr>
              <a:t>c</a:t>
            </a:r>
            <a:r>
              <a:rPr lang="en-US" altLang="zh-CN" sz="2000" baseline="-25000" dirty="0" err="1">
                <a:solidFill>
                  <a:srgbClr val="191B1F"/>
                </a:solidFill>
                <a:latin typeface="+mj-ea"/>
                <a:ea typeface="+mj-ea"/>
              </a:rPr>
              <a:t>j</a:t>
            </a:r>
            <a:r>
              <a:rPr lang="en-US" altLang="zh-CN" sz="2000" dirty="0">
                <a:solidFill>
                  <a:srgbClr val="191B1F"/>
                </a:solidFill>
                <a:latin typeface="+mj-ea"/>
                <a:ea typeface="+mj-ea"/>
              </a:rPr>
              <a:t>&gt;0</a:t>
            </a:r>
            <a:r>
              <a:rPr lang="zh-CN" altLang="en-US" sz="2000" dirty="0">
                <a:solidFill>
                  <a:srgbClr val="191B1F"/>
                </a:solidFill>
                <a:latin typeface="+mj-ea"/>
                <a:ea typeface="+mj-ea"/>
              </a:rPr>
              <a:t>的非基变量中，选择</a:t>
            </a:r>
            <a:r>
              <a:rPr lang="zh-CN" altLang="en-US" sz="2000" dirty="0">
                <a:solidFill>
                  <a:srgbClr val="FF0000"/>
                </a:solidFill>
                <a:latin typeface="+mj-ea"/>
                <a:ea typeface="+mj-ea"/>
              </a:rPr>
              <a:t>索引最小的入基</a:t>
            </a:r>
          </a:p>
          <a:p>
            <a:pPr>
              <a:lnSpc>
                <a:spcPct val="200000"/>
              </a:lnSpc>
              <a:buFont typeface="Garamond" panose="02020404030301010803" pitchFamily="18" charset="0"/>
              <a:buAutoNum type="arabicPeriod"/>
              <a:defRPr/>
            </a:pPr>
            <a:r>
              <a:rPr lang="zh-CN" altLang="en-US" sz="2000" dirty="0">
                <a:solidFill>
                  <a:srgbClr val="191B1F"/>
                </a:solidFill>
                <a:latin typeface="+mj-ea"/>
                <a:ea typeface="+mj-ea"/>
              </a:rPr>
              <a:t>当有多行达最小比时，</a:t>
            </a:r>
            <a:r>
              <a:rPr lang="zh-CN" altLang="en-US" sz="2000" dirty="0">
                <a:solidFill>
                  <a:srgbClr val="FF0000"/>
                </a:solidFill>
                <a:latin typeface="+mj-ea"/>
                <a:ea typeface="+mj-ea"/>
              </a:rPr>
              <a:t>选下标索引最小的基变量出基</a:t>
            </a:r>
          </a:p>
        </p:txBody>
      </p:sp>
    </p:spTree>
  </p:cSld>
  <p:clrMapOvr>
    <a:masterClrMapping/>
  </p:clrMapOvr>
  <p:transition>
    <p:blinds dir="ver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57EFD42-70EA-1E57-B162-966C7D1D7C0D}"/>
              </a:ext>
            </a:extLst>
          </p:cNvPr>
          <p:cNvSpPr>
            <a:spLocks noGrp="1" noChangeArrowheads="1"/>
          </p:cNvSpPr>
          <p:nvPr>
            <p:ph type="title"/>
          </p:nvPr>
        </p:nvSpPr>
        <p:spPr/>
        <p:txBody>
          <a:bodyPr/>
          <a:lstStyle/>
          <a:p>
            <a:r>
              <a:rPr lang="zh-CN" altLang="en-US" b="1"/>
              <a:t>练习题</a:t>
            </a:r>
          </a:p>
        </p:txBody>
      </p:sp>
      <p:sp>
        <p:nvSpPr>
          <p:cNvPr id="76803" name="Rectangle 3">
            <a:extLst>
              <a:ext uri="{FF2B5EF4-FFF2-40B4-BE49-F238E27FC236}">
                <a16:creationId xmlns:a16="http://schemas.microsoft.com/office/drawing/2014/main" id="{FE1E64AC-3023-9413-CF86-EAFAC93C1B5D}"/>
              </a:ext>
            </a:extLst>
          </p:cNvPr>
          <p:cNvSpPr>
            <a:spLocks noGrp="1" noChangeArrowheads="1"/>
          </p:cNvSpPr>
          <p:nvPr>
            <p:ph idx="1"/>
          </p:nvPr>
        </p:nvSpPr>
        <p:spPr>
          <a:xfrm>
            <a:off x="323850" y="1112838"/>
            <a:ext cx="7772400" cy="609600"/>
          </a:xfrm>
        </p:spPr>
        <p:txBody>
          <a:bodyPr/>
          <a:lstStyle/>
          <a:p>
            <a:pPr>
              <a:buFontTx/>
              <a:buNone/>
              <a:defRPr/>
            </a:pPr>
            <a:r>
              <a:rPr lang="zh-CN" altLang="en-US"/>
              <a:t>求解下列线形规划：</a:t>
            </a:r>
          </a:p>
          <a:p>
            <a:pPr>
              <a:defRPr/>
            </a:pPr>
            <a:endParaRPr lang="en-US" altLang="zh-CN"/>
          </a:p>
        </p:txBody>
      </p:sp>
      <p:graphicFrame>
        <p:nvGraphicFramePr>
          <p:cNvPr id="87044" name="Object 4">
            <a:extLst>
              <a:ext uri="{FF2B5EF4-FFF2-40B4-BE49-F238E27FC236}">
                <a16:creationId xmlns:a16="http://schemas.microsoft.com/office/drawing/2014/main" id="{6ACD35BE-9D2C-B52D-1CF7-1893A840884C}"/>
              </a:ext>
            </a:extLst>
          </p:cNvPr>
          <p:cNvGraphicFramePr>
            <a:graphicFrameLocks noChangeAspect="1"/>
          </p:cNvGraphicFramePr>
          <p:nvPr/>
        </p:nvGraphicFramePr>
        <p:xfrm>
          <a:off x="533400" y="2133600"/>
          <a:ext cx="4267200" cy="560388"/>
        </p:xfrm>
        <a:graphic>
          <a:graphicData uri="http://schemas.openxmlformats.org/presentationml/2006/ole">
            <mc:AlternateContent xmlns:mc="http://schemas.openxmlformats.org/markup-compatibility/2006">
              <mc:Choice xmlns:v="urn:schemas-microsoft-com:vml" Requires="v">
                <p:oleObj name="Equation" r:id="rId2" imgW="1256755" imgH="203112" progId="Equation.3">
                  <p:embed/>
                </p:oleObj>
              </mc:Choice>
              <mc:Fallback>
                <p:oleObj name="Equation" r:id="rId2" imgW="1256755" imgH="203112"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33600"/>
                        <a:ext cx="4267200"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7045" name="Object 5">
            <a:extLst>
              <a:ext uri="{FF2B5EF4-FFF2-40B4-BE49-F238E27FC236}">
                <a16:creationId xmlns:a16="http://schemas.microsoft.com/office/drawing/2014/main" id="{624F9630-30B6-3B3B-DCB6-6E386167B60E}"/>
              </a:ext>
            </a:extLst>
          </p:cNvPr>
          <p:cNvGraphicFramePr>
            <a:graphicFrameLocks noChangeAspect="1"/>
          </p:cNvGraphicFramePr>
          <p:nvPr/>
        </p:nvGraphicFramePr>
        <p:xfrm>
          <a:off x="1908175" y="2997200"/>
          <a:ext cx="2468563" cy="2819400"/>
        </p:xfrm>
        <a:graphic>
          <a:graphicData uri="http://schemas.openxmlformats.org/presentationml/2006/ole">
            <mc:AlternateContent xmlns:mc="http://schemas.openxmlformats.org/markup-compatibility/2006">
              <mc:Choice xmlns:v="urn:schemas-microsoft-com:vml" Requires="v">
                <p:oleObj name="Equation" r:id="rId4" imgW="1003300" imgH="1346200" progId="Equation.3">
                  <p:embed/>
                </p:oleObj>
              </mc:Choice>
              <mc:Fallback>
                <p:oleObj name="Equation" r:id="rId4" imgW="1003300" imgH="1346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2997200"/>
                        <a:ext cx="2468563"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A323DA66-35DD-2724-2027-A60ED6436E56}"/>
              </a:ext>
            </a:extLst>
          </p:cNvPr>
          <p:cNvSpPr>
            <a:spLocks noGrp="1" noChangeArrowheads="1"/>
          </p:cNvSpPr>
          <p:nvPr>
            <p:ph type="title"/>
          </p:nvPr>
        </p:nvSpPr>
        <p:spPr/>
        <p:txBody>
          <a:bodyPr/>
          <a:lstStyle/>
          <a:p>
            <a:r>
              <a:rPr lang="zh-CN" altLang="en-US" b="1"/>
              <a:t>练习题</a:t>
            </a:r>
          </a:p>
        </p:txBody>
      </p:sp>
      <p:sp>
        <p:nvSpPr>
          <p:cNvPr id="77827" name="Rectangle 3">
            <a:extLst>
              <a:ext uri="{FF2B5EF4-FFF2-40B4-BE49-F238E27FC236}">
                <a16:creationId xmlns:a16="http://schemas.microsoft.com/office/drawing/2014/main" id="{9086EF3E-C8AB-A741-7E62-8B31AD3E5BA9}"/>
              </a:ext>
            </a:extLst>
          </p:cNvPr>
          <p:cNvSpPr>
            <a:spLocks noGrp="1" noChangeArrowheads="1"/>
          </p:cNvSpPr>
          <p:nvPr>
            <p:ph idx="1"/>
          </p:nvPr>
        </p:nvSpPr>
        <p:spPr>
          <a:xfrm>
            <a:off x="457200" y="1208088"/>
            <a:ext cx="7772400" cy="609600"/>
          </a:xfrm>
        </p:spPr>
        <p:txBody>
          <a:bodyPr/>
          <a:lstStyle/>
          <a:p>
            <a:pPr>
              <a:buFontTx/>
              <a:buNone/>
              <a:defRPr/>
            </a:pPr>
            <a:r>
              <a:rPr lang="zh-CN" altLang="en-US"/>
              <a:t>求解下列线形规划：</a:t>
            </a:r>
          </a:p>
          <a:p>
            <a:pPr>
              <a:defRPr/>
            </a:pPr>
            <a:endParaRPr lang="en-US" altLang="zh-CN"/>
          </a:p>
        </p:txBody>
      </p:sp>
      <p:graphicFrame>
        <p:nvGraphicFramePr>
          <p:cNvPr id="88068" name="Object 6">
            <a:extLst>
              <a:ext uri="{FF2B5EF4-FFF2-40B4-BE49-F238E27FC236}">
                <a16:creationId xmlns:a16="http://schemas.microsoft.com/office/drawing/2014/main" id="{0D14BBFB-6F06-748C-2B1E-7E4042B33745}"/>
              </a:ext>
            </a:extLst>
          </p:cNvPr>
          <p:cNvGraphicFramePr>
            <a:graphicFrameLocks noChangeAspect="1"/>
          </p:cNvGraphicFramePr>
          <p:nvPr/>
        </p:nvGraphicFramePr>
        <p:xfrm>
          <a:off x="1403350" y="1905000"/>
          <a:ext cx="4518025" cy="593725"/>
        </p:xfrm>
        <a:graphic>
          <a:graphicData uri="http://schemas.openxmlformats.org/presentationml/2006/ole">
            <mc:AlternateContent xmlns:mc="http://schemas.openxmlformats.org/markup-compatibility/2006">
              <mc:Choice xmlns:v="urn:schemas-microsoft-com:vml" Requires="v">
                <p:oleObj name="Equation" r:id="rId2" imgW="1675673" imgH="253890" progId="Equation.3">
                  <p:embed/>
                </p:oleObj>
              </mc:Choice>
              <mc:Fallback>
                <p:oleObj name="Equation" r:id="rId2" imgW="1675673" imgH="25389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905000"/>
                        <a:ext cx="451802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069" name="Object 7">
            <a:extLst>
              <a:ext uri="{FF2B5EF4-FFF2-40B4-BE49-F238E27FC236}">
                <a16:creationId xmlns:a16="http://schemas.microsoft.com/office/drawing/2014/main" id="{F43F1870-438A-F45A-3040-2D47A042D5E9}"/>
              </a:ext>
            </a:extLst>
          </p:cNvPr>
          <p:cNvGraphicFramePr>
            <a:graphicFrameLocks noChangeAspect="1"/>
          </p:cNvGraphicFramePr>
          <p:nvPr/>
        </p:nvGraphicFramePr>
        <p:xfrm>
          <a:off x="2411413" y="2767013"/>
          <a:ext cx="3048000" cy="3276600"/>
        </p:xfrm>
        <a:graphic>
          <a:graphicData uri="http://schemas.openxmlformats.org/presentationml/2006/ole">
            <mc:AlternateContent xmlns:mc="http://schemas.openxmlformats.org/markup-compatibility/2006">
              <mc:Choice xmlns:v="urn:schemas-microsoft-com:vml" Requires="v">
                <p:oleObj name="Equation" r:id="rId4" imgW="1371600" imgH="1346200" progId="Equation.3">
                  <p:embed/>
                </p:oleObj>
              </mc:Choice>
              <mc:Fallback>
                <p:oleObj name="Equation" r:id="rId4" imgW="1371600" imgH="13462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2767013"/>
                        <a:ext cx="30480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19BC4E3E-5CBD-C9F3-8754-285A5D12971C}"/>
              </a:ext>
            </a:extLst>
          </p:cNvPr>
          <p:cNvSpPr>
            <a:spLocks noGrp="1"/>
          </p:cNvSpPr>
          <p:nvPr>
            <p:ph type="title"/>
          </p:nvPr>
        </p:nvSpPr>
        <p:spPr/>
        <p:txBody>
          <a:bodyPr/>
          <a:lstStyle/>
          <a:p>
            <a:r>
              <a:rPr lang="zh-CN" altLang="en-US"/>
              <a:t>两阶段单纯形算法</a:t>
            </a:r>
          </a:p>
        </p:txBody>
      </p:sp>
      <p:sp>
        <p:nvSpPr>
          <p:cNvPr id="3" name="内容占位符 2">
            <a:extLst>
              <a:ext uri="{FF2B5EF4-FFF2-40B4-BE49-F238E27FC236}">
                <a16:creationId xmlns:a16="http://schemas.microsoft.com/office/drawing/2014/main" id="{4C0F6101-0B8B-04F1-BAD6-B57A50B72936}"/>
              </a:ext>
            </a:extLst>
          </p:cNvPr>
          <p:cNvSpPr>
            <a:spLocks noGrp="1"/>
          </p:cNvSpPr>
          <p:nvPr>
            <p:ph idx="1"/>
          </p:nvPr>
        </p:nvSpPr>
        <p:spPr>
          <a:xfrm>
            <a:off x="457200" y="1571625"/>
            <a:ext cx="8229600" cy="4530725"/>
          </a:xfrm>
        </p:spPr>
        <p:txBody>
          <a:bodyPr/>
          <a:lstStyle/>
          <a:p>
            <a:pPr>
              <a:lnSpc>
                <a:spcPct val="150000"/>
              </a:lnSpc>
              <a:defRPr/>
            </a:pPr>
            <a:r>
              <a:rPr lang="zh-CN" altLang="en-US" sz="2600" dirty="0"/>
              <a:t>约束标准型问题的求解基本步骤？</a:t>
            </a:r>
            <a:endParaRPr lang="en-US" altLang="zh-CN" sz="2600" dirty="0"/>
          </a:p>
          <a:p>
            <a:pPr>
              <a:lnSpc>
                <a:spcPct val="150000"/>
              </a:lnSpc>
              <a:defRPr/>
            </a:pPr>
            <a:r>
              <a:rPr lang="zh-CN" altLang="en-US" sz="2600" dirty="0"/>
              <a:t>入基变量的选择依据？</a:t>
            </a:r>
            <a:endParaRPr lang="en-US" altLang="zh-CN" sz="2600" dirty="0"/>
          </a:p>
          <a:p>
            <a:pPr>
              <a:lnSpc>
                <a:spcPct val="150000"/>
              </a:lnSpc>
              <a:defRPr/>
            </a:pPr>
            <a:r>
              <a:rPr lang="zh-CN" altLang="en-US" sz="2600" dirty="0"/>
              <a:t>出基变量的选择依据？</a:t>
            </a:r>
            <a:endParaRPr lang="en-US" altLang="zh-CN" sz="2600" dirty="0"/>
          </a:p>
          <a:p>
            <a:pPr>
              <a:lnSpc>
                <a:spcPct val="150000"/>
              </a:lnSpc>
              <a:defRPr/>
            </a:pPr>
            <a:r>
              <a:rPr lang="zh-CN" altLang="en-US" sz="2600" dirty="0"/>
              <a:t>转轴变换起到的作用是什么？</a:t>
            </a:r>
            <a:endParaRPr lang="en-US" altLang="zh-CN" sz="2600" dirty="0"/>
          </a:p>
          <a:p>
            <a:pPr>
              <a:lnSpc>
                <a:spcPct val="150000"/>
              </a:lnSpc>
              <a:defRPr/>
            </a:pPr>
            <a:r>
              <a:rPr lang="zh-CN" altLang="en-US" sz="2600" dirty="0"/>
              <a:t>一般线性规划问题的两个阶段目的分别是什么？</a:t>
            </a:r>
            <a:endParaRPr lang="en-US" altLang="zh-CN" sz="2600" dirty="0"/>
          </a:p>
          <a:p>
            <a:pPr>
              <a:lnSpc>
                <a:spcPct val="150000"/>
              </a:lnSpc>
              <a:defRPr/>
            </a:pPr>
            <a:r>
              <a:rPr lang="zh-CN" altLang="en-US" sz="2600" dirty="0"/>
              <a:t>问题转化时引入两类变量分别是？</a:t>
            </a:r>
            <a:endParaRPr lang="en-US" altLang="zh-CN" sz="2600" dirty="0"/>
          </a:p>
        </p:txBody>
      </p:sp>
      <p:sp>
        <p:nvSpPr>
          <p:cNvPr id="89092" name="灯片编号占位符 3">
            <a:extLst>
              <a:ext uri="{FF2B5EF4-FFF2-40B4-BE49-F238E27FC236}">
                <a16:creationId xmlns:a16="http://schemas.microsoft.com/office/drawing/2014/main" id="{5A210EA6-F800-0B01-4039-5B84561BA0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3215158-0280-4523-813F-181662D7806D}" type="slidenum">
              <a:rPr lang="en-US" altLang="zh-CN" sz="1200">
                <a:solidFill>
                  <a:schemeClr val="tx1"/>
                </a:solidFill>
                <a:latin typeface="Garamond" panose="02020404030301010803" pitchFamily="18" charset="0"/>
                <a:ea typeface="宋体" panose="02010600030101010101" pitchFamily="2" charset="-122"/>
              </a:rPr>
              <a:pPr/>
              <a:t>54</a:t>
            </a:fld>
            <a:endParaRPr lang="en-US" altLang="zh-CN" sz="1200">
              <a:solidFill>
                <a:schemeClr val="tx1"/>
              </a:solidFill>
              <a:latin typeface="Garamond" panose="02020404030301010803" pitchFamily="18"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a:extLst>
              <a:ext uri="{FF2B5EF4-FFF2-40B4-BE49-F238E27FC236}">
                <a16:creationId xmlns:a16="http://schemas.microsoft.com/office/drawing/2014/main" id="{14B51256-2637-100F-A773-BB5F29CDD9DF}"/>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17F2204-4798-495B-A75F-BF36B5091634}" type="slidenum">
              <a:rPr lang="zh-CN" altLang="en-US" sz="1200">
                <a:latin typeface="微软雅黑" panose="020B0503020204020204" pitchFamily="34" charset="-122"/>
                <a:ea typeface="微软雅黑" panose="020B0503020204020204" pitchFamily="34" charset="-122"/>
              </a:rPr>
              <a:pPr>
                <a:spcBef>
                  <a:spcPct val="0"/>
                </a:spcBef>
                <a:buClrTx/>
                <a:buSzTx/>
                <a:buFontTx/>
                <a:buNone/>
              </a:pPr>
              <a:t>55</a:t>
            </a:fld>
            <a:endParaRPr lang="en-US" altLang="zh-CN" sz="1200">
              <a:latin typeface="微软雅黑" panose="020B0503020204020204" pitchFamily="34" charset="-122"/>
              <a:ea typeface="微软雅黑" panose="020B0503020204020204" pitchFamily="34" charset="-122"/>
            </a:endParaRPr>
          </a:p>
        </p:txBody>
      </p:sp>
      <p:sp>
        <p:nvSpPr>
          <p:cNvPr id="342019" name="Rectangle 3">
            <a:extLst>
              <a:ext uri="{FF2B5EF4-FFF2-40B4-BE49-F238E27FC236}">
                <a16:creationId xmlns:a16="http://schemas.microsoft.com/office/drawing/2014/main" id="{BE469D11-C489-F726-4E41-214B95385561}"/>
              </a:ext>
            </a:extLst>
          </p:cNvPr>
          <p:cNvSpPr>
            <a:spLocks noGrp="1" noChangeArrowheads="1"/>
          </p:cNvSpPr>
          <p:nvPr>
            <p:ph type="body" idx="1"/>
          </p:nvPr>
        </p:nvSpPr>
        <p:spPr>
          <a:xfrm>
            <a:off x="428625" y="571500"/>
            <a:ext cx="8540750" cy="5286375"/>
          </a:xfrm>
        </p:spPr>
        <p:txBody>
          <a:bodyPr/>
          <a:lstStyle/>
          <a:p>
            <a:pPr>
              <a:buFont typeface="Wingdings" panose="05000000000000000000" pitchFamily="2" charset="2"/>
              <a:buNone/>
              <a:defRPr/>
            </a:pPr>
            <a:r>
              <a:rPr lang="zh-CN" altLang="en-US" sz="3600" b="1" dirty="0">
                <a:solidFill>
                  <a:schemeClr val="tx2"/>
                </a:solidFill>
                <a:cs typeface="+mj-cs"/>
              </a:rPr>
              <a:t>学习要点</a:t>
            </a:r>
            <a:endParaRPr lang="en-US" altLang="zh-CN" sz="2400" dirty="0"/>
          </a:p>
          <a:p>
            <a:pPr>
              <a:lnSpc>
                <a:spcPct val="150000"/>
              </a:lnSpc>
              <a:buFont typeface="Symbol" pitchFamily="18" charset="2"/>
              <a:buChar char="·"/>
              <a:defRPr/>
            </a:pPr>
            <a:r>
              <a:rPr lang="zh-CN" altLang="en-US" sz="2400" dirty="0"/>
              <a:t>理解线性规划算法模型</a:t>
            </a:r>
          </a:p>
          <a:p>
            <a:pPr>
              <a:lnSpc>
                <a:spcPct val="150000"/>
              </a:lnSpc>
              <a:buFont typeface="Symbol" pitchFamily="18" charset="2"/>
              <a:buChar char="·"/>
              <a:defRPr/>
            </a:pPr>
            <a:r>
              <a:rPr lang="zh-CN" altLang="en-US" sz="2400" dirty="0"/>
              <a:t>掌握解线性规划问题的单纯形算法</a:t>
            </a:r>
            <a:endParaRPr lang="en-US" altLang="zh-CN" sz="2400" dirty="0"/>
          </a:p>
          <a:p>
            <a:pPr>
              <a:lnSpc>
                <a:spcPct val="150000"/>
              </a:lnSpc>
              <a:buFont typeface="Symbol" pitchFamily="18" charset="2"/>
              <a:buChar char="·"/>
              <a:defRPr/>
            </a:pPr>
            <a:r>
              <a:rPr lang="zh-CN" altLang="en-US" sz="2400" b="1" dirty="0">
                <a:solidFill>
                  <a:schemeClr val="hlink"/>
                </a:solidFill>
              </a:rPr>
              <a:t>最大网络流问题</a:t>
            </a:r>
            <a:endParaRPr lang="en-US" altLang="zh-CN" sz="2400" b="1" dirty="0">
              <a:solidFill>
                <a:schemeClr val="hlink"/>
              </a:solidFill>
            </a:endParaRPr>
          </a:p>
          <a:p>
            <a:pPr>
              <a:lnSpc>
                <a:spcPct val="150000"/>
              </a:lnSpc>
              <a:buFont typeface="Symbol" pitchFamily="18" charset="2"/>
              <a:buChar char="·"/>
              <a:defRPr/>
            </a:pPr>
            <a:r>
              <a:rPr lang="zh-CN" altLang="en-US" sz="2400" dirty="0"/>
              <a:t>增广路算法</a:t>
            </a:r>
            <a:endParaRPr lang="zh-CN" altLang="en-US" sz="2400" dirty="0">
              <a:sym typeface="Symbol" pitchFamily="18" charset="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4" descr="https://pic4.zhimg.com/50/343a031b1_hd.jpg">
            <a:extLst>
              <a:ext uri="{FF2B5EF4-FFF2-40B4-BE49-F238E27FC236}">
                <a16:creationId xmlns:a16="http://schemas.microsoft.com/office/drawing/2014/main" id="{D35F8F57-780D-C49B-A6D3-66AB69354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115888"/>
            <a:ext cx="5345112"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6" name="灯片编号占位符 5">
            <a:extLst>
              <a:ext uri="{FF2B5EF4-FFF2-40B4-BE49-F238E27FC236}">
                <a16:creationId xmlns:a16="http://schemas.microsoft.com/office/drawing/2014/main" id="{340A57E1-05C0-C7EA-B084-83CC5E11892A}"/>
              </a:ext>
            </a:extLst>
          </p:cNvPr>
          <p:cNvSpPr>
            <a:spLocks noGrp="1"/>
          </p:cNvSpPr>
          <p:nvPr>
            <p:ph type="sldNum" sz="quarter" idx="12"/>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DC165A9-38C1-4268-8214-7070BD914F4A}" type="slidenum">
              <a:rPr lang="zh-CN" altLang="en-US" sz="1200">
                <a:solidFill>
                  <a:schemeClr val="tx1"/>
                </a:solidFill>
                <a:latin typeface="微软雅黑" panose="020B0503020204020204" pitchFamily="34" charset="-122"/>
                <a:ea typeface="微软雅黑" panose="020B0503020204020204" pitchFamily="34" charset="-122"/>
              </a:rPr>
              <a:pPr/>
              <a:t>56</a:t>
            </a:fld>
            <a:endParaRPr lang="en-US" altLang="zh-CN" sz="1200">
              <a:solidFill>
                <a:schemeClr val="tx1"/>
              </a:solidFill>
              <a:latin typeface="微软雅黑" panose="020B0503020204020204" pitchFamily="34" charset="-122"/>
              <a:ea typeface="微软雅黑" panose="020B0503020204020204" pitchFamily="34" charset="-122"/>
            </a:endParaRPr>
          </a:p>
        </p:txBody>
      </p:sp>
      <p:sp>
        <p:nvSpPr>
          <p:cNvPr id="82947" name="Rectangle 2">
            <a:extLst>
              <a:ext uri="{FF2B5EF4-FFF2-40B4-BE49-F238E27FC236}">
                <a16:creationId xmlns:a16="http://schemas.microsoft.com/office/drawing/2014/main" id="{1DCC6167-BFE2-2908-E998-4C7FF897AE15}"/>
              </a:ext>
            </a:extLst>
          </p:cNvPr>
          <p:cNvSpPr>
            <a:spLocks noGrp="1" noChangeArrowheads="1"/>
          </p:cNvSpPr>
          <p:nvPr>
            <p:ph type="title"/>
          </p:nvPr>
        </p:nvSpPr>
        <p:spPr>
          <a:xfrm>
            <a:off x="457200" y="274638"/>
            <a:ext cx="8229600" cy="752475"/>
          </a:xfrm>
        </p:spPr>
        <p:txBody>
          <a:bodyPr/>
          <a:lstStyle/>
          <a:p>
            <a:pPr>
              <a:defRPr/>
            </a:pPr>
            <a:r>
              <a:rPr lang="en-US" altLang="zh-CN" sz="2400" b="1" dirty="0">
                <a:solidFill>
                  <a:schemeClr val="hlink"/>
                </a:solidFill>
                <a:latin typeface="+mj-ea"/>
              </a:rPr>
              <a:t>8.2  </a:t>
            </a:r>
            <a:r>
              <a:rPr lang="zh-CN" altLang="en-US" sz="2400" b="1" dirty="0">
                <a:solidFill>
                  <a:schemeClr val="hlink"/>
                </a:solidFill>
                <a:latin typeface="+mj-ea"/>
              </a:rPr>
              <a:t>最大网络流问题</a:t>
            </a:r>
          </a:p>
        </p:txBody>
      </p:sp>
      <p:sp>
        <p:nvSpPr>
          <p:cNvPr id="79876" name="Rectangle 3">
            <a:extLst>
              <a:ext uri="{FF2B5EF4-FFF2-40B4-BE49-F238E27FC236}">
                <a16:creationId xmlns:a16="http://schemas.microsoft.com/office/drawing/2014/main" id="{801528AA-CE72-81A3-8AA1-19FCC9C8A2A8}"/>
              </a:ext>
            </a:extLst>
          </p:cNvPr>
          <p:cNvSpPr>
            <a:spLocks noGrp="1" noChangeArrowheads="1"/>
          </p:cNvSpPr>
          <p:nvPr>
            <p:ph type="body" idx="1"/>
          </p:nvPr>
        </p:nvSpPr>
        <p:spPr>
          <a:xfrm>
            <a:off x="457200" y="1184275"/>
            <a:ext cx="8385175" cy="4902200"/>
          </a:xfrm>
        </p:spPr>
        <p:txBody>
          <a:bodyPr/>
          <a:lstStyle/>
          <a:p>
            <a:pPr marL="0" indent="0">
              <a:lnSpc>
                <a:spcPct val="150000"/>
              </a:lnSpc>
              <a:buFont typeface="Wingdings" panose="05000000000000000000" pitchFamily="2" charset="2"/>
              <a:buNone/>
              <a:defRPr/>
            </a:pPr>
            <a:r>
              <a:rPr lang="zh-CN" altLang="en-US" sz="2000" b="1" dirty="0"/>
              <a:t>许多实际系统都涉及到流量问题</a:t>
            </a:r>
            <a:r>
              <a:rPr lang="zh-CN" altLang="en-US" sz="2000" dirty="0"/>
              <a:t>  </a:t>
            </a:r>
            <a:endParaRPr lang="en-US" altLang="zh-CN" sz="2000" dirty="0"/>
          </a:p>
          <a:p>
            <a:pPr marL="0" indent="0">
              <a:lnSpc>
                <a:spcPct val="150000"/>
              </a:lnSpc>
              <a:buFont typeface="Wingdings" panose="05000000000000000000" pitchFamily="2" charset="2"/>
              <a:buNone/>
              <a:defRPr/>
            </a:pPr>
            <a:endParaRPr lang="en-US" altLang="zh-CN" sz="2000" dirty="0"/>
          </a:p>
          <a:p>
            <a:pPr marL="0" indent="0">
              <a:lnSpc>
                <a:spcPct val="150000"/>
              </a:lnSpc>
              <a:buFont typeface="Wingdings" panose="05000000000000000000" pitchFamily="2" charset="2"/>
              <a:buNone/>
              <a:defRPr/>
            </a:pPr>
            <a:r>
              <a:rPr lang="zh-CN" altLang="en-US" sz="2000" dirty="0"/>
              <a:t>网络系统中有信息流</a:t>
            </a:r>
            <a:endParaRPr lang="en-US" altLang="zh-CN" sz="2000" dirty="0"/>
          </a:p>
          <a:p>
            <a:pPr marL="0" indent="0">
              <a:lnSpc>
                <a:spcPct val="150000"/>
              </a:lnSpc>
              <a:buFont typeface="Wingdings" panose="05000000000000000000" pitchFamily="2" charset="2"/>
              <a:buNone/>
              <a:defRPr/>
            </a:pPr>
            <a:r>
              <a:rPr lang="zh-CN" altLang="en-US" sz="2000" dirty="0"/>
              <a:t>交通系统中有车辆流        最大流量？</a:t>
            </a:r>
            <a:endParaRPr lang="en-US" altLang="zh-CN" sz="2000" dirty="0"/>
          </a:p>
          <a:p>
            <a:pPr marL="0" indent="0">
              <a:lnSpc>
                <a:spcPct val="150000"/>
              </a:lnSpc>
              <a:buFont typeface="Wingdings" panose="05000000000000000000" pitchFamily="2" charset="2"/>
              <a:buNone/>
              <a:defRPr/>
            </a:pPr>
            <a:r>
              <a:rPr lang="zh-CN" altLang="en-US" sz="2000" dirty="0"/>
              <a:t>金融系统中有现金流</a:t>
            </a:r>
            <a:endParaRPr lang="en-US" altLang="zh-CN" sz="2000" dirty="0"/>
          </a:p>
          <a:p>
            <a:pPr marL="0" indent="0">
              <a:lnSpc>
                <a:spcPct val="150000"/>
              </a:lnSpc>
              <a:buFont typeface="Wingdings" panose="05000000000000000000" pitchFamily="2" charset="2"/>
              <a:buNone/>
              <a:defRPr/>
            </a:pPr>
            <a:r>
              <a:rPr lang="en-US" altLang="zh-CN" sz="2000" dirty="0"/>
              <a:t>…….</a:t>
            </a:r>
          </a:p>
          <a:p>
            <a:pPr marL="0" indent="0">
              <a:lnSpc>
                <a:spcPct val="150000"/>
              </a:lnSpc>
              <a:buFont typeface="Wingdings" panose="05000000000000000000" pitchFamily="2" charset="2"/>
              <a:buNone/>
              <a:defRPr/>
            </a:pPr>
            <a:endParaRPr lang="en-US" altLang="zh-CN" sz="2000" dirty="0"/>
          </a:p>
          <a:p>
            <a:pPr marL="0" indent="0">
              <a:lnSpc>
                <a:spcPct val="150000"/>
              </a:lnSpc>
              <a:buFont typeface="Wingdings" panose="05000000000000000000" pitchFamily="2" charset="2"/>
              <a:buNone/>
              <a:defRPr/>
            </a:pPr>
            <a:r>
              <a:rPr lang="zh-CN" altLang="en-US" sz="2000" dirty="0"/>
              <a:t>例如一个交通网络，结点表示车站，边表示道路，边权表示两个车站间道路的通行能力。给定一个网络，要求指定两点间的最大车流量，即最大流问题。</a:t>
            </a:r>
          </a:p>
        </p:txBody>
      </p:sp>
      <p:sp>
        <p:nvSpPr>
          <p:cNvPr id="82949" name="Rectangle 4">
            <a:extLst>
              <a:ext uri="{FF2B5EF4-FFF2-40B4-BE49-F238E27FC236}">
                <a16:creationId xmlns:a16="http://schemas.microsoft.com/office/drawing/2014/main" id="{262714A0-F881-F12E-2CEB-87FAE756FA79}"/>
              </a:ext>
            </a:extLst>
          </p:cNvPr>
          <p:cNvSpPr>
            <a:spLocks noChangeArrowheads="1"/>
          </p:cNvSpPr>
          <p:nvPr/>
        </p:nvSpPr>
        <p:spPr bwMode="auto">
          <a:xfrm>
            <a:off x="0" y="-276225"/>
            <a:ext cx="18415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endParaRPr lang="zh-CN" altLang="en-US">
              <a:latin typeface="+mj-ea"/>
              <a:ea typeface="+mj-ea"/>
            </a:endParaRPr>
          </a:p>
        </p:txBody>
      </p:sp>
      <p:sp>
        <p:nvSpPr>
          <p:cNvPr id="82950" name="右中括号 3">
            <a:extLst>
              <a:ext uri="{FF2B5EF4-FFF2-40B4-BE49-F238E27FC236}">
                <a16:creationId xmlns:a16="http://schemas.microsoft.com/office/drawing/2014/main" id="{EEC33636-A188-0A32-4750-A003787F22ED}"/>
              </a:ext>
            </a:extLst>
          </p:cNvPr>
          <p:cNvSpPr>
            <a:spLocks/>
          </p:cNvSpPr>
          <p:nvPr/>
        </p:nvSpPr>
        <p:spPr bwMode="auto">
          <a:xfrm>
            <a:off x="3059113" y="2095500"/>
            <a:ext cx="215900" cy="1728788"/>
          </a:xfrm>
          <a:prstGeom prst="rightBracket">
            <a:avLst>
              <a:gd name="adj" fmla="val 8341"/>
            </a:avLst>
          </a:prstGeom>
          <a:solidFill>
            <a:schemeClr val="bg1"/>
          </a:solidFill>
          <a:ln w="9525" algn="ctr">
            <a:solidFill>
              <a:schemeClr val="tx1"/>
            </a:solidFill>
            <a:round/>
            <a:headEnd/>
            <a:tailEnd/>
          </a:ln>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defRPr/>
            </a:pPr>
            <a:endParaRPr lang="zh-CN" altLang="en-US">
              <a:latin typeface="+mj-ea"/>
              <a:ea typeface="+mj-ea"/>
              <a:cs typeface="Times New Roman" panose="02020603050405020304" pitchFamily="18" charset="0"/>
            </a:endParaRPr>
          </a:p>
        </p:txBody>
      </p:sp>
    </p:spTree>
  </p:cSld>
  <p:clrMapOvr>
    <a:masterClrMapping/>
  </p:clrMapOvr>
  <p:transition>
    <p:blinds dir="ver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a:extLst>
              <a:ext uri="{FF2B5EF4-FFF2-40B4-BE49-F238E27FC236}">
                <a16:creationId xmlns:a16="http://schemas.microsoft.com/office/drawing/2014/main" id="{5A53A52F-9716-C6BD-D74A-82ABEAC8EB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968FEA4-B857-4027-A1BA-BF43F26A1BD1}" type="slidenum">
              <a:rPr lang="zh-CN" altLang="en-US" sz="1200">
                <a:solidFill>
                  <a:schemeClr val="tx1"/>
                </a:solidFill>
                <a:latin typeface="Garamond" panose="02020404030301010803" pitchFamily="18" charset="0"/>
                <a:ea typeface="宋体" panose="02010600030101010101" pitchFamily="2" charset="-122"/>
              </a:rPr>
              <a:pPr/>
              <a:t>57</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92163" name="Rectangle 2">
            <a:extLst>
              <a:ext uri="{FF2B5EF4-FFF2-40B4-BE49-F238E27FC236}">
                <a16:creationId xmlns:a16="http://schemas.microsoft.com/office/drawing/2014/main" id="{9E377368-976F-3CDA-A8D4-214EA40FDBD1}"/>
              </a:ext>
            </a:extLst>
          </p:cNvPr>
          <p:cNvSpPr>
            <a:spLocks noGrp="1" noChangeArrowheads="1"/>
          </p:cNvSpPr>
          <p:nvPr>
            <p:ph type="title"/>
          </p:nvPr>
        </p:nvSpPr>
        <p:spPr>
          <a:xfrm>
            <a:off x="457200" y="274638"/>
            <a:ext cx="8229600" cy="752475"/>
          </a:xfrm>
        </p:spPr>
        <p:txBody>
          <a:bodyPr/>
          <a:lstStyle/>
          <a:p>
            <a:r>
              <a:rPr lang="en-US" altLang="zh-CN" sz="2400" b="1">
                <a:solidFill>
                  <a:schemeClr val="hlink"/>
                </a:solidFill>
              </a:rPr>
              <a:t>8.2  </a:t>
            </a:r>
            <a:r>
              <a:rPr lang="zh-CN" altLang="en-US" sz="2400" b="1">
                <a:solidFill>
                  <a:schemeClr val="hlink"/>
                </a:solidFill>
              </a:rPr>
              <a:t>最大网络流问题</a:t>
            </a:r>
          </a:p>
        </p:txBody>
      </p:sp>
      <p:sp>
        <p:nvSpPr>
          <p:cNvPr id="80900" name="Rectangle 3">
            <a:extLst>
              <a:ext uri="{FF2B5EF4-FFF2-40B4-BE49-F238E27FC236}">
                <a16:creationId xmlns:a16="http://schemas.microsoft.com/office/drawing/2014/main" id="{116180BB-1131-F24F-999E-0C58E436AF38}"/>
              </a:ext>
            </a:extLst>
          </p:cNvPr>
          <p:cNvSpPr>
            <a:spLocks noGrp="1" noChangeArrowheads="1"/>
          </p:cNvSpPr>
          <p:nvPr>
            <p:ph type="body" idx="1"/>
          </p:nvPr>
        </p:nvSpPr>
        <p:spPr>
          <a:xfrm>
            <a:off x="492125" y="758825"/>
            <a:ext cx="8385175" cy="4902200"/>
          </a:xfrm>
        </p:spPr>
        <p:txBody>
          <a:bodyPr/>
          <a:lstStyle/>
          <a:p>
            <a:pPr marL="0" indent="0">
              <a:lnSpc>
                <a:spcPct val="150000"/>
              </a:lnSpc>
              <a:buFont typeface="Wingdings" panose="05000000000000000000" pitchFamily="2" charset="2"/>
              <a:buNone/>
              <a:defRPr/>
            </a:pPr>
            <a:r>
              <a:rPr lang="en-US" altLang="zh-CN" sz="2000" b="1" dirty="0">
                <a:solidFill>
                  <a:schemeClr val="hlink"/>
                </a:solidFill>
              </a:rPr>
              <a:t>1 </a:t>
            </a:r>
            <a:r>
              <a:rPr lang="zh-CN" altLang="en-US" sz="2000" b="1" dirty="0">
                <a:solidFill>
                  <a:schemeClr val="hlink"/>
                </a:solidFill>
              </a:rPr>
              <a:t>基本概念和术语</a:t>
            </a:r>
          </a:p>
          <a:p>
            <a:pPr marL="0" indent="0">
              <a:lnSpc>
                <a:spcPct val="150000"/>
              </a:lnSpc>
              <a:buFont typeface="Wingdings" panose="05000000000000000000" pitchFamily="2" charset="2"/>
              <a:buNone/>
              <a:defRPr/>
            </a:pPr>
            <a:r>
              <a:rPr lang="zh-CN" altLang="en-US" sz="2000" dirty="0">
                <a:solidFill>
                  <a:schemeClr val="hlink"/>
                </a:solidFill>
              </a:rPr>
              <a:t>  </a:t>
            </a:r>
            <a:r>
              <a:rPr lang="zh-CN" altLang="en-US" sz="2000" b="1" dirty="0">
                <a:solidFill>
                  <a:schemeClr val="hlink"/>
                </a:solidFill>
              </a:rPr>
              <a:t>（</a:t>
            </a:r>
            <a:r>
              <a:rPr lang="en-US" altLang="zh-CN" sz="2000" b="1" dirty="0">
                <a:solidFill>
                  <a:schemeClr val="hlink"/>
                </a:solidFill>
              </a:rPr>
              <a:t>1</a:t>
            </a:r>
            <a:r>
              <a:rPr lang="zh-CN" altLang="en-US" sz="2000" b="1" dirty="0">
                <a:solidFill>
                  <a:schemeClr val="hlink"/>
                </a:solidFill>
              </a:rPr>
              <a:t>） 网络</a:t>
            </a:r>
            <a:endParaRPr lang="zh-CN" altLang="en-US" sz="2000" dirty="0">
              <a:solidFill>
                <a:schemeClr val="hlink"/>
              </a:solidFill>
            </a:endParaRPr>
          </a:p>
          <a:p>
            <a:pPr marL="0" indent="0">
              <a:lnSpc>
                <a:spcPct val="150000"/>
              </a:lnSpc>
              <a:buFont typeface="Wingdings" panose="05000000000000000000" pitchFamily="2" charset="2"/>
              <a:buNone/>
              <a:defRPr/>
            </a:pPr>
            <a:r>
              <a:rPr lang="en-US" altLang="zh-CN" sz="2000" dirty="0"/>
              <a:t>G</a:t>
            </a:r>
            <a:r>
              <a:rPr lang="zh-CN" altLang="en-US" sz="2000" dirty="0"/>
              <a:t>是一个简单有向图，</a:t>
            </a:r>
            <a:r>
              <a:rPr lang="en-US" altLang="zh-CN" sz="2000" dirty="0"/>
              <a:t>G=(V,E)</a:t>
            </a:r>
            <a:r>
              <a:rPr lang="zh-CN" altLang="en-US" sz="2000" dirty="0"/>
              <a:t>，</a:t>
            </a:r>
            <a:r>
              <a:rPr lang="en-US" altLang="zh-CN" sz="2000" dirty="0"/>
              <a:t>V={1</a:t>
            </a:r>
            <a:r>
              <a:rPr lang="zh-CN" altLang="en-US" sz="2000" dirty="0"/>
              <a:t>，</a:t>
            </a:r>
            <a:r>
              <a:rPr lang="en-US" altLang="zh-CN" sz="2000" dirty="0"/>
              <a:t>2</a:t>
            </a:r>
            <a:r>
              <a:rPr lang="zh-CN" altLang="en-US" sz="2000" dirty="0"/>
              <a:t>，</a:t>
            </a:r>
            <a:r>
              <a:rPr lang="en-US" altLang="zh-CN" sz="2000" dirty="0"/>
              <a:t>…</a:t>
            </a:r>
            <a:r>
              <a:rPr lang="zh-CN" altLang="en-US" sz="2000" dirty="0"/>
              <a:t>，</a:t>
            </a:r>
            <a:r>
              <a:rPr lang="en-US" altLang="zh-CN" sz="2000" dirty="0"/>
              <a:t>n}</a:t>
            </a:r>
            <a:r>
              <a:rPr lang="zh-CN" altLang="en-US" sz="2000" dirty="0"/>
              <a:t>。在</a:t>
            </a:r>
            <a:r>
              <a:rPr lang="en-US" altLang="zh-CN" sz="2000" dirty="0"/>
              <a:t>V</a:t>
            </a:r>
            <a:r>
              <a:rPr lang="zh-CN" altLang="en-US" sz="2000" dirty="0"/>
              <a:t>中指定一个顶点</a:t>
            </a:r>
            <a:r>
              <a:rPr lang="en-US" altLang="zh-CN" sz="2000" dirty="0"/>
              <a:t>s</a:t>
            </a:r>
            <a:r>
              <a:rPr lang="zh-CN" altLang="en-US" sz="2000" dirty="0"/>
              <a:t>称为</a:t>
            </a:r>
            <a:r>
              <a:rPr lang="zh-CN" altLang="en-US" sz="2000" b="1" dirty="0">
                <a:solidFill>
                  <a:schemeClr val="hlink"/>
                </a:solidFill>
              </a:rPr>
              <a:t>源，</a:t>
            </a:r>
            <a:r>
              <a:rPr lang="zh-CN" altLang="en-US" sz="2000" dirty="0"/>
              <a:t>和另一个顶点</a:t>
            </a:r>
            <a:r>
              <a:rPr lang="en-US" altLang="zh-CN" sz="2000" dirty="0"/>
              <a:t>t</a:t>
            </a:r>
            <a:r>
              <a:rPr lang="zh-CN" altLang="en-US" sz="2000" dirty="0"/>
              <a:t>称为</a:t>
            </a:r>
            <a:r>
              <a:rPr lang="zh-CN" altLang="en-US" sz="2000" b="1" dirty="0">
                <a:solidFill>
                  <a:schemeClr val="hlink"/>
                </a:solidFill>
              </a:rPr>
              <a:t>汇</a:t>
            </a:r>
            <a:r>
              <a:rPr lang="zh-CN" altLang="en-US" sz="2000" dirty="0"/>
              <a:t>。有向图</a:t>
            </a:r>
            <a:r>
              <a:rPr lang="en-US" altLang="zh-CN" sz="2000" dirty="0"/>
              <a:t>G</a:t>
            </a:r>
            <a:r>
              <a:rPr lang="zh-CN" altLang="en-US" sz="2000" dirty="0"/>
              <a:t>的每一条边</a:t>
            </a:r>
            <a:r>
              <a:rPr lang="en-US" altLang="zh-CN" sz="2000" dirty="0"/>
              <a:t>(</a:t>
            </a:r>
            <a:r>
              <a:rPr lang="en-US" altLang="zh-CN" sz="2000" dirty="0" err="1"/>
              <a:t>v,w</a:t>
            </a:r>
            <a:r>
              <a:rPr lang="en-US" altLang="zh-CN" sz="2000" dirty="0"/>
              <a:t>)∈E</a:t>
            </a:r>
            <a:r>
              <a:rPr lang="zh-CN" altLang="en-US" sz="2000" dirty="0"/>
              <a:t>，对应有一个值</a:t>
            </a:r>
            <a:r>
              <a:rPr lang="en-US" altLang="zh-CN" sz="2000" u="sng" dirty="0"/>
              <a:t>cap(</a:t>
            </a:r>
            <a:r>
              <a:rPr lang="en-US" altLang="zh-CN" sz="2000" u="sng" dirty="0" err="1"/>
              <a:t>v,w</a:t>
            </a:r>
            <a:r>
              <a:rPr lang="en-US" altLang="zh-CN" sz="2000" u="sng" dirty="0"/>
              <a:t>)≥0</a:t>
            </a:r>
            <a:r>
              <a:rPr lang="zh-CN" altLang="en-US" sz="2000" dirty="0"/>
              <a:t>，称为边的</a:t>
            </a:r>
            <a:r>
              <a:rPr lang="zh-CN" altLang="en-US" sz="2000" b="1" dirty="0">
                <a:solidFill>
                  <a:schemeClr val="hlink"/>
                </a:solidFill>
              </a:rPr>
              <a:t>容量</a:t>
            </a:r>
            <a:r>
              <a:rPr lang="zh-CN" altLang="en-US" sz="2000" dirty="0"/>
              <a:t>。</a:t>
            </a:r>
          </a:p>
          <a:p>
            <a:pPr marL="0" indent="0">
              <a:lnSpc>
                <a:spcPct val="150000"/>
              </a:lnSpc>
              <a:buFont typeface="Wingdings" panose="05000000000000000000" pitchFamily="2" charset="2"/>
              <a:buNone/>
              <a:defRPr/>
            </a:pPr>
            <a:r>
              <a:rPr lang="zh-CN" altLang="en-US" sz="2000" dirty="0"/>
              <a:t>这样的有向图</a:t>
            </a:r>
            <a:r>
              <a:rPr lang="en-US" altLang="zh-CN" sz="2000" dirty="0"/>
              <a:t>G</a:t>
            </a:r>
            <a:r>
              <a:rPr lang="zh-CN" altLang="en-US" sz="2000" dirty="0"/>
              <a:t>称作一个</a:t>
            </a:r>
            <a:r>
              <a:rPr lang="zh-CN" altLang="en-US" sz="2000" b="1" dirty="0">
                <a:solidFill>
                  <a:schemeClr val="hlink"/>
                </a:solidFill>
              </a:rPr>
              <a:t>网络</a:t>
            </a:r>
            <a:r>
              <a:rPr lang="zh-CN" altLang="en-US" sz="2000" dirty="0"/>
              <a:t>。</a:t>
            </a:r>
          </a:p>
          <a:p>
            <a:pPr marL="0" indent="0">
              <a:lnSpc>
                <a:spcPct val="150000"/>
              </a:lnSpc>
              <a:buFont typeface="Wingdings" panose="05000000000000000000" pitchFamily="2" charset="2"/>
              <a:buNone/>
              <a:defRPr/>
            </a:pPr>
            <a:endParaRPr lang="zh-CN" altLang="en-US" sz="2000" b="1" dirty="0"/>
          </a:p>
        </p:txBody>
      </p:sp>
      <p:sp>
        <p:nvSpPr>
          <p:cNvPr id="92165" name="Rectangle 4">
            <a:extLst>
              <a:ext uri="{FF2B5EF4-FFF2-40B4-BE49-F238E27FC236}">
                <a16:creationId xmlns:a16="http://schemas.microsoft.com/office/drawing/2014/main" id="{E697FA49-8CF1-5680-4720-F58863C88E5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pSp>
        <p:nvGrpSpPr>
          <p:cNvPr id="92166" name="object 4">
            <a:extLst>
              <a:ext uri="{FF2B5EF4-FFF2-40B4-BE49-F238E27FC236}">
                <a16:creationId xmlns:a16="http://schemas.microsoft.com/office/drawing/2014/main" id="{FBE323FA-BFE9-3833-C320-3B61435D7796}"/>
              </a:ext>
            </a:extLst>
          </p:cNvPr>
          <p:cNvGrpSpPr>
            <a:grpSpLocks/>
          </p:cNvGrpSpPr>
          <p:nvPr/>
        </p:nvGrpSpPr>
        <p:grpSpPr bwMode="auto">
          <a:xfrm>
            <a:off x="3016250" y="3482975"/>
            <a:ext cx="4999038" cy="2811463"/>
            <a:chOff x="1913077" y="4302790"/>
            <a:chExt cx="4998085" cy="2811780"/>
          </a:xfrm>
        </p:grpSpPr>
        <p:sp>
          <p:nvSpPr>
            <p:cNvPr id="92219" name="object 5">
              <a:extLst>
                <a:ext uri="{FF2B5EF4-FFF2-40B4-BE49-F238E27FC236}">
                  <a16:creationId xmlns:a16="http://schemas.microsoft.com/office/drawing/2014/main" id="{B59A834B-A339-F108-E8B9-486F61A052E0}"/>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20" name="object 6">
              <a:extLst>
                <a:ext uri="{FF2B5EF4-FFF2-40B4-BE49-F238E27FC236}">
                  <a16:creationId xmlns:a16="http://schemas.microsoft.com/office/drawing/2014/main" id="{3771D78E-EA4D-B88D-367F-F0CB6B1F82EE}"/>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21" name="object 7">
              <a:extLst>
                <a:ext uri="{FF2B5EF4-FFF2-40B4-BE49-F238E27FC236}">
                  <a16:creationId xmlns:a16="http://schemas.microsoft.com/office/drawing/2014/main" id="{1C1A3C8A-DB63-065F-C689-F4511A5E4A4C}"/>
                </a:ext>
              </a:extLst>
            </p:cNvPr>
            <p:cNvSpPr>
              <a:spLocks/>
            </p:cNvSpPr>
            <p:nvPr/>
          </p:nvSpPr>
          <p:spPr bwMode="auto">
            <a:xfrm>
              <a:off x="3510182" y="7068544"/>
              <a:ext cx="1772920" cy="0"/>
            </a:xfrm>
            <a:custGeom>
              <a:avLst/>
              <a:gdLst>
                <a:gd name="T0" fmla="*/ 0 w 1772920"/>
                <a:gd name="T1" fmla="*/ 724858 w 1772920"/>
                <a:gd name="T2" fmla="*/ 1106353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724858" y="0"/>
                  </a:lnTo>
                </a:path>
                <a:path w="1772920">
                  <a:moveTo>
                    <a:pt x="1106353" y="0"/>
                  </a:moveTo>
                  <a:lnTo>
                    <a:pt x="1772406"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22" name="object 8">
              <a:extLst>
                <a:ext uri="{FF2B5EF4-FFF2-40B4-BE49-F238E27FC236}">
                  <a16:creationId xmlns:a16="http://schemas.microsoft.com/office/drawing/2014/main" id="{CC1BB100-20AB-E9BF-BC2F-8E937E19EDF5}"/>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23" name="object 9">
              <a:extLst>
                <a:ext uri="{FF2B5EF4-FFF2-40B4-BE49-F238E27FC236}">
                  <a16:creationId xmlns:a16="http://schemas.microsoft.com/office/drawing/2014/main" id="{BCC93B61-F210-2953-1442-57E717D53A4E}"/>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2224" name="object 10">
              <a:extLst>
                <a:ext uri="{FF2B5EF4-FFF2-40B4-BE49-F238E27FC236}">
                  <a16:creationId xmlns:a16="http://schemas.microsoft.com/office/drawing/2014/main" id="{16B564FB-43C8-45C0-5A86-B42D243C9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5" name="object 11">
              <a:extLst>
                <a:ext uri="{FF2B5EF4-FFF2-40B4-BE49-F238E27FC236}">
                  <a16:creationId xmlns:a16="http://schemas.microsoft.com/office/drawing/2014/main" id="{4BD39496-6A43-8C11-F8A1-48AEF3D54E87}"/>
                </a:ext>
              </a:extLst>
            </p:cNvPr>
            <p:cNvSpPr>
              <a:spLocks/>
            </p:cNvSpPr>
            <p:nvPr/>
          </p:nvSpPr>
          <p:spPr bwMode="auto">
            <a:xfrm>
              <a:off x="5534051" y="5825418"/>
              <a:ext cx="1332230" cy="1162050"/>
            </a:xfrm>
            <a:custGeom>
              <a:avLst/>
              <a:gdLst>
                <a:gd name="T0" fmla="*/ 1332066 w 1332229"/>
                <a:gd name="T1" fmla="*/ 0 h 1162050"/>
                <a:gd name="T2" fmla="*/ 1324878 w 1332229"/>
                <a:gd name="T3" fmla="*/ 6269 h 1162050"/>
                <a:gd name="T4" fmla="*/ 0 w 1332229"/>
                <a:gd name="T5" fmla="*/ 1161947 h 1162050"/>
                <a:gd name="T6" fmla="*/ 0 60000 65536"/>
                <a:gd name="T7" fmla="*/ 0 60000 65536"/>
                <a:gd name="T8" fmla="*/ 0 60000 65536"/>
              </a:gdLst>
              <a:ahLst/>
              <a:cxnLst>
                <a:cxn ang="T6">
                  <a:pos x="T0" y="T1"/>
                </a:cxn>
                <a:cxn ang="T7">
                  <a:pos x="T2" y="T3"/>
                </a:cxn>
                <a:cxn ang="T8">
                  <a:pos x="T4" y="T5"/>
                </a:cxn>
              </a:cxnLst>
              <a:rect l="0" t="0" r="r" b="b"/>
              <a:pathLst>
                <a:path w="1332229" h="1162050">
                  <a:moveTo>
                    <a:pt x="1332048" y="0"/>
                  </a:moveTo>
                  <a:lnTo>
                    <a:pt x="1324860" y="6269"/>
                  </a:lnTo>
                  <a:lnTo>
                    <a:pt x="0" y="1161947"/>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26" name="object 12">
              <a:extLst>
                <a:ext uri="{FF2B5EF4-FFF2-40B4-BE49-F238E27FC236}">
                  <a16:creationId xmlns:a16="http://schemas.microsoft.com/office/drawing/2014/main" id="{77B52784-CAA2-998D-33B3-0C2E7A6729B7}"/>
                </a:ext>
              </a:extLst>
            </p:cNvPr>
            <p:cNvSpPr>
              <a:spLocks/>
            </p:cNvSpPr>
            <p:nvPr/>
          </p:nvSpPr>
          <p:spPr bwMode="auto">
            <a:xfrm>
              <a:off x="6811568" y="5786548"/>
              <a:ext cx="99695" cy="95250"/>
            </a:xfrm>
            <a:custGeom>
              <a:avLst/>
              <a:gdLst>
                <a:gd name="T0" fmla="*/ 99090 w 99695"/>
                <a:gd name="T1" fmla="*/ 0 h 95250"/>
                <a:gd name="T2" fmla="*/ 0 w 99695"/>
                <a:gd name="T3" fmla="*/ 25687 h 95250"/>
                <a:gd name="T4" fmla="*/ 47343 w 99695"/>
                <a:gd name="T5" fmla="*/ 45139 h 95250"/>
                <a:gd name="T6" fmla="*/ 60186 w 99695"/>
                <a:gd name="T7" fmla="*/ 94684 h 95250"/>
                <a:gd name="T8" fmla="*/ 99090 w 99695"/>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5250">
                  <a:moveTo>
                    <a:pt x="99090" y="0"/>
                  </a:moveTo>
                  <a:lnTo>
                    <a:pt x="0" y="25687"/>
                  </a:lnTo>
                  <a:lnTo>
                    <a:pt x="47343" y="45139"/>
                  </a:lnTo>
                  <a:lnTo>
                    <a:pt x="60186" y="94684"/>
                  </a:lnTo>
                  <a:lnTo>
                    <a:pt x="9909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27" name="object 13">
              <a:extLst>
                <a:ext uri="{FF2B5EF4-FFF2-40B4-BE49-F238E27FC236}">
                  <a16:creationId xmlns:a16="http://schemas.microsoft.com/office/drawing/2014/main" id="{EBDFEC0B-1AFF-043F-4AD8-D96E56893BC8}"/>
                </a:ext>
              </a:extLst>
            </p:cNvPr>
            <p:cNvSpPr>
              <a:spLocks/>
            </p:cNvSpPr>
            <p:nvPr/>
          </p:nvSpPr>
          <p:spPr bwMode="auto">
            <a:xfrm>
              <a:off x="6307489" y="5701063"/>
              <a:ext cx="508000" cy="0"/>
            </a:xfrm>
            <a:custGeom>
              <a:avLst/>
              <a:gdLst>
                <a:gd name="T0" fmla="*/ 0 w 508000"/>
                <a:gd name="T1" fmla="*/ 507527 w 508000"/>
                <a:gd name="T2" fmla="*/ 0 60000 65536"/>
                <a:gd name="T3" fmla="*/ 0 60000 65536"/>
              </a:gdLst>
              <a:ahLst/>
              <a:cxnLst>
                <a:cxn ang="T2">
                  <a:pos x="T0" y="0"/>
                </a:cxn>
                <a:cxn ang="T3">
                  <a:pos x="T1" y="0"/>
                </a:cxn>
              </a:cxnLst>
              <a:rect l="0" t="0" r="r" b="b"/>
              <a:pathLst>
                <a:path w="508000">
                  <a:moveTo>
                    <a:pt x="0" y="0"/>
                  </a:moveTo>
                  <a:lnTo>
                    <a:pt x="507527" y="0"/>
                  </a:lnTo>
                </a:path>
              </a:pathLst>
            </a:custGeom>
            <a:noFill/>
            <a:ln w="19085">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28" name="object 14">
              <a:extLst>
                <a:ext uri="{FF2B5EF4-FFF2-40B4-BE49-F238E27FC236}">
                  <a16:creationId xmlns:a16="http://schemas.microsoft.com/office/drawing/2014/main" id="{D42D59A5-9F2D-4FB8-A582-12879E2E776D}"/>
                </a:ext>
              </a:extLst>
            </p:cNvPr>
            <p:cNvSpPr>
              <a:spLocks/>
            </p:cNvSpPr>
            <p:nvPr/>
          </p:nvSpPr>
          <p:spPr bwMode="auto">
            <a:xfrm>
              <a:off x="6782588" y="5655279"/>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29" name="object 15">
              <a:extLst>
                <a:ext uri="{FF2B5EF4-FFF2-40B4-BE49-F238E27FC236}">
                  <a16:creationId xmlns:a16="http://schemas.microsoft.com/office/drawing/2014/main" id="{7E69635F-0C29-D386-71AE-E43994FF2413}"/>
                </a:ext>
              </a:extLst>
            </p:cNvPr>
            <p:cNvSpPr>
              <a:spLocks/>
            </p:cNvSpPr>
            <p:nvPr/>
          </p:nvSpPr>
          <p:spPr bwMode="auto">
            <a:xfrm>
              <a:off x="5495345" y="6518733"/>
              <a:ext cx="0" cy="326390"/>
            </a:xfrm>
            <a:custGeom>
              <a:avLst/>
              <a:gdLst>
                <a:gd name="T0" fmla="*/ 0 h 326390"/>
                <a:gd name="T1" fmla="*/ 325994 h 326390"/>
                <a:gd name="T2" fmla="*/ 0 60000 65536"/>
                <a:gd name="T3" fmla="*/ 0 60000 65536"/>
              </a:gdLst>
              <a:ahLst/>
              <a:cxnLst>
                <a:cxn ang="T2">
                  <a:pos x="0" y="T0"/>
                </a:cxn>
                <a:cxn ang="T3">
                  <a:pos x="0" y="T1"/>
                </a:cxn>
              </a:cxnLst>
              <a:rect l="0" t="0" r="r" b="b"/>
              <a:pathLst>
                <a:path h="326390">
                  <a:moveTo>
                    <a:pt x="0" y="0"/>
                  </a:moveTo>
                  <a:lnTo>
                    <a:pt x="0" y="325994"/>
                  </a:lnTo>
                </a:path>
              </a:pathLst>
            </a:custGeom>
            <a:noFill/>
            <a:ln w="19178">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30" name="object 16">
              <a:extLst>
                <a:ext uri="{FF2B5EF4-FFF2-40B4-BE49-F238E27FC236}">
                  <a16:creationId xmlns:a16="http://schemas.microsoft.com/office/drawing/2014/main" id="{6F404066-B53D-3C2E-56C1-AF7AB15E4232}"/>
                </a:ext>
              </a:extLst>
            </p:cNvPr>
            <p:cNvSpPr>
              <a:spLocks/>
            </p:cNvSpPr>
            <p:nvPr/>
          </p:nvSpPr>
          <p:spPr bwMode="auto">
            <a:xfrm>
              <a:off x="5464417" y="5701063"/>
              <a:ext cx="461645" cy="0"/>
            </a:xfrm>
            <a:custGeom>
              <a:avLst/>
              <a:gdLst>
                <a:gd name="T0" fmla="*/ 0 w 461645"/>
                <a:gd name="T1" fmla="*/ 461574 w 461645"/>
                <a:gd name="T2" fmla="*/ 0 60000 65536"/>
                <a:gd name="T3" fmla="*/ 0 60000 65536"/>
              </a:gdLst>
              <a:ahLst/>
              <a:cxnLst>
                <a:cxn ang="T2">
                  <a:pos x="T0" y="0"/>
                </a:cxn>
                <a:cxn ang="T3">
                  <a:pos x="T1" y="0"/>
                </a:cxn>
              </a:cxnLst>
              <a:rect l="0" t="0" r="r" b="b"/>
              <a:pathLst>
                <a:path w="461645">
                  <a:moveTo>
                    <a:pt x="0" y="0"/>
                  </a:moveTo>
                  <a:lnTo>
                    <a:pt x="461574" y="0"/>
                  </a:lnTo>
                </a:path>
              </a:pathLst>
            </a:custGeom>
            <a:noFill/>
            <a:ln w="19085">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31" name="object 17">
              <a:extLst>
                <a:ext uri="{FF2B5EF4-FFF2-40B4-BE49-F238E27FC236}">
                  <a16:creationId xmlns:a16="http://schemas.microsoft.com/office/drawing/2014/main" id="{63A11325-08EF-DB64-1971-7940B5E57E16}"/>
                </a:ext>
              </a:extLst>
            </p:cNvPr>
            <p:cNvSpPr>
              <a:spLocks/>
            </p:cNvSpPr>
            <p:nvPr/>
          </p:nvSpPr>
          <p:spPr bwMode="auto">
            <a:xfrm>
              <a:off x="5495345" y="5754933"/>
              <a:ext cx="0" cy="478155"/>
            </a:xfrm>
            <a:custGeom>
              <a:avLst/>
              <a:gdLst>
                <a:gd name="T0" fmla="*/ 0 h 478154"/>
                <a:gd name="T1" fmla="*/ 477695 h 478154"/>
                <a:gd name="T2" fmla="*/ 0 60000 65536"/>
                <a:gd name="T3" fmla="*/ 0 60000 65536"/>
              </a:gdLst>
              <a:ahLst/>
              <a:cxnLst>
                <a:cxn ang="T2">
                  <a:pos x="0" y="T0"/>
                </a:cxn>
                <a:cxn ang="T3">
                  <a:pos x="0" y="T1"/>
                </a:cxn>
              </a:cxnLst>
              <a:rect l="0" t="0" r="r" b="b"/>
              <a:pathLst>
                <a:path h="478154">
                  <a:moveTo>
                    <a:pt x="0" y="0"/>
                  </a:moveTo>
                  <a:lnTo>
                    <a:pt x="0" y="477677"/>
                  </a:lnTo>
                </a:path>
              </a:pathLst>
            </a:custGeom>
            <a:noFill/>
            <a:ln w="19178">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2232" name="object 18">
              <a:extLst>
                <a:ext uri="{FF2B5EF4-FFF2-40B4-BE49-F238E27FC236}">
                  <a16:creationId xmlns:a16="http://schemas.microsoft.com/office/drawing/2014/main" id="{B7DE40E5-0538-58D1-CE90-981DD4AE19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9614" y="6812296"/>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3" name="object 19">
              <a:extLst>
                <a:ext uri="{FF2B5EF4-FFF2-40B4-BE49-F238E27FC236}">
                  <a16:creationId xmlns:a16="http://schemas.microsoft.com/office/drawing/2014/main" id="{3E78714F-A716-74B3-D742-48B80E7EF8AF}"/>
                </a:ext>
              </a:extLst>
            </p:cNvPr>
            <p:cNvSpPr>
              <a:spLocks/>
            </p:cNvSpPr>
            <p:nvPr/>
          </p:nvSpPr>
          <p:spPr bwMode="auto">
            <a:xfrm>
              <a:off x="3495948" y="4374441"/>
              <a:ext cx="1831339" cy="1169035"/>
            </a:xfrm>
            <a:custGeom>
              <a:avLst/>
              <a:gdLst>
                <a:gd name="T0" fmla="*/ 1831297 w 1831339"/>
                <a:gd name="T1" fmla="*/ 1168521 h 1169035"/>
                <a:gd name="T2" fmla="*/ 1823257 w 1831339"/>
                <a:gd name="T3" fmla="*/ 1163391 h 1169035"/>
                <a:gd name="T4" fmla="*/ 0 w 1831339"/>
                <a:gd name="T5" fmla="*/ 0 h 1169035"/>
                <a:gd name="T6" fmla="*/ 0 60000 65536"/>
                <a:gd name="T7" fmla="*/ 0 60000 65536"/>
                <a:gd name="T8" fmla="*/ 0 60000 65536"/>
              </a:gdLst>
              <a:ahLst/>
              <a:cxnLst>
                <a:cxn ang="T6">
                  <a:pos x="T0" y="T1"/>
                </a:cxn>
                <a:cxn ang="T7">
                  <a:pos x="T2" y="T3"/>
                </a:cxn>
                <a:cxn ang="T8">
                  <a:pos x="T4" y="T5"/>
                </a:cxn>
              </a:cxnLst>
              <a:rect l="0" t="0" r="r" b="b"/>
              <a:pathLst>
                <a:path w="1831339" h="1169035">
                  <a:moveTo>
                    <a:pt x="1831297" y="1168521"/>
                  </a:moveTo>
                  <a:lnTo>
                    <a:pt x="1823257" y="1163391"/>
                  </a:lnTo>
                  <a:lnTo>
                    <a:pt x="0"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34" name="object 20">
              <a:extLst>
                <a:ext uri="{FF2B5EF4-FFF2-40B4-BE49-F238E27FC236}">
                  <a16:creationId xmlns:a16="http://schemas.microsoft.com/office/drawing/2014/main" id="{7B311DC1-39AE-6759-7DB3-4D6191813FB2}"/>
                </a:ext>
              </a:extLst>
            </p:cNvPr>
            <p:cNvSpPr>
              <a:spLocks/>
            </p:cNvSpPr>
            <p:nvPr/>
          </p:nvSpPr>
          <p:spPr bwMode="auto">
            <a:xfrm>
              <a:off x="5275283" y="5486927"/>
              <a:ext cx="102235" cy="88265"/>
            </a:xfrm>
            <a:custGeom>
              <a:avLst/>
              <a:gdLst>
                <a:gd name="T0" fmla="*/ 49249 w 102235"/>
                <a:gd name="T1" fmla="*/ 0 h 88264"/>
                <a:gd name="T2" fmla="*/ 43921 w 102235"/>
                <a:gd name="T3" fmla="*/ 50923 h 88264"/>
                <a:gd name="T4" fmla="*/ 0 w 102235"/>
                <a:gd name="T5" fmla="*/ 77203 h 88264"/>
                <a:gd name="T6" fmla="*/ 101809 w 102235"/>
                <a:gd name="T7" fmla="*/ 87860 h 88264"/>
                <a:gd name="T8" fmla="*/ 49249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49249" y="0"/>
                  </a:moveTo>
                  <a:lnTo>
                    <a:pt x="43921" y="50905"/>
                  </a:lnTo>
                  <a:lnTo>
                    <a:pt x="0" y="77185"/>
                  </a:lnTo>
                  <a:lnTo>
                    <a:pt x="101809" y="87842"/>
                  </a:lnTo>
                  <a:lnTo>
                    <a:pt x="49249"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35" name="object 21">
              <a:extLst>
                <a:ext uri="{FF2B5EF4-FFF2-40B4-BE49-F238E27FC236}">
                  <a16:creationId xmlns:a16="http://schemas.microsoft.com/office/drawing/2014/main" id="{BD4C3051-2CFB-A962-8855-161D8A56C934}"/>
                </a:ext>
              </a:extLst>
            </p:cNvPr>
            <p:cNvSpPr>
              <a:spLocks/>
            </p:cNvSpPr>
            <p:nvPr/>
          </p:nvSpPr>
          <p:spPr bwMode="auto">
            <a:xfrm>
              <a:off x="3510181" y="4370083"/>
              <a:ext cx="1771650" cy="0"/>
            </a:xfrm>
            <a:custGeom>
              <a:avLst/>
              <a:gdLst>
                <a:gd name="T0" fmla="*/ 0 w 1771650"/>
                <a:gd name="T1" fmla="*/ 715480 w 1771650"/>
                <a:gd name="T2" fmla="*/ 1096976 w 1771650"/>
                <a:gd name="T3" fmla="*/ 1771266 w 177165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1650">
                  <a:moveTo>
                    <a:pt x="0" y="0"/>
                  </a:moveTo>
                  <a:lnTo>
                    <a:pt x="715480" y="0"/>
                  </a:lnTo>
                </a:path>
                <a:path w="1771650">
                  <a:moveTo>
                    <a:pt x="1096976" y="0"/>
                  </a:moveTo>
                  <a:lnTo>
                    <a:pt x="1771266"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36" name="object 22">
              <a:extLst>
                <a:ext uri="{FF2B5EF4-FFF2-40B4-BE49-F238E27FC236}">
                  <a16:creationId xmlns:a16="http://schemas.microsoft.com/office/drawing/2014/main" id="{BDDF5BF2-DC3A-303B-E147-98C9E0A018C3}"/>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37" name="object 23">
              <a:extLst>
                <a:ext uri="{FF2B5EF4-FFF2-40B4-BE49-F238E27FC236}">
                  <a16:creationId xmlns:a16="http://schemas.microsoft.com/office/drawing/2014/main" id="{5BCDB98B-312B-B04F-EDEF-33FBDDA1847B}"/>
                </a:ext>
              </a:extLst>
            </p:cNvPr>
            <p:cNvSpPr>
              <a:spLocks/>
            </p:cNvSpPr>
            <p:nvPr/>
          </p:nvSpPr>
          <p:spPr bwMode="auto">
            <a:xfrm>
              <a:off x="3487352" y="4362520"/>
              <a:ext cx="0" cy="1084580"/>
            </a:xfrm>
            <a:custGeom>
              <a:avLst/>
              <a:gdLst>
                <a:gd name="T0" fmla="*/ 811935 h 1084579"/>
                <a:gd name="T1" fmla="*/ 1084209 h 1084579"/>
                <a:gd name="T2" fmla="*/ 0 h 1084579"/>
                <a:gd name="T3" fmla="*/ 525795 h 108457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4579">
                  <a:moveTo>
                    <a:pt x="0" y="811917"/>
                  </a:moveTo>
                  <a:lnTo>
                    <a:pt x="0" y="1084191"/>
                  </a:lnTo>
                </a:path>
                <a:path h="1084579">
                  <a:moveTo>
                    <a:pt x="0" y="0"/>
                  </a:moveTo>
                  <a:lnTo>
                    <a:pt x="0" y="525795"/>
                  </a:lnTo>
                </a:path>
              </a:pathLst>
            </a:custGeom>
            <a:noFill/>
            <a:ln w="191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2238" name="object 24">
              <a:extLst>
                <a:ext uri="{FF2B5EF4-FFF2-40B4-BE49-F238E27FC236}">
                  <a16:creationId xmlns:a16="http://schemas.microsoft.com/office/drawing/2014/main" id="{5B25EE48-E527-2A59-4C48-00BBFA4D21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9" name="object 25">
              <a:extLst>
                <a:ext uri="{FF2B5EF4-FFF2-40B4-BE49-F238E27FC236}">
                  <a16:creationId xmlns:a16="http://schemas.microsoft.com/office/drawing/2014/main" id="{5624C866-A05C-7A52-B06C-49BF7D0C23A6}"/>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40" name="object 26">
              <a:extLst>
                <a:ext uri="{FF2B5EF4-FFF2-40B4-BE49-F238E27FC236}">
                  <a16:creationId xmlns:a16="http://schemas.microsoft.com/office/drawing/2014/main" id="{54B8A8DE-4319-35B7-E513-A7F17E24DFE2}"/>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41" name="object 27">
              <a:extLst>
                <a:ext uri="{FF2B5EF4-FFF2-40B4-BE49-F238E27FC236}">
                  <a16:creationId xmlns:a16="http://schemas.microsoft.com/office/drawing/2014/main" id="{937D0561-A9BD-E4C0-2CA5-29E469009274}"/>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42" name="object 28">
              <a:extLst>
                <a:ext uri="{FF2B5EF4-FFF2-40B4-BE49-F238E27FC236}">
                  <a16:creationId xmlns:a16="http://schemas.microsoft.com/office/drawing/2014/main" id="{78EBAE57-7B78-B637-AD2E-73BE9C1E4EA4}"/>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43" name="object 29">
              <a:extLst>
                <a:ext uri="{FF2B5EF4-FFF2-40B4-BE49-F238E27FC236}">
                  <a16:creationId xmlns:a16="http://schemas.microsoft.com/office/drawing/2014/main" id="{F851046B-1C63-5A97-74C8-E83005124445}"/>
                </a:ext>
              </a:extLst>
            </p:cNvPr>
            <p:cNvSpPr>
              <a:spLocks/>
            </p:cNvSpPr>
            <p:nvPr/>
          </p:nvSpPr>
          <p:spPr bwMode="auto">
            <a:xfrm>
              <a:off x="1922919" y="5701057"/>
              <a:ext cx="1350645" cy="0"/>
            </a:xfrm>
            <a:custGeom>
              <a:avLst/>
              <a:gdLst>
                <a:gd name="T0" fmla="*/ 0 w 1350645"/>
                <a:gd name="T1" fmla="*/ 585852 w 1350645"/>
                <a:gd name="T2" fmla="*/ 871974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85852" y="0"/>
                  </a:lnTo>
                </a:path>
                <a:path w="1350645">
                  <a:moveTo>
                    <a:pt x="871974" y="0"/>
                  </a:moveTo>
                  <a:lnTo>
                    <a:pt x="1350289"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44" name="object 30">
              <a:extLst>
                <a:ext uri="{FF2B5EF4-FFF2-40B4-BE49-F238E27FC236}">
                  <a16:creationId xmlns:a16="http://schemas.microsoft.com/office/drawing/2014/main" id="{5F27170F-8D7A-FD7D-7089-FC5E8BB43C08}"/>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45" name="object 31">
              <a:extLst>
                <a:ext uri="{FF2B5EF4-FFF2-40B4-BE49-F238E27FC236}">
                  <a16:creationId xmlns:a16="http://schemas.microsoft.com/office/drawing/2014/main" id="{DAED7A93-16CC-BB77-B0C5-44A5F4A63917}"/>
                </a:ext>
              </a:extLst>
            </p:cNvPr>
            <p:cNvSpPr>
              <a:spLocks/>
            </p:cNvSpPr>
            <p:nvPr/>
          </p:nvSpPr>
          <p:spPr bwMode="auto">
            <a:xfrm>
              <a:off x="3269449" y="4888316"/>
              <a:ext cx="429259" cy="286385"/>
            </a:xfrm>
            <a:custGeom>
              <a:avLst/>
              <a:gdLst>
                <a:gd name="T0" fmla="*/ 0 w 429260"/>
                <a:gd name="T1" fmla="*/ 0 h 286385"/>
                <a:gd name="T2" fmla="*/ 429164 w 429260"/>
                <a:gd name="T3" fmla="*/ 0 h 286385"/>
                <a:gd name="T4" fmla="*/ 429164 w 429260"/>
                <a:gd name="T5" fmla="*/ 286122 h 286385"/>
                <a:gd name="T6" fmla="*/ 0 w 429260"/>
                <a:gd name="T7" fmla="*/ 286122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46" name="object 32">
              <a:extLst>
                <a:ext uri="{FF2B5EF4-FFF2-40B4-BE49-F238E27FC236}">
                  <a16:creationId xmlns:a16="http://schemas.microsoft.com/office/drawing/2014/main" id="{EC22EF56-6555-8C03-352E-7B07C133FF3B}"/>
                </a:ext>
              </a:extLst>
            </p:cNvPr>
            <p:cNvSpPr>
              <a:spLocks/>
            </p:cNvSpPr>
            <p:nvPr/>
          </p:nvSpPr>
          <p:spPr bwMode="auto">
            <a:xfrm>
              <a:off x="3439332" y="5701055"/>
              <a:ext cx="786765" cy="0"/>
            </a:xfrm>
            <a:custGeom>
              <a:avLst/>
              <a:gdLst>
                <a:gd name="T0" fmla="*/ 0 w 786764"/>
                <a:gd name="T1" fmla="*/ 786347 w 786764"/>
                <a:gd name="T2" fmla="*/ 0 60000 65536"/>
                <a:gd name="T3" fmla="*/ 0 60000 65536"/>
              </a:gdLst>
              <a:ahLst/>
              <a:cxnLst>
                <a:cxn ang="T2">
                  <a:pos x="T0" y="0"/>
                </a:cxn>
                <a:cxn ang="T3">
                  <a:pos x="T1" y="0"/>
                </a:cxn>
              </a:cxnLst>
              <a:rect l="0" t="0" r="r" b="b"/>
              <a:pathLst>
                <a:path w="786764">
                  <a:moveTo>
                    <a:pt x="0" y="0"/>
                  </a:moveTo>
                  <a:lnTo>
                    <a:pt x="786329" y="0"/>
                  </a:lnTo>
                </a:path>
              </a:pathLst>
            </a:custGeom>
            <a:noFill/>
            <a:ln w="19075">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47" name="object 33">
              <a:extLst>
                <a:ext uri="{FF2B5EF4-FFF2-40B4-BE49-F238E27FC236}">
                  <a16:creationId xmlns:a16="http://schemas.microsoft.com/office/drawing/2014/main" id="{35ABADB8-9100-0DB8-1F7D-47ABCD5C8EC9}"/>
                </a:ext>
              </a:extLst>
            </p:cNvPr>
            <p:cNvSpPr>
              <a:spLocks/>
            </p:cNvSpPr>
            <p:nvPr/>
          </p:nvSpPr>
          <p:spPr bwMode="auto">
            <a:xfrm>
              <a:off x="5451599" y="4312632"/>
              <a:ext cx="1407160" cy="1209040"/>
            </a:xfrm>
            <a:custGeom>
              <a:avLst/>
              <a:gdLst>
                <a:gd name="T0" fmla="*/ 1406928 w 1407159"/>
                <a:gd name="T1" fmla="*/ 1209010 h 1209039"/>
                <a:gd name="T2" fmla="*/ 1399695 w 1407159"/>
                <a:gd name="T3" fmla="*/ 1202795 h 1209039"/>
                <a:gd name="T4" fmla="*/ 0 w 1407159"/>
                <a:gd name="T5" fmla="*/ 0 h 1209039"/>
                <a:gd name="T6" fmla="*/ 0 60000 65536"/>
                <a:gd name="T7" fmla="*/ 0 60000 65536"/>
                <a:gd name="T8" fmla="*/ 0 60000 65536"/>
              </a:gdLst>
              <a:ahLst/>
              <a:cxnLst>
                <a:cxn ang="T6">
                  <a:pos x="T0" y="T1"/>
                </a:cxn>
                <a:cxn ang="T7">
                  <a:pos x="T2" y="T3"/>
                </a:cxn>
                <a:cxn ang="T8">
                  <a:pos x="T4" y="T5"/>
                </a:cxn>
              </a:cxnLst>
              <a:rect l="0" t="0" r="r" b="b"/>
              <a:pathLst>
                <a:path w="1407159" h="1209039">
                  <a:moveTo>
                    <a:pt x="1406910" y="1208992"/>
                  </a:moveTo>
                  <a:lnTo>
                    <a:pt x="1399677" y="1202777"/>
                  </a:lnTo>
                  <a:lnTo>
                    <a:pt x="0" y="0"/>
                  </a:lnTo>
                </a:path>
              </a:pathLst>
            </a:custGeom>
            <a:noFill/>
            <a:ln w="19074">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48" name="object 34">
              <a:extLst>
                <a:ext uri="{FF2B5EF4-FFF2-40B4-BE49-F238E27FC236}">
                  <a16:creationId xmlns:a16="http://schemas.microsoft.com/office/drawing/2014/main" id="{256019FE-CDD3-4D9D-1B1C-FC8E4F95FB69}"/>
                </a:ext>
              </a:extLst>
            </p:cNvPr>
            <p:cNvSpPr>
              <a:spLocks/>
            </p:cNvSpPr>
            <p:nvPr/>
          </p:nvSpPr>
          <p:spPr bwMode="auto">
            <a:xfrm>
              <a:off x="6804079" y="5465770"/>
              <a:ext cx="99695" cy="94615"/>
            </a:xfrm>
            <a:custGeom>
              <a:avLst/>
              <a:gdLst>
                <a:gd name="T0" fmla="*/ 59673 w 99695"/>
                <a:gd name="T1" fmla="*/ 0 h 94614"/>
                <a:gd name="T2" fmla="*/ 47197 w 99695"/>
                <a:gd name="T3" fmla="*/ 49657 h 94614"/>
                <a:gd name="T4" fmla="*/ 0 w 99695"/>
                <a:gd name="T5" fmla="*/ 69459 h 94614"/>
                <a:gd name="T6" fmla="*/ 99278 w 99695"/>
                <a:gd name="T7" fmla="*/ 94412 h 94614"/>
                <a:gd name="T8" fmla="*/ 59673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59673" y="0"/>
                  </a:moveTo>
                  <a:lnTo>
                    <a:pt x="47197" y="49639"/>
                  </a:lnTo>
                  <a:lnTo>
                    <a:pt x="0" y="69441"/>
                  </a:lnTo>
                  <a:lnTo>
                    <a:pt x="99278" y="94394"/>
                  </a:lnTo>
                  <a:lnTo>
                    <a:pt x="59673"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49" name="object 35">
              <a:extLst>
                <a:ext uri="{FF2B5EF4-FFF2-40B4-BE49-F238E27FC236}">
                  <a16:creationId xmlns:a16="http://schemas.microsoft.com/office/drawing/2014/main" id="{FD408503-FC6F-7BAC-81EE-AE20A7D39BC6}"/>
                </a:ext>
              </a:extLst>
            </p:cNvPr>
            <p:cNvSpPr>
              <a:spLocks/>
            </p:cNvSpPr>
            <p:nvPr/>
          </p:nvSpPr>
          <p:spPr bwMode="auto">
            <a:xfrm>
              <a:off x="5496053" y="4501123"/>
              <a:ext cx="0" cy="960755"/>
            </a:xfrm>
            <a:custGeom>
              <a:avLst/>
              <a:gdLst>
                <a:gd name="T0" fmla="*/ 621846 h 960754"/>
                <a:gd name="T1" fmla="*/ 960212 h 960754"/>
                <a:gd name="T2" fmla="*/ 0 h 960754"/>
                <a:gd name="T3" fmla="*/ 335706 h 9607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960754">
                  <a:moveTo>
                    <a:pt x="0" y="621828"/>
                  </a:moveTo>
                  <a:lnTo>
                    <a:pt x="0" y="960194"/>
                  </a:lnTo>
                </a:path>
                <a:path h="960754">
                  <a:moveTo>
                    <a:pt x="0" y="0"/>
                  </a:moveTo>
                  <a:lnTo>
                    <a:pt x="0" y="335706"/>
                  </a:lnTo>
                </a:path>
              </a:pathLst>
            </a:custGeom>
            <a:noFill/>
            <a:ln w="19158">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2250" name="object 36">
              <a:extLst>
                <a:ext uri="{FF2B5EF4-FFF2-40B4-BE49-F238E27FC236}">
                  <a16:creationId xmlns:a16="http://schemas.microsoft.com/office/drawing/2014/main" id="{D1A5D558-3455-0821-4300-DE2FDC3946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0311" y="5428886"/>
              <a:ext cx="91559" cy="9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1" name="object 37">
              <a:extLst>
                <a:ext uri="{FF2B5EF4-FFF2-40B4-BE49-F238E27FC236}">
                  <a16:creationId xmlns:a16="http://schemas.microsoft.com/office/drawing/2014/main" id="{1BA6B4BF-4BF3-E7AB-3823-DA674F9244D8}"/>
                </a:ext>
              </a:extLst>
            </p:cNvPr>
            <p:cNvSpPr>
              <a:spLocks/>
            </p:cNvSpPr>
            <p:nvPr/>
          </p:nvSpPr>
          <p:spPr bwMode="auto">
            <a:xfrm>
              <a:off x="4607158" y="5701055"/>
              <a:ext cx="674370" cy="0"/>
            </a:xfrm>
            <a:custGeom>
              <a:avLst/>
              <a:gdLst>
                <a:gd name="T0" fmla="*/ 0 w 674370"/>
                <a:gd name="T1" fmla="*/ 674289 w 674370"/>
                <a:gd name="T2" fmla="*/ 0 60000 65536"/>
                <a:gd name="T3" fmla="*/ 0 60000 65536"/>
              </a:gdLst>
              <a:ahLst/>
              <a:cxnLst>
                <a:cxn ang="T2">
                  <a:pos x="T0" y="0"/>
                </a:cxn>
                <a:cxn ang="T3">
                  <a:pos x="T1" y="0"/>
                </a:cxn>
              </a:cxnLst>
              <a:rect l="0" t="0" r="r" b="b"/>
              <a:pathLst>
                <a:path w="674370">
                  <a:moveTo>
                    <a:pt x="0" y="0"/>
                  </a:moveTo>
                  <a:lnTo>
                    <a:pt x="674289" y="0"/>
                  </a:lnTo>
                </a:path>
              </a:pathLst>
            </a:custGeom>
            <a:noFill/>
            <a:ln w="19075">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52" name="object 38">
              <a:extLst>
                <a:ext uri="{FF2B5EF4-FFF2-40B4-BE49-F238E27FC236}">
                  <a16:creationId xmlns:a16="http://schemas.microsoft.com/office/drawing/2014/main" id="{E8834BF9-88F7-B2C5-09DF-E46F0FCB1905}"/>
                </a:ext>
              </a:extLst>
            </p:cNvPr>
            <p:cNvSpPr>
              <a:spLocks/>
            </p:cNvSpPr>
            <p:nvPr/>
          </p:nvSpPr>
          <p:spPr bwMode="auto">
            <a:xfrm>
              <a:off x="5249020" y="5655275"/>
              <a:ext cx="92075" cy="92075"/>
            </a:xfrm>
            <a:custGeom>
              <a:avLst/>
              <a:gdLst>
                <a:gd name="T0" fmla="*/ 0 w 92075"/>
                <a:gd name="T1" fmla="*/ 0 h 92075"/>
                <a:gd name="T2" fmla="*/ 22890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9"/>
                  </a:lnTo>
                  <a:lnTo>
                    <a:pt x="0" y="91559"/>
                  </a:lnTo>
                  <a:lnTo>
                    <a:pt x="91559" y="45779"/>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2167" name="object 39">
            <a:extLst>
              <a:ext uri="{FF2B5EF4-FFF2-40B4-BE49-F238E27FC236}">
                <a16:creationId xmlns:a16="http://schemas.microsoft.com/office/drawing/2014/main" id="{F534B072-26E2-83B3-B9ED-EA8898EFFB26}"/>
              </a:ext>
            </a:extLst>
          </p:cNvPr>
          <p:cNvSpPr txBox="1">
            <a:spLocks noChangeArrowheads="1"/>
          </p:cNvSpPr>
          <p:nvPr/>
        </p:nvSpPr>
        <p:spPr bwMode="auto">
          <a:xfrm>
            <a:off x="4532313" y="4103688"/>
            <a:ext cx="111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606060"/>
                </a:solidFill>
                <a:latin typeface="Lucida Sans" panose="020B0602030504020204" pitchFamily="34" charset="0"/>
              </a:rPr>
              <a:t>4</a:t>
            </a:r>
            <a:endParaRPr lang="zh-CN" altLang="zh-CN" sz="1300">
              <a:latin typeface="Lucida Sans" panose="020B0602030504020204" pitchFamily="34" charset="0"/>
            </a:endParaRPr>
          </a:p>
        </p:txBody>
      </p:sp>
      <p:sp>
        <p:nvSpPr>
          <p:cNvPr id="92168" name="object 40">
            <a:extLst>
              <a:ext uri="{FF2B5EF4-FFF2-40B4-BE49-F238E27FC236}">
                <a16:creationId xmlns:a16="http://schemas.microsoft.com/office/drawing/2014/main" id="{E1900381-550B-A99E-4E6A-4F311B55FE15}"/>
              </a:ext>
            </a:extLst>
          </p:cNvPr>
          <p:cNvSpPr>
            <a:spLocks/>
          </p:cNvSpPr>
          <p:nvPr/>
        </p:nvSpPr>
        <p:spPr bwMode="auto">
          <a:xfrm>
            <a:off x="4384675" y="5440363"/>
            <a:ext cx="428625" cy="287337"/>
          </a:xfrm>
          <a:custGeom>
            <a:avLst/>
            <a:gdLst>
              <a:gd name="T0" fmla="*/ 0 w 429260"/>
              <a:gd name="T1" fmla="*/ 0 h 286384"/>
              <a:gd name="T2" fmla="*/ 417897 w 429260"/>
              <a:gd name="T3" fmla="*/ 0 h 286384"/>
              <a:gd name="T4" fmla="*/ 417897 w 429260"/>
              <a:gd name="T5" fmla="*/ 303765 h 286384"/>
              <a:gd name="T6" fmla="*/ 0 w 429260"/>
              <a:gd name="T7" fmla="*/ 303765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169" name="object 41">
            <a:extLst>
              <a:ext uri="{FF2B5EF4-FFF2-40B4-BE49-F238E27FC236}">
                <a16:creationId xmlns:a16="http://schemas.microsoft.com/office/drawing/2014/main" id="{E5EF1A90-B2CA-C8A8-5BC6-3DB419941D1C}"/>
              </a:ext>
            </a:extLst>
          </p:cNvPr>
          <p:cNvSpPr txBox="1">
            <a:spLocks noChangeArrowheads="1"/>
          </p:cNvSpPr>
          <p:nvPr/>
        </p:nvSpPr>
        <p:spPr bwMode="auto">
          <a:xfrm>
            <a:off x="4545013" y="5475288"/>
            <a:ext cx="1095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606060"/>
                </a:solidFill>
                <a:latin typeface="Lucida Sans" panose="020B0602030504020204" pitchFamily="34" charset="0"/>
              </a:rPr>
              <a:t>4</a:t>
            </a:r>
            <a:endParaRPr lang="zh-CN" altLang="zh-CN" sz="1300">
              <a:latin typeface="Lucida Sans" panose="020B0602030504020204" pitchFamily="34" charset="0"/>
            </a:endParaRPr>
          </a:p>
        </p:txBody>
      </p:sp>
      <p:sp>
        <p:nvSpPr>
          <p:cNvPr id="92170" name="object 42">
            <a:extLst>
              <a:ext uri="{FF2B5EF4-FFF2-40B4-BE49-F238E27FC236}">
                <a16:creationId xmlns:a16="http://schemas.microsoft.com/office/drawing/2014/main" id="{4A9C1AAD-D20B-2FA0-003B-15F92F58BEB0}"/>
              </a:ext>
            </a:extLst>
          </p:cNvPr>
          <p:cNvSpPr>
            <a:spLocks/>
          </p:cNvSpPr>
          <p:nvPr/>
        </p:nvSpPr>
        <p:spPr bwMode="auto">
          <a:xfrm>
            <a:off x="6337300" y="5411788"/>
            <a:ext cx="525463" cy="287337"/>
          </a:xfrm>
          <a:custGeom>
            <a:avLst/>
            <a:gdLst>
              <a:gd name="T0" fmla="*/ 0 w 525145"/>
              <a:gd name="T1" fmla="*/ 0 h 286384"/>
              <a:gd name="T2" fmla="*/ 530306 w 525145"/>
              <a:gd name="T3" fmla="*/ 0 h 286384"/>
              <a:gd name="T4" fmla="*/ 530306 w 525145"/>
              <a:gd name="T5" fmla="*/ 303764 h 286384"/>
              <a:gd name="T6" fmla="*/ 0 w 525145"/>
              <a:gd name="T7" fmla="*/ 303764 h 286384"/>
              <a:gd name="T8" fmla="*/ 0 w 525145"/>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4">
                <a:moveTo>
                  <a:pt x="0" y="0"/>
                </a:moveTo>
                <a:lnTo>
                  <a:pt x="524558" y="0"/>
                </a:lnTo>
                <a:lnTo>
                  <a:pt x="524558" y="286121"/>
                </a:lnTo>
                <a:lnTo>
                  <a:pt x="0" y="286121"/>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4" name="object 43">
            <a:extLst>
              <a:ext uri="{FF2B5EF4-FFF2-40B4-BE49-F238E27FC236}">
                <a16:creationId xmlns:a16="http://schemas.microsoft.com/office/drawing/2014/main" id="{3738380A-DED2-74A8-DE94-7406687416E6}"/>
              </a:ext>
            </a:extLst>
          </p:cNvPr>
          <p:cNvSpPr txBox="1"/>
          <p:nvPr/>
        </p:nvSpPr>
        <p:spPr>
          <a:xfrm>
            <a:off x="6502400" y="5446713"/>
            <a:ext cx="254000" cy="212725"/>
          </a:xfrm>
          <a:prstGeom prst="rect">
            <a:avLst/>
          </a:prstGeom>
        </p:spPr>
        <p:txBody>
          <a:bodyPr lIns="0" tIns="12700" rIns="0" bIns="0">
            <a:spAutoFit/>
          </a:bodyPr>
          <a:lstStyle/>
          <a:p>
            <a:pPr marL="12700">
              <a:spcBef>
                <a:spcPts val="100"/>
              </a:spcBef>
              <a:defRPr/>
            </a:pPr>
            <a:r>
              <a:rPr sz="1300" spc="-25" dirty="0">
                <a:solidFill>
                  <a:srgbClr val="606060"/>
                </a:solidFill>
                <a:latin typeface="Lucida Sans"/>
                <a:cs typeface="Lucida Sans"/>
              </a:rPr>
              <a:t>15</a:t>
            </a:r>
            <a:endParaRPr sz="1300" dirty="0">
              <a:latin typeface="Lucida Sans"/>
              <a:cs typeface="Lucida Sans"/>
            </a:endParaRPr>
          </a:p>
        </p:txBody>
      </p:sp>
      <p:sp>
        <p:nvSpPr>
          <p:cNvPr id="92172" name="object 44">
            <a:extLst>
              <a:ext uri="{FF2B5EF4-FFF2-40B4-BE49-F238E27FC236}">
                <a16:creationId xmlns:a16="http://schemas.microsoft.com/office/drawing/2014/main" id="{BB7A9ABE-ADF2-0CBD-4D97-5F6BAB811852}"/>
              </a:ext>
            </a:extLst>
          </p:cNvPr>
          <p:cNvSpPr>
            <a:spLocks/>
          </p:cNvSpPr>
          <p:nvPr/>
        </p:nvSpPr>
        <p:spPr bwMode="auto">
          <a:xfrm>
            <a:off x="3554413" y="4083050"/>
            <a:ext cx="381000" cy="358775"/>
          </a:xfrm>
          <a:custGeom>
            <a:avLst/>
            <a:gdLst>
              <a:gd name="T0" fmla="*/ 282727 w 380364"/>
              <a:gd name="T1" fmla="*/ 0 h 360045"/>
              <a:gd name="T2" fmla="*/ 0 w 380364"/>
              <a:gd name="T3" fmla="*/ 222221 h 360045"/>
              <a:gd name="T4" fmla="*/ 109177 w 380364"/>
              <a:gd name="T5" fmla="*/ 337392 h 360045"/>
              <a:gd name="T6" fmla="*/ 391903 w 380364"/>
              <a:gd name="T7" fmla="*/ 115174 h 360045"/>
              <a:gd name="T8" fmla="*/ 282727 w 380364"/>
              <a:gd name="T9" fmla="*/ 0 h 3600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0364" h="360045">
                <a:moveTo>
                  <a:pt x="274351" y="0"/>
                </a:moveTo>
                <a:lnTo>
                  <a:pt x="0" y="236814"/>
                </a:lnTo>
                <a:lnTo>
                  <a:pt x="105943" y="359549"/>
                </a:lnTo>
                <a:lnTo>
                  <a:pt x="380293" y="122736"/>
                </a:lnTo>
                <a:lnTo>
                  <a:pt x="274351"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6" name="object 45">
            <a:extLst>
              <a:ext uri="{FF2B5EF4-FFF2-40B4-BE49-F238E27FC236}">
                <a16:creationId xmlns:a16="http://schemas.microsoft.com/office/drawing/2014/main" id="{0BD7AA7E-3040-EAE0-BEC7-037ABC45DEF4}"/>
              </a:ext>
            </a:extLst>
          </p:cNvPr>
          <p:cNvSpPr txBox="1"/>
          <p:nvPr/>
        </p:nvSpPr>
        <p:spPr>
          <a:xfrm rot="19200000">
            <a:off x="3632200" y="4186238"/>
            <a:ext cx="217488" cy="141287"/>
          </a:xfrm>
          <a:prstGeom prst="rect">
            <a:avLst/>
          </a:prstGeom>
        </p:spPr>
        <p:txBody>
          <a:bodyPr lIns="0" tIns="0" rIns="0" bIns="0">
            <a:spAutoFit/>
          </a:bodyPr>
          <a:lstStyle/>
          <a:p>
            <a:pPr>
              <a:lnSpc>
                <a:spcPts val="1050"/>
              </a:lnSpc>
              <a:defRPr/>
            </a:pPr>
            <a:r>
              <a:rPr sz="1300" spc="-25" dirty="0">
                <a:solidFill>
                  <a:srgbClr val="606060"/>
                </a:solidFill>
                <a:latin typeface="Lucida Sans"/>
                <a:cs typeface="Lucida Sans"/>
              </a:rPr>
              <a:t>10</a:t>
            </a:r>
            <a:endParaRPr sz="1300">
              <a:latin typeface="Lucida Sans"/>
              <a:cs typeface="Lucida Sans"/>
            </a:endParaRPr>
          </a:p>
        </p:txBody>
      </p:sp>
      <p:sp>
        <p:nvSpPr>
          <p:cNvPr id="87" name="object 46">
            <a:extLst>
              <a:ext uri="{FF2B5EF4-FFF2-40B4-BE49-F238E27FC236}">
                <a16:creationId xmlns:a16="http://schemas.microsoft.com/office/drawing/2014/main" id="{34B59ECB-40AD-60A8-BDFC-270F238092B1}"/>
              </a:ext>
            </a:extLst>
          </p:cNvPr>
          <p:cNvSpPr txBox="1"/>
          <p:nvPr/>
        </p:nvSpPr>
        <p:spPr>
          <a:xfrm>
            <a:off x="7123113" y="4765675"/>
            <a:ext cx="295275" cy="212725"/>
          </a:xfrm>
          <a:prstGeom prst="rect">
            <a:avLst/>
          </a:prstGeom>
        </p:spPr>
        <p:txBody>
          <a:bodyPr lIns="0" tIns="12700" rIns="0" bIns="0">
            <a:spAutoFit/>
          </a:bodyPr>
          <a:lstStyle/>
          <a:p>
            <a:pPr marL="12700">
              <a:spcBef>
                <a:spcPts val="100"/>
              </a:spcBef>
              <a:defRPr/>
            </a:pPr>
            <a:r>
              <a:rPr sz="1300" spc="-25" dirty="0">
                <a:solidFill>
                  <a:srgbClr val="606060"/>
                </a:solidFill>
                <a:latin typeface="Lucida Sans"/>
                <a:cs typeface="Lucida Sans"/>
              </a:rPr>
              <a:t>10</a:t>
            </a:r>
            <a:endParaRPr sz="1300" dirty="0">
              <a:latin typeface="Lucida Sans"/>
              <a:cs typeface="Lucida Sans"/>
            </a:endParaRPr>
          </a:p>
        </p:txBody>
      </p:sp>
      <p:sp>
        <p:nvSpPr>
          <p:cNvPr id="92175" name="object 47">
            <a:extLst>
              <a:ext uri="{FF2B5EF4-FFF2-40B4-BE49-F238E27FC236}">
                <a16:creationId xmlns:a16="http://schemas.microsoft.com/office/drawing/2014/main" id="{64B9CB37-ED86-75D6-6ECF-A6F30B1CF98A}"/>
              </a:ext>
            </a:extLst>
          </p:cNvPr>
          <p:cNvSpPr>
            <a:spLocks/>
          </p:cNvSpPr>
          <p:nvPr/>
        </p:nvSpPr>
        <p:spPr bwMode="auto">
          <a:xfrm>
            <a:off x="3611563" y="4797425"/>
            <a:ext cx="287337" cy="163513"/>
          </a:xfrm>
          <a:custGeom>
            <a:avLst/>
            <a:gdLst>
              <a:gd name="T0" fmla="*/ 0 w 286385"/>
              <a:gd name="T1" fmla="*/ 0 h 162560"/>
              <a:gd name="T2" fmla="*/ 303733 w 286385"/>
              <a:gd name="T3" fmla="*/ 0 h 162560"/>
              <a:gd name="T4" fmla="*/ 303733 w 286385"/>
              <a:gd name="T5" fmla="*/ 180113 h 162560"/>
              <a:gd name="T6" fmla="*/ 0 w 286385"/>
              <a:gd name="T7" fmla="*/ 180113 h 162560"/>
              <a:gd name="T8" fmla="*/ 0 w 2863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6385" h="162560">
                <a:moveTo>
                  <a:pt x="0" y="0"/>
                </a:moveTo>
                <a:lnTo>
                  <a:pt x="286122" y="0"/>
                </a:lnTo>
                <a:lnTo>
                  <a:pt x="28612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176" name="object 48">
            <a:extLst>
              <a:ext uri="{FF2B5EF4-FFF2-40B4-BE49-F238E27FC236}">
                <a16:creationId xmlns:a16="http://schemas.microsoft.com/office/drawing/2014/main" id="{59AB71CF-BE7F-2C9F-12CE-4BEF4D5AEE3B}"/>
              </a:ext>
            </a:extLst>
          </p:cNvPr>
          <p:cNvSpPr txBox="1">
            <a:spLocks noChangeArrowheads="1"/>
          </p:cNvSpPr>
          <p:nvPr/>
        </p:nvSpPr>
        <p:spPr bwMode="auto">
          <a:xfrm>
            <a:off x="3700463" y="4765675"/>
            <a:ext cx="111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606060"/>
                </a:solidFill>
                <a:latin typeface="Lucida Sans" panose="020B0602030504020204" pitchFamily="34" charset="0"/>
              </a:rPr>
              <a:t>5</a:t>
            </a:r>
            <a:endParaRPr lang="zh-CN" altLang="zh-CN" sz="1300">
              <a:latin typeface="Lucida Sans" panose="020B0602030504020204" pitchFamily="34" charset="0"/>
            </a:endParaRPr>
          </a:p>
        </p:txBody>
      </p:sp>
      <p:grpSp>
        <p:nvGrpSpPr>
          <p:cNvPr id="92177" name="object 49">
            <a:extLst>
              <a:ext uri="{FF2B5EF4-FFF2-40B4-BE49-F238E27FC236}">
                <a16:creationId xmlns:a16="http://schemas.microsoft.com/office/drawing/2014/main" id="{18CFD379-D88F-9623-62FF-035E886D67CC}"/>
              </a:ext>
            </a:extLst>
          </p:cNvPr>
          <p:cNvGrpSpPr>
            <a:grpSpLocks/>
          </p:cNvGrpSpPr>
          <p:nvPr/>
        </p:nvGrpSpPr>
        <p:grpSpPr bwMode="auto">
          <a:xfrm>
            <a:off x="2914650" y="3400425"/>
            <a:ext cx="3821113" cy="2959100"/>
            <a:chOff x="1811288" y="4221119"/>
            <a:chExt cx="3821429" cy="2958465"/>
          </a:xfrm>
        </p:grpSpPr>
        <p:sp>
          <p:nvSpPr>
            <p:cNvPr id="92207" name="object 50">
              <a:extLst>
                <a:ext uri="{FF2B5EF4-FFF2-40B4-BE49-F238E27FC236}">
                  <a16:creationId xmlns:a16="http://schemas.microsoft.com/office/drawing/2014/main" id="{34C8F975-3F7C-3EBF-E0F6-AECDACFB4C11}"/>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08" name="object 51">
              <a:extLst>
                <a:ext uri="{FF2B5EF4-FFF2-40B4-BE49-F238E27FC236}">
                  <a16:creationId xmlns:a16="http://schemas.microsoft.com/office/drawing/2014/main" id="{2E5F47DB-AFBC-993C-2474-F98E103E6DF1}"/>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09" name="object 52">
              <a:extLst>
                <a:ext uri="{FF2B5EF4-FFF2-40B4-BE49-F238E27FC236}">
                  <a16:creationId xmlns:a16="http://schemas.microsoft.com/office/drawing/2014/main" id="{A52CAF2C-6519-BD6B-77FE-A4926BDEF893}"/>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10" name="object 53">
              <a:extLst>
                <a:ext uri="{FF2B5EF4-FFF2-40B4-BE49-F238E27FC236}">
                  <a16:creationId xmlns:a16="http://schemas.microsoft.com/office/drawing/2014/main" id="{3CAA2CAA-5913-D8A6-3AAD-4C0E091D7276}"/>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11" name="object 54">
              <a:extLst>
                <a:ext uri="{FF2B5EF4-FFF2-40B4-BE49-F238E27FC236}">
                  <a16:creationId xmlns:a16="http://schemas.microsoft.com/office/drawing/2014/main" id="{BE86D4CD-48AD-3C6E-5271-C953DE74963C}"/>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12" name="object 55">
              <a:extLst>
                <a:ext uri="{FF2B5EF4-FFF2-40B4-BE49-F238E27FC236}">
                  <a16:creationId xmlns:a16="http://schemas.microsoft.com/office/drawing/2014/main" id="{5A2B1856-BE73-4B60-E07F-069F5A94EFC8}"/>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13" name="object 56">
              <a:extLst>
                <a:ext uri="{FF2B5EF4-FFF2-40B4-BE49-F238E27FC236}">
                  <a16:creationId xmlns:a16="http://schemas.microsoft.com/office/drawing/2014/main" id="{3E4970B6-9A2E-E00C-6FC0-F431EE5538B3}"/>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14" name="object 57">
              <a:extLst>
                <a:ext uri="{FF2B5EF4-FFF2-40B4-BE49-F238E27FC236}">
                  <a16:creationId xmlns:a16="http://schemas.microsoft.com/office/drawing/2014/main" id="{9EF08D5C-FD66-14BC-90A8-08D3F303FF6E}"/>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15" name="object 58">
              <a:extLst>
                <a:ext uri="{FF2B5EF4-FFF2-40B4-BE49-F238E27FC236}">
                  <a16:creationId xmlns:a16="http://schemas.microsoft.com/office/drawing/2014/main" id="{430A6E86-ECD7-6B6B-3C3D-63C18192BE91}"/>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16" name="object 59">
              <a:extLst>
                <a:ext uri="{FF2B5EF4-FFF2-40B4-BE49-F238E27FC236}">
                  <a16:creationId xmlns:a16="http://schemas.microsoft.com/office/drawing/2014/main" id="{D177D690-ED07-E4AB-5083-437267D3563E}"/>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17" name="object 60">
              <a:extLst>
                <a:ext uri="{FF2B5EF4-FFF2-40B4-BE49-F238E27FC236}">
                  <a16:creationId xmlns:a16="http://schemas.microsoft.com/office/drawing/2014/main" id="{BC3A93B3-2FAA-099B-1363-A7983DDD1F68}"/>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18" name="object 61">
              <a:extLst>
                <a:ext uri="{FF2B5EF4-FFF2-40B4-BE49-F238E27FC236}">
                  <a16:creationId xmlns:a16="http://schemas.microsoft.com/office/drawing/2014/main" id="{3C8197FB-AC41-3AF3-B7EF-6907A5FBC325}"/>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2178" name="object 62">
            <a:extLst>
              <a:ext uri="{FF2B5EF4-FFF2-40B4-BE49-F238E27FC236}">
                <a16:creationId xmlns:a16="http://schemas.microsoft.com/office/drawing/2014/main" id="{7EC2F694-ABB9-6B55-E715-9F2C9B8D59BB}"/>
              </a:ext>
            </a:extLst>
          </p:cNvPr>
          <p:cNvSpPr txBox="1">
            <a:spLocks noChangeArrowheads="1"/>
          </p:cNvSpPr>
          <p:nvPr/>
        </p:nvSpPr>
        <p:spPr bwMode="auto">
          <a:xfrm>
            <a:off x="3001963" y="4721225"/>
            <a:ext cx="1031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FF0000"/>
                </a:solidFill>
                <a:latin typeface="Lucida Sans" panose="020B0602030504020204" pitchFamily="34" charset="0"/>
              </a:rPr>
              <a:t>s</a:t>
            </a:r>
          </a:p>
        </p:txBody>
      </p:sp>
      <p:grpSp>
        <p:nvGrpSpPr>
          <p:cNvPr id="92179" name="object 63">
            <a:extLst>
              <a:ext uri="{FF2B5EF4-FFF2-40B4-BE49-F238E27FC236}">
                <a16:creationId xmlns:a16="http://schemas.microsoft.com/office/drawing/2014/main" id="{2C950D51-B821-0BEB-C495-721747BD31F6}"/>
              </a:ext>
            </a:extLst>
          </p:cNvPr>
          <p:cNvGrpSpPr>
            <a:grpSpLocks/>
          </p:cNvGrpSpPr>
          <p:nvPr/>
        </p:nvGrpSpPr>
        <p:grpSpPr bwMode="auto">
          <a:xfrm>
            <a:off x="7986713" y="4714875"/>
            <a:ext cx="277812" cy="277813"/>
            <a:chOff x="6883621" y="5535110"/>
            <a:chExt cx="277495" cy="277495"/>
          </a:xfrm>
        </p:grpSpPr>
        <p:sp>
          <p:nvSpPr>
            <p:cNvPr id="92205" name="object 64">
              <a:extLst>
                <a:ext uri="{FF2B5EF4-FFF2-40B4-BE49-F238E27FC236}">
                  <a16:creationId xmlns:a16="http://schemas.microsoft.com/office/drawing/2014/main" id="{6A13A6E1-B2AB-950C-DE92-5B3937FE2142}"/>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06" name="object 65">
              <a:extLst>
                <a:ext uri="{FF2B5EF4-FFF2-40B4-BE49-F238E27FC236}">
                  <a16:creationId xmlns:a16="http://schemas.microsoft.com/office/drawing/2014/main" id="{161EED40-8165-B235-5325-52BC12A63418}"/>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2180" name="object 66">
            <a:extLst>
              <a:ext uri="{FF2B5EF4-FFF2-40B4-BE49-F238E27FC236}">
                <a16:creationId xmlns:a16="http://schemas.microsoft.com/office/drawing/2014/main" id="{54F149D4-8FD8-790D-60DF-DAB39A15C913}"/>
              </a:ext>
            </a:extLst>
          </p:cNvPr>
          <p:cNvSpPr txBox="1">
            <a:spLocks noChangeArrowheads="1"/>
          </p:cNvSpPr>
          <p:nvPr/>
        </p:nvSpPr>
        <p:spPr bwMode="auto">
          <a:xfrm>
            <a:off x="8085138" y="4724400"/>
            <a:ext cx="825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FF0000"/>
                </a:solidFill>
                <a:latin typeface="Lucida Sans" panose="020B0602030504020204" pitchFamily="34" charset="0"/>
              </a:rPr>
              <a:t>t</a:t>
            </a:r>
          </a:p>
        </p:txBody>
      </p:sp>
      <p:sp>
        <p:nvSpPr>
          <p:cNvPr id="92181" name="object 67">
            <a:extLst>
              <a:ext uri="{FF2B5EF4-FFF2-40B4-BE49-F238E27FC236}">
                <a16:creationId xmlns:a16="http://schemas.microsoft.com/office/drawing/2014/main" id="{60BC4E90-78AE-445F-338B-716DE98F7068}"/>
              </a:ext>
            </a:extLst>
          </p:cNvPr>
          <p:cNvSpPr>
            <a:spLocks/>
          </p:cNvSpPr>
          <p:nvPr/>
        </p:nvSpPr>
        <p:spPr bwMode="auto">
          <a:xfrm>
            <a:off x="5402263" y="5403850"/>
            <a:ext cx="330200" cy="292100"/>
          </a:xfrm>
          <a:custGeom>
            <a:avLst/>
            <a:gdLst>
              <a:gd name="T0" fmla="*/ 94399 w 328929"/>
              <a:gd name="T1" fmla="*/ 0 h 292100"/>
              <a:gd name="T2" fmla="*/ 0 w 328929"/>
              <a:gd name="T3" fmla="*/ 136132 h 292100"/>
              <a:gd name="T4" fmla="*/ 257503 w 328929"/>
              <a:gd name="T5" fmla="*/ 291547 h 292100"/>
              <a:gd name="T6" fmla="*/ 351900 w 328929"/>
              <a:gd name="T7" fmla="*/ 155414 h 292100"/>
              <a:gd name="T8" fmla="*/ 94399 w 328929"/>
              <a:gd name="T9" fmla="*/ 0 h 292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929" h="292100">
                <a:moveTo>
                  <a:pt x="88068" y="0"/>
                </a:moveTo>
                <a:lnTo>
                  <a:pt x="0" y="136132"/>
                </a:lnTo>
                <a:lnTo>
                  <a:pt x="240234" y="291547"/>
                </a:lnTo>
                <a:lnTo>
                  <a:pt x="328302" y="155414"/>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182" name="object 68">
            <a:extLst>
              <a:ext uri="{FF2B5EF4-FFF2-40B4-BE49-F238E27FC236}">
                <a16:creationId xmlns:a16="http://schemas.microsoft.com/office/drawing/2014/main" id="{DD9767D5-4825-C936-AC14-85C429971637}"/>
              </a:ext>
            </a:extLst>
          </p:cNvPr>
          <p:cNvSpPr txBox="1">
            <a:spLocks noChangeArrowheads="1"/>
          </p:cNvSpPr>
          <p:nvPr/>
        </p:nvSpPr>
        <p:spPr bwMode="auto">
          <a:xfrm rot="1920000">
            <a:off x="5491163" y="5478463"/>
            <a:ext cx="158750" cy="13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ts val="1038"/>
              </a:lnSpc>
            </a:pPr>
            <a:r>
              <a:rPr lang="zh-CN" altLang="zh-CN" sz="1300">
                <a:solidFill>
                  <a:srgbClr val="606060"/>
                </a:solidFill>
                <a:latin typeface="Lucida Sans" panose="020B0602030504020204" pitchFamily="34" charset="0"/>
              </a:rPr>
              <a:t>6</a:t>
            </a:r>
            <a:endParaRPr lang="zh-CN" altLang="zh-CN" sz="1300">
              <a:latin typeface="Lucida Sans" panose="020B0602030504020204" pitchFamily="34" charset="0"/>
            </a:endParaRPr>
          </a:p>
        </p:txBody>
      </p:sp>
      <p:sp>
        <p:nvSpPr>
          <p:cNvPr id="92183" name="object 69">
            <a:extLst>
              <a:ext uri="{FF2B5EF4-FFF2-40B4-BE49-F238E27FC236}">
                <a16:creationId xmlns:a16="http://schemas.microsoft.com/office/drawing/2014/main" id="{59815718-7345-47DB-0247-6A3C04CBC242}"/>
              </a:ext>
            </a:extLst>
          </p:cNvPr>
          <p:cNvSpPr>
            <a:spLocks/>
          </p:cNvSpPr>
          <p:nvPr/>
        </p:nvSpPr>
        <p:spPr bwMode="auto">
          <a:xfrm>
            <a:off x="7137400" y="3984625"/>
            <a:ext cx="373063" cy="354013"/>
          </a:xfrm>
          <a:custGeom>
            <a:avLst/>
            <a:gdLst>
              <a:gd name="T0" fmla="*/ 104130 w 373379"/>
              <a:gd name="T1" fmla="*/ 0 h 353060"/>
              <a:gd name="T2" fmla="*/ 0 w 373379"/>
              <a:gd name="T3" fmla="*/ 129026 h 353060"/>
              <a:gd name="T4" fmla="*/ 263487 w 373379"/>
              <a:gd name="T5" fmla="*/ 370575 h 353060"/>
              <a:gd name="T6" fmla="*/ 367615 w 373379"/>
              <a:gd name="T7" fmla="*/ 241547 h 353060"/>
              <a:gd name="T8" fmla="*/ 104130 w 373379"/>
              <a:gd name="T9" fmla="*/ 0 h 3530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3379" h="353060">
                <a:moveTo>
                  <a:pt x="105728" y="0"/>
                </a:moveTo>
                <a:lnTo>
                  <a:pt x="0" y="122920"/>
                </a:lnTo>
                <a:lnTo>
                  <a:pt x="267533" y="353035"/>
                </a:lnTo>
                <a:lnTo>
                  <a:pt x="373261" y="230115"/>
                </a:lnTo>
                <a:lnTo>
                  <a:pt x="10572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11" name="object 70">
            <a:extLst>
              <a:ext uri="{FF2B5EF4-FFF2-40B4-BE49-F238E27FC236}">
                <a16:creationId xmlns:a16="http://schemas.microsoft.com/office/drawing/2014/main" id="{DE1AF3BB-A7EB-35FE-36EA-0B918119A6C6}"/>
              </a:ext>
            </a:extLst>
          </p:cNvPr>
          <p:cNvSpPr txBox="1"/>
          <p:nvPr/>
        </p:nvSpPr>
        <p:spPr>
          <a:xfrm rot="2400000">
            <a:off x="7219950" y="4094163"/>
            <a:ext cx="217488" cy="127000"/>
          </a:xfrm>
          <a:prstGeom prst="rect">
            <a:avLst/>
          </a:prstGeom>
        </p:spPr>
        <p:txBody>
          <a:bodyPr lIns="0" tIns="0" rIns="0" bIns="0">
            <a:spAutoFit/>
          </a:bodyPr>
          <a:lstStyle/>
          <a:p>
            <a:pPr>
              <a:lnSpc>
                <a:spcPts val="1035"/>
              </a:lnSpc>
              <a:defRPr/>
            </a:pPr>
            <a:r>
              <a:rPr sz="1300" spc="-25" dirty="0">
                <a:solidFill>
                  <a:srgbClr val="606060"/>
                </a:solidFill>
                <a:latin typeface="Lucida Sans"/>
                <a:cs typeface="Lucida Sans"/>
              </a:rPr>
              <a:t>10</a:t>
            </a:r>
            <a:endParaRPr sz="1300">
              <a:latin typeface="Lucida Sans"/>
              <a:cs typeface="Lucida Sans"/>
            </a:endParaRPr>
          </a:p>
        </p:txBody>
      </p:sp>
      <p:sp>
        <p:nvSpPr>
          <p:cNvPr id="92185" name="object 71">
            <a:extLst>
              <a:ext uri="{FF2B5EF4-FFF2-40B4-BE49-F238E27FC236}">
                <a16:creationId xmlns:a16="http://schemas.microsoft.com/office/drawing/2014/main" id="{3AFEE4BA-0CE0-A2A4-7E7D-C601490869CF}"/>
              </a:ext>
            </a:extLst>
          </p:cNvPr>
          <p:cNvSpPr>
            <a:spLocks/>
          </p:cNvSpPr>
          <p:nvPr/>
        </p:nvSpPr>
        <p:spPr bwMode="auto">
          <a:xfrm>
            <a:off x="5329238" y="3440113"/>
            <a:ext cx="381000" cy="161925"/>
          </a:xfrm>
          <a:custGeom>
            <a:avLst/>
            <a:gdLst>
              <a:gd name="T0" fmla="*/ 0 w 381635"/>
              <a:gd name="T1" fmla="*/ 0 h 162560"/>
              <a:gd name="T2" fmla="*/ 370231 w 381635"/>
              <a:gd name="T3" fmla="*/ 0 h 162560"/>
              <a:gd name="T4" fmla="*/ 370231 w 381635"/>
              <a:gd name="T5" fmla="*/ 151105 h 162560"/>
              <a:gd name="T6" fmla="*/ 0 w 381635"/>
              <a:gd name="T7" fmla="*/ 151105 h 162560"/>
              <a:gd name="T8" fmla="*/ 0 w 38163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1635" h="162560">
                <a:moveTo>
                  <a:pt x="0" y="0"/>
                </a:moveTo>
                <a:lnTo>
                  <a:pt x="381496" y="0"/>
                </a:lnTo>
                <a:lnTo>
                  <a:pt x="381496"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186" name="object 72">
            <a:extLst>
              <a:ext uri="{FF2B5EF4-FFF2-40B4-BE49-F238E27FC236}">
                <a16:creationId xmlns:a16="http://schemas.microsoft.com/office/drawing/2014/main" id="{20545F51-4E19-6D97-6DFE-D1507F1C444D}"/>
              </a:ext>
            </a:extLst>
          </p:cNvPr>
          <p:cNvSpPr txBox="1">
            <a:spLocks noChangeArrowheads="1"/>
          </p:cNvSpPr>
          <p:nvPr/>
        </p:nvSpPr>
        <p:spPr bwMode="auto">
          <a:xfrm>
            <a:off x="5464175" y="3408363"/>
            <a:ext cx="111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606060"/>
                </a:solidFill>
                <a:latin typeface="Lucida Sans" panose="020B0602030504020204" pitchFamily="34" charset="0"/>
              </a:rPr>
              <a:t>9</a:t>
            </a:r>
            <a:endParaRPr lang="zh-CN" altLang="zh-CN" sz="1300">
              <a:latin typeface="Lucida Sans" panose="020B0602030504020204" pitchFamily="34" charset="0"/>
            </a:endParaRPr>
          </a:p>
        </p:txBody>
      </p:sp>
      <p:sp>
        <p:nvSpPr>
          <p:cNvPr id="92187" name="object 73">
            <a:extLst>
              <a:ext uri="{FF2B5EF4-FFF2-40B4-BE49-F238E27FC236}">
                <a16:creationId xmlns:a16="http://schemas.microsoft.com/office/drawing/2014/main" id="{D707CD2C-D164-C3DA-AE15-97EFB54E3928}"/>
              </a:ext>
            </a:extLst>
          </p:cNvPr>
          <p:cNvSpPr txBox="1">
            <a:spLocks noChangeArrowheads="1"/>
          </p:cNvSpPr>
          <p:nvPr/>
        </p:nvSpPr>
        <p:spPr bwMode="auto">
          <a:xfrm>
            <a:off x="5464175" y="4764088"/>
            <a:ext cx="1111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300">
                <a:solidFill>
                  <a:srgbClr val="606060"/>
                </a:solidFill>
                <a:latin typeface="Lucida Sans" panose="020B0602030504020204" pitchFamily="34" charset="0"/>
              </a:rPr>
              <a:t>8</a:t>
            </a:r>
            <a:endParaRPr lang="zh-CN" altLang="zh-CN" sz="1300">
              <a:latin typeface="Lucida Sans" panose="020B0602030504020204" pitchFamily="34" charset="0"/>
            </a:endParaRPr>
          </a:p>
        </p:txBody>
      </p:sp>
      <p:sp>
        <p:nvSpPr>
          <p:cNvPr id="92188" name="object 74">
            <a:extLst>
              <a:ext uri="{FF2B5EF4-FFF2-40B4-BE49-F238E27FC236}">
                <a16:creationId xmlns:a16="http://schemas.microsoft.com/office/drawing/2014/main" id="{9D090F12-5A31-5F18-E771-7629B4591D9E}"/>
              </a:ext>
            </a:extLst>
          </p:cNvPr>
          <p:cNvSpPr>
            <a:spLocks/>
          </p:cNvSpPr>
          <p:nvPr/>
        </p:nvSpPr>
        <p:spPr bwMode="auto">
          <a:xfrm>
            <a:off x="5354638" y="3987800"/>
            <a:ext cx="407987" cy="341313"/>
          </a:xfrm>
          <a:custGeom>
            <a:avLst/>
            <a:gdLst>
              <a:gd name="T0" fmla="*/ 83536 w 408939"/>
              <a:gd name="T1" fmla="*/ 0 h 342264"/>
              <a:gd name="T2" fmla="*/ 0 w 408939"/>
              <a:gd name="T3" fmla="*/ 130063 h 342264"/>
              <a:gd name="T4" fmla="*/ 308530 w 408939"/>
              <a:gd name="T5" fmla="*/ 325017 h 342264"/>
              <a:gd name="T6" fmla="*/ 392067 w 408939"/>
              <a:gd name="T7" fmla="*/ 194958 h 342264"/>
              <a:gd name="T8" fmla="*/ 83536 w 408939"/>
              <a:gd name="T9" fmla="*/ 0 h 342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8939" h="342264">
                <a:moveTo>
                  <a:pt x="87115" y="0"/>
                </a:moveTo>
                <a:lnTo>
                  <a:pt x="0" y="136744"/>
                </a:lnTo>
                <a:lnTo>
                  <a:pt x="321749" y="341722"/>
                </a:lnTo>
                <a:lnTo>
                  <a:pt x="408865" y="204978"/>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16" name="object 75">
            <a:extLst>
              <a:ext uri="{FF2B5EF4-FFF2-40B4-BE49-F238E27FC236}">
                <a16:creationId xmlns:a16="http://schemas.microsoft.com/office/drawing/2014/main" id="{AC81C60D-3D74-B082-5050-E76FC3595AF6}"/>
              </a:ext>
            </a:extLst>
          </p:cNvPr>
          <p:cNvSpPr txBox="1"/>
          <p:nvPr/>
        </p:nvSpPr>
        <p:spPr>
          <a:xfrm rot="1920000">
            <a:off x="5453063" y="4090988"/>
            <a:ext cx="217487" cy="127000"/>
          </a:xfrm>
          <a:prstGeom prst="rect">
            <a:avLst/>
          </a:prstGeom>
        </p:spPr>
        <p:txBody>
          <a:bodyPr lIns="0" tIns="0" rIns="0" bIns="0">
            <a:spAutoFit/>
          </a:bodyPr>
          <a:lstStyle/>
          <a:p>
            <a:pPr>
              <a:lnSpc>
                <a:spcPts val="1040"/>
              </a:lnSpc>
              <a:defRPr/>
            </a:pPr>
            <a:r>
              <a:rPr sz="1300" spc="-25" dirty="0">
                <a:solidFill>
                  <a:srgbClr val="606060"/>
                </a:solidFill>
                <a:latin typeface="Lucida Sans"/>
                <a:cs typeface="Lucida Sans"/>
              </a:rPr>
              <a:t>15</a:t>
            </a:r>
            <a:endParaRPr sz="1300">
              <a:latin typeface="Lucida Sans"/>
              <a:cs typeface="Lucida Sans"/>
            </a:endParaRPr>
          </a:p>
        </p:txBody>
      </p:sp>
      <p:grpSp>
        <p:nvGrpSpPr>
          <p:cNvPr id="92190" name="object 76">
            <a:extLst>
              <a:ext uri="{FF2B5EF4-FFF2-40B4-BE49-F238E27FC236}">
                <a16:creationId xmlns:a16="http://schemas.microsoft.com/office/drawing/2014/main" id="{0BD807C6-21CC-6453-2282-6F5E71354A71}"/>
              </a:ext>
            </a:extLst>
          </p:cNvPr>
          <p:cNvGrpSpPr>
            <a:grpSpLocks/>
          </p:cNvGrpSpPr>
          <p:nvPr/>
        </p:nvGrpSpPr>
        <p:grpSpPr bwMode="auto">
          <a:xfrm>
            <a:off x="4449763" y="3400425"/>
            <a:ext cx="3122612" cy="2335213"/>
            <a:chOff x="3346642" y="4221119"/>
            <a:chExt cx="3122930" cy="2334260"/>
          </a:xfrm>
        </p:grpSpPr>
        <p:sp>
          <p:nvSpPr>
            <p:cNvPr id="92202" name="object 77">
              <a:extLst>
                <a:ext uri="{FF2B5EF4-FFF2-40B4-BE49-F238E27FC236}">
                  <a16:creationId xmlns:a16="http://schemas.microsoft.com/office/drawing/2014/main" id="{A5EED133-7E5E-4081-7220-15294CADD372}"/>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2203" name="object 78">
              <a:extLst>
                <a:ext uri="{FF2B5EF4-FFF2-40B4-BE49-F238E27FC236}">
                  <a16:creationId xmlns:a16="http://schemas.microsoft.com/office/drawing/2014/main" id="{1DBD6B31-D936-50F2-6616-847C054BD78D}"/>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60606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2204" name="object 79">
              <a:extLst>
                <a:ext uri="{FF2B5EF4-FFF2-40B4-BE49-F238E27FC236}">
                  <a16:creationId xmlns:a16="http://schemas.microsoft.com/office/drawing/2014/main" id="{39B5C182-A7FE-8161-FB84-9CD67C70F254}"/>
                </a:ext>
              </a:extLst>
            </p:cNvPr>
            <p:cNvSpPr>
              <a:spLocks/>
            </p:cNvSpPr>
            <p:nvPr/>
          </p:nvSpPr>
          <p:spPr bwMode="auto">
            <a:xfrm>
              <a:off x="6050125" y="6153593"/>
              <a:ext cx="419734" cy="401955"/>
            </a:xfrm>
            <a:custGeom>
              <a:avLst/>
              <a:gdLst>
                <a:gd name="T0" fmla="*/ 287464 w 419735"/>
                <a:gd name="T1" fmla="*/ 0 h 401954"/>
                <a:gd name="T2" fmla="*/ 0 w 419735"/>
                <a:gd name="T3" fmla="*/ 250804 h 401954"/>
                <a:gd name="T4" fmla="*/ 131663 w 419735"/>
                <a:gd name="T5" fmla="*/ 401732 h 401954"/>
                <a:gd name="T6" fmla="*/ 419126 w 419735"/>
                <a:gd name="T7" fmla="*/ 150928 h 401954"/>
                <a:gd name="T8" fmla="*/ 287464 w 419735"/>
                <a:gd name="T9" fmla="*/ 0 h 4019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9735" h="401954">
                  <a:moveTo>
                    <a:pt x="287482" y="0"/>
                  </a:moveTo>
                  <a:lnTo>
                    <a:pt x="0" y="250786"/>
                  </a:lnTo>
                  <a:lnTo>
                    <a:pt x="131663" y="401714"/>
                  </a:lnTo>
                  <a:lnTo>
                    <a:pt x="419144" y="150928"/>
                  </a:lnTo>
                  <a:lnTo>
                    <a:pt x="2874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121" name="object 80">
            <a:extLst>
              <a:ext uri="{FF2B5EF4-FFF2-40B4-BE49-F238E27FC236}">
                <a16:creationId xmlns:a16="http://schemas.microsoft.com/office/drawing/2014/main" id="{BF8FF9D7-E537-8DC8-EB83-6AAD45B97E21}"/>
              </a:ext>
            </a:extLst>
          </p:cNvPr>
          <p:cNvSpPr txBox="1"/>
          <p:nvPr/>
        </p:nvSpPr>
        <p:spPr>
          <a:xfrm rot="19140000">
            <a:off x="7251700" y="5457825"/>
            <a:ext cx="215900" cy="141288"/>
          </a:xfrm>
          <a:prstGeom prst="rect">
            <a:avLst/>
          </a:prstGeom>
        </p:spPr>
        <p:txBody>
          <a:bodyPr lIns="0" tIns="0" rIns="0" bIns="0">
            <a:spAutoFit/>
          </a:bodyPr>
          <a:lstStyle/>
          <a:p>
            <a:pPr>
              <a:lnSpc>
                <a:spcPts val="1050"/>
              </a:lnSpc>
              <a:defRPr/>
            </a:pPr>
            <a:r>
              <a:rPr sz="1300" spc="-25" dirty="0">
                <a:solidFill>
                  <a:srgbClr val="606060"/>
                </a:solidFill>
                <a:latin typeface="Lucida Sans"/>
                <a:cs typeface="Lucida Sans"/>
              </a:rPr>
              <a:t>10</a:t>
            </a:r>
            <a:endParaRPr sz="1300">
              <a:latin typeface="Lucida Sans"/>
              <a:cs typeface="Lucida Sans"/>
            </a:endParaRPr>
          </a:p>
        </p:txBody>
      </p:sp>
      <p:sp>
        <p:nvSpPr>
          <p:cNvPr id="92192" name="object 81">
            <a:extLst>
              <a:ext uri="{FF2B5EF4-FFF2-40B4-BE49-F238E27FC236}">
                <a16:creationId xmlns:a16="http://schemas.microsoft.com/office/drawing/2014/main" id="{23C715E4-284E-435D-9BCE-556E828B6FDB}"/>
              </a:ext>
            </a:extLst>
          </p:cNvPr>
          <p:cNvSpPr>
            <a:spLocks/>
          </p:cNvSpPr>
          <p:nvPr/>
        </p:nvSpPr>
        <p:spPr bwMode="auto">
          <a:xfrm>
            <a:off x="3511550" y="5295900"/>
            <a:ext cx="379413" cy="363538"/>
          </a:xfrm>
          <a:custGeom>
            <a:avLst/>
            <a:gdLst>
              <a:gd name="T0" fmla="*/ 112852 w 378460"/>
              <a:gd name="T1" fmla="*/ 0 h 362585"/>
              <a:gd name="T2" fmla="*/ 0 w 378460"/>
              <a:gd name="T3" fmla="*/ 126910 h 362585"/>
              <a:gd name="T4" fmla="*/ 283127 w 378460"/>
              <a:gd name="T5" fmla="*/ 379658 h 362585"/>
              <a:gd name="T6" fmla="*/ 395980 w 378460"/>
              <a:gd name="T7" fmla="*/ 252751 h 362585"/>
              <a:gd name="T8" fmla="*/ 112852 w 378460"/>
              <a:gd name="T9" fmla="*/ 0 h 3625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8460" h="362585">
                <a:moveTo>
                  <a:pt x="107857" y="0"/>
                </a:moveTo>
                <a:lnTo>
                  <a:pt x="0" y="121057"/>
                </a:lnTo>
                <a:lnTo>
                  <a:pt x="270596" y="362150"/>
                </a:lnTo>
                <a:lnTo>
                  <a:pt x="378454" y="241094"/>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23" name="object 82">
            <a:extLst>
              <a:ext uri="{FF2B5EF4-FFF2-40B4-BE49-F238E27FC236}">
                <a16:creationId xmlns:a16="http://schemas.microsoft.com/office/drawing/2014/main" id="{72A343C8-3767-4008-7458-3A128C8A6607}"/>
              </a:ext>
            </a:extLst>
          </p:cNvPr>
          <p:cNvSpPr txBox="1"/>
          <p:nvPr/>
        </p:nvSpPr>
        <p:spPr>
          <a:xfrm rot="2460000">
            <a:off x="3597275" y="5410200"/>
            <a:ext cx="217488" cy="127000"/>
          </a:xfrm>
          <a:prstGeom prst="rect">
            <a:avLst/>
          </a:prstGeom>
        </p:spPr>
        <p:txBody>
          <a:bodyPr lIns="0" tIns="0" rIns="0" bIns="0">
            <a:spAutoFit/>
          </a:bodyPr>
          <a:lstStyle/>
          <a:p>
            <a:pPr>
              <a:lnSpc>
                <a:spcPts val="1035"/>
              </a:lnSpc>
              <a:defRPr/>
            </a:pPr>
            <a:r>
              <a:rPr sz="1300" spc="-25" dirty="0">
                <a:solidFill>
                  <a:srgbClr val="606060"/>
                </a:solidFill>
                <a:latin typeface="Lucida Sans"/>
                <a:cs typeface="Lucida Sans"/>
              </a:rPr>
              <a:t>15</a:t>
            </a:r>
            <a:endParaRPr sz="1300">
              <a:latin typeface="Lucida Sans"/>
              <a:cs typeface="Lucida Sans"/>
            </a:endParaRPr>
          </a:p>
        </p:txBody>
      </p:sp>
      <p:sp>
        <p:nvSpPr>
          <p:cNvPr id="92194" name="object 83">
            <a:extLst>
              <a:ext uri="{FF2B5EF4-FFF2-40B4-BE49-F238E27FC236}">
                <a16:creationId xmlns:a16="http://schemas.microsoft.com/office/drawing/2014/main" id="{8B1A2947-7211-6A14-BCF1-D324408A685D}"/>
              </a:ext>
            </a:extLst>
          </p:cNvPr>
          <p:cNvSpPr>
            <a:spLocks/>
          </p:cNvSpPr>
          <p:nvPr/>
        </p:nvSpPr>
        <p:spPr bwMode="auto">
          <a:xfrm>
            <a:off x="5338763" y="6113463"/>
            <a:ext cx="381000" cy="239712"/>
          </a:xfrm>
          <a:custGeom>
            <a:avLst/>
            <a:gdLst>
              <a:gd name="T0" fmla="*/ 0 w 381635"/>
              <a:gd name="T1" fmla="*/ 0 h 238759"/>
              <a:gd name="T2" fmla="*/ 370230 w 381635"/>
              <a:gd name="T3" fmla="*/ 0 h 238759"/>
              <a:gd name="T4" fmla="*/ 370230 w 381635"/>
              <a:gd name="T5" fmla="*/ 256171 h 238759"/>
              <a:gd name="T6" fmla="*/ 0 w 381635"/>
              <a:gd name="T7" fmla="*/ 256171 h 238759"/>
              <a:gd name="T8" fmla="*/ 0 w 381635"/>
              <a:gd name="T9" fmla="*/ 0 h 2387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1635" h="238759">
                <a:moveTo>
                  <a:pt x="0" y="0"/>
                </a:moveTo>
                <a:lnTo>
                  <a:pt x="381495" y="0"/>
                </a:lnTo>
                <a:lnTo>
                  <a:pt x="381495" y="238435"/>
                </a:lnTo>
                <a:lnTo>
                  <a:pt x="0" y="2384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25" name="object 84">
            <a:extLst>
              <a:ext uri="{FF2B5EF4-FFF2-40B4-BE49-F238E27FC236}">
                <a16:creationId xmlns:a16="http://schemas.microsoft.com/office/drawing/2014/main" id="{A655EAB5-E69B-BFAA-178E-EBB0E58D5849}"/>
              </a:ext>
            </a:extLst>
          </p:cNvPr>
          <p:cNvSpPr txBox="1"/>
          <p:nvPr/>
        </p:nvSpPr>
        <p:spPr>
          <a:xfrm>
            <a:off x="5432425" y="6129338"/>
            <a:ext cx="277813" cy="212725"/>
          </a:xfrm>
          <a:prstGeom prst="rect">
            <a:avLst/>
          </a:prstGeom>
        </p:spPr>
        <p:txBody>
          <a:bodyPr lIns="0" tIns="12700" rIns="0" bIns="0">
            <a:spAutoFit/>
          </a:bodyPr>
          <a:lstStyle/>
          <a:p>
            <a:pPr marL="12700">
              <a:spcBef>
                <a:spcPts val="100"/>
              </a:spcBef>
              <a:defRPr/>
            </a:pPr>
            <a:r>
              <a:rPr sz="1300" spc="-25" dirty="0">
                <a:solidFill>
                  <a:srgbClr val="606060"/>
                </a:solidFill>
                <a:latin typeface="Lucida Sans"/>
                <a:cs typeface="Lucida Sans"/>
              </a:rPr>
              <a:t>16</a:t>
            </a:r>
            <a:endParaRPr sz="1300" dirty="0">
              <a:latin typeface="Lucida Sans"/>
              <a:cs typeface="Lucida Sans"/>
            </a:endParaRPr>
          </a:p>
        </p:txBody>
      </p:sp>
      <p:sp>
        <p:nvSpPr>
          <p:cNvPr id="92196" name="object 85">
            <a:extLst>
              <a:ext uri="{FF2B5EF4-FFF2-40B4-BE49-F238E27FC236}">
                <a16:creationId xmlns:a16="http://schemas.microsoft.com/office/drawing/2014/main" id="{3CF0B8F0-CFEA-6210-6A08-561864B2C27F}"/>
              </a:ext>
            </a:extLst>
          </p:cNvPr>
          <p:cNvSpPr>
            <a:spLocks/>
          </p:cNvSpPr>
          <p:nvPr/>
        </p:nvSpPr>
        <p:spPr bwMode="auto">
          <a:xfrm>
            <a:off x="6343650" y="4016375"/>
            <a:ext cx="525463" cy="285750"/>
          </a:xfrm>
          <a:custGeom>
            <a:avLst/>
            <a:gdLst>
              <a:gd name="T0" fmla="*/ 0 w 525145"/>
              <a:gd name="T1" fmla="*/ 0 h 286385"/>
              <a:gd name="T2" fmla="*/ 530304 w 525145"/>
              <a:gd name="T3" fmla="*/ 0 h 286385"/>
              <a:gd name="T4" fmla="*/ 530304 w 525145"/>
              <a:gd name="T5" fmla="*/ 274916 h 286385"/>
              <a:gd name="T6" fmla="*/ 0 w 525145"/>
              <a:gd name="T7" fmla="*/ 274916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27" name="object 86">
            <a:extLst>
              <a:ext uri="{FF2B5EF4-FFF2-40B4-BE49-F238E27FC236}">
                <a16:creationId xmlns:a16="http://schemas.microsoft.com/office/drawing/2014/main" id="{CB3CAE06-7974-681E-4B80-2642433C0EFE}"/>
              </a:ext>
            </a:extLst>
          </p:cNvPr>
          <p:cNvSpPr txBox="1"/>
          <p:nvPr/>
        </p:nvSpPr>
        <p:spPr>
          <a:xfrm>
            <a:off x="6508750" y="4051300"/>
            <a:ext cx="354013" cy="212725"/>
          </a:xfrm>
          <a:prstGeom prst="rect">
            <a:avLst/>
          </a:prstGeom>
        </p:spPr>
        <p:txBody>
          <a:bodyPr lIns="0" tIns="12700" rIns="0" bIns="0">
            <a:spAutoFit/>
          </a:bodyPr>
          <a:lstStyle/>
          <a:p>
            <a:pPr marL="12700">
              <a:spcBef>
                <a:spcPts val="100"/>
              </a:spcBef>
              <a:defRPr/>
            </a:pPr>
            <a:r>
              <a:rPr sz="1300" spc="-25" dirty="0">
                <a:solidFill>
                  <a:srgbClr val="606060"/>
                </a:solidFill>
                <a:latin typeface="Lucida Sans"/>
                <a:cs typeface="Lucida Sans"/>
              </a:rPr>
              <a:t>15</a:t>
            </a:r>
            <a:endParaRPr sz="1300" dirty="0">
              <a:latin typeface="Lucida Sans"/>
              <a:cs typeface="Lucida Sans"/>
            </a:endParaRPr>
          </a:p>
        </p:txBody>
      </p:sp>
      <p:sp>
        <p:nvSpPr>
          <p:cNvPr id="128" name="object 87">
            <a:extLst>
              <a:ext uri="{FF2B5EF4-FFF2-40B4-BE49-F238E27FC236}">
                <a16:creationId xmlns:a16="http://schemas.microsoft.com/office/drawing/2014/main" id="{0E1C64DE-7B8D-E7BE-98D6-55D93B5F61D5}"/>
              </a:ext>
            </a:extLst>
          </p:cNvPr>
          <p:cNvSpPr txBox="1"/>
          <p:nvPr/>
        </p:nvSpPr>
        <p:spPr>
          <a:xfrm>
            <a:off x="8178800" y="3500438"/>
            <a:ext cx="636588" cy="290512"/>
          </a:xfrm>
          <a:prstGeom prst="rect">
            <a:avLst/>
          </a:prstGeom>
        </p:spPr>
        <p:txBody>
          <a:bodyPr lIns="0" tIns="12700" rIns="0" bIns="0">
            <a:spAutoFit/>
          </a:bodyPr>
          <a:lstStyle/>
          <a:p>
            <a:pPr marL="12700">
              <a:spcBef>
                <a:spcPts val="100"/>
              </a:spcBef>
              <a:defRPr/>
            </a:pPr>
            <a:r>
              <a:rPr lang="zh-CN" altLang="en-US" sz="1800" spc="-10" dirty="0">
                <a:solidFill>
                  <a:srgbClr val="8D3124"/>
                </a:solidFill>
                <a:latin typeface="Lucida Sans"/>
                <a:cs typeface="Lucida Sans"/>
              </a:rPr>
              <a:t>容量</a:t>
            </a:r>
            <a:endParaRPr sz="1800" dirty="0">
              <a:latin typeface="Lucida Sans"/>
              <a:cs typeface="Lucida Sans"/>
            </a:endParaRPr>
          </a:p>
        </p:txBody>
      </p:sp>
      <p:grpSp>
        <p:nvGrpSpPr>
          <p:cNvPr id="92199" name="object 88">
            <a:extLst>
              <a:ext uri="{FF2B5EF4-FFF2-40B4-BE49-F238E27FC236}">
                <a16:creationId xmlns:a16="http://schemas.microsoft.com/office/drawing/2014/main" id="{FCA8DF01-9D43-52B4-185A-AACDA6D59EBC}"/>
              </a:ext>
            </a:extLst>
          </p:cNvPr>
          <p:cNvGrpSpPr>
            <a:grpSpLocks/>
          </p:cNvGrpSpPr>
          <p:nvPr/>
        </p:nvGrpSpPr>
        <p:grpSpPr bwMode="auto">
          <a:xfrm rot="1837976">
            <a:off x="7564438" y="3529013"/>
            <a:ext cx="393700" cy="728662"/>
            <a:chOff x="4648240" y="3695168"/>
            <a:chExt cx="393065" cy="1189355"/>
          </a:xfrm>
        </p:grpSpPr>
        <p:sp>
          <p:nvSpPr>
            <p:cNvPr id="92200" name="object 89">
              <a:extLst>
                <a:ext uri="{FF2B5EF4-FFF2-40B4-BE49-F238E27FC236}">
                  <a16:creationId xmlns:a16="http://schemas.microsoft.com/office/drawing/2014/main" id="{7B260534-F7A5-A02C-AC29-AA580943C1FF}"/>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2201" name="object 90">
              <a:extLst>
                <a:ext uri="{FF2B5EF4-FFF2-40B4-BE49-F238E27FC236}">
                  <a16:creationId xmlns:a16="http://schemas.microsoft.com/office/drawing/2014/main" id="{E85E655B-15CF-09FE-07B3-2000AE5F30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0CC180D0-CE3F-22CB-3EE3-206C36A705E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F5537D8-F6EA-4E0A-88B9-9DD0D4CD593C}" type="slidenum">
              <a:rPr lang="zh-CN" altLang="en-US" sz="1200">
                <a:solidFill>
                  <a:schemeClr val="tx1"/>
                </a:solidFill>
                <a:latin typeface="Garamond" panose="02020404030301010803" pitchFamily="18" charset="0"/>
                <a:ea typeface="宋体" panose="02010600030101010101" pitchFamily="2" charset="-122"/>
              </a:rPr>
              <a:pPr/>
              <a:t>58</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93187" name="Rectangle 2">
            <a:extLst>
              <a:ext uri="{FF2B5EF4-FFF2-40B4-BE49-F238E27FC236}">
                <a16:creationId xmlns:a16="http://schemas.microsoft.com/office/drawing/2014/main" id="{F0DA06A9-7AD2-73DA-5101-D2C8E104A990}"/>
              </a:ext>
            </a:extLst>
          </p:cNvPr>
          <p:cNvSpPr>
            <a:spLocks noGrp="1" noChangeArrowheads="1"/>
          </p:cNvSpPr>
          <p:nvPr>
            <p:ph type="title"/>
          </p:nvPr>
        </p:nvSpPr>
        <p:spPr>
          <a:xfrm>
            <a:off x="457200" y="274638"/>
            <a:ext cx="8229600" cy="752475"/>
          </a:xfrm>
        </p:spPr>
        <p:txBody>
          <a:bodyPr/>
          <a:lstStyle/>
          <a:p>
            <a:r>
              <a:rPr lang="en-US" altLang="zh-CN" sz="2400" b="1">
                <a:solidFill>
                  <a:schemeClr val="hlink"/>
                </a:solidFill>
              </a:rPr>
              <a:t>8.2  </a:t>
            </a:r>
            <a:r>
              <a:rPr lang="zh-CN" altLang="en-US" sz="2400" b="1">
                <a:solidFill>
                  <a:schemeClr val="hlink"/>
                </a:solidFill>
              </a:rPr>
              <a:t>最大网络流问题</a:t>
            </a:r>
          </a:p>
        </p:txBody>
      </p:sp>
      <p:sp>
        <p:nvSpPr>
          <p:cNvPr id="9220" name="Rectangle 3">
            <a:extLst>
              <a:ext uri="{FF2B5EF4-FFF2-40B4-BE49-F238E27FC236}">
                <a16:creationId xmlns:a16="http://schemas.microsoft.com/office/drawing/2014/main" id="{1BE1573D-2A77-0D23-B8BE-FF6A89C2C236}"/>
              </a:ext>
            </a:extLst>
          </p:cNvPr>
          <p:cNvSpPr>
            <a:spLocks noGrp="1" noChangeArrowheads="1"/>
          </p:cNvSpPr>
          <p:nvPr>
            <p:ph type="body" idx="1"/>
          </p:nvPr>
        </p:nvSpPr>
        <p:spPr>
          <a:xfrm>
            <a:off x="514350" y="849313"/>
            <a:ext cx="8385175" cy="4902200"/>
          </a:xfrm>
        </p:spPr>
        <p:txBody>
          <a:bodyPr/>
          <a:lstStyle/>
          <a:p>
            <a:pPr marL="0" indent="0">
              <a:lnSpc>
                <a:spcPct val="150000"/>
              </a:lnSpc>
              <a:buFont typeface="Wingdings" panose="05000000000000000000" pitchFamily="2" charset="2"/>
              <a:buNone/>
              <a:defRPr/>
            </a:pPr>
            <a:r>
              <a:rPr lang="en-US" altLang="zh-CN" sz="1600" b="1" dirty="0">
                <a:solidFill>
                  <a:schemeClr val="hlink"/>
                </a:solidFill>
                <a:latin typeface="Times New Roman" panose="02020603050405020304" pitchFamily="18" charset="0"/>
                <a:cs typeface="Times New Roman" panose="02020603050405020304" pitchFamily="18" charset="0"/>
              </a:rPr>
              <a:t>1 </a:t>
            </a:r>
            <a:r>
              <a:rPr lang="zh-CN" altLang="en-US" sz="1600" b="1" dirty="0">
                <a:solidFill>
                  <a:schemeClr val="hlink"/>
                </a:solidFill>
                <a:latin typeface="Times New Roman" panose="02020603050405020304" pitchFamily="18" charset="0"/>
                <a:cs typeface="Times New Roman" panose="02020603050405020304" pitchFamily="18" charset="0"/>
              </a:rPr>
              <a:t>基本概念和术语</a:t>
            </a:r>
          </a:p>
          <a:p>
            <a:pPr marL="0" indent="0">
              <a:lnSpc>
                <a:spcPct val="150000"/>
              </a:lnSpc>
              <a:buFont typeface="Wingdings" panose="05000000000000000000" pitchFamily="2" charset="2"/>
              <a:buNone/>
              <a:defRPr/>
            </a:pPr>
            <a:r>
              <a:rPr lang="zh-CN" altLang="en-US" sz="1600" dirty="0">
                <a:solidFill>
                  <a:schemeClr val="hlink"/>
                </a:solidFill>
                <a:latin typeface="Times New Roman" panose="02020603050405020304" pitchFamily="18" charset="0"/>
                <a:cs typeface="Times New Roman" panose="02020603050405020304" pitchFamily="18" charset="0"/>
              </a:rPr>
              <a:t> </a:t>
            </a:r>
            <a:r>
              <a:rPr lang="zh-CN" altLang="en-US" sz="1600" b="1" dirty="0">
                <a:solidFill>
                  <a:schemeClr val="hlink"/>
                </a:solidFill>
                <a:latin typeface="Times New Roman" panose="02020603050405020304" pitchFamily="18" charset="0"/>
                <a:cs typeface="Times New Roman" panose="02020603050405020304" pitchFamily="18" charset="0"/>
              </a:rPr>
              <a:t>（</a:t>
            </a:r>
            <a:r>
              <a:rPr lang="en-US" altLang="zh-CN" sz="1600" b="1" dirty="0">
                <a:solidFill>
                  <a:schemeClr val="hlink"/>
                </a:solidFill>
                <a:latin typeface="Times New Roman" panose="02020603050405020304" pitchFamily="18" charset="0"/>
                <a:cs typeface="Times New Roman" panose="02020603050405020304" pitchFamily="18" charset="0"/>
              </a:rPr>
              <a:t>2</a:t>
            </a:r>
            <a:r>
              <a:rPr lang="zh-CN" altLang="en-US" sz="2000" b="1" dirty="0">
                <a:solidFill>
                  <a:schemeClr val="hlink"/>
                </a:solidFill>
                <a:latin typeface="Times New Roman" panose="02020603050405020304" pitchFamily="18" charset="0"/>
                <a:cs typeface="Times New Roman" panose="02020603050405020304" pitchFamily="18" charset="0"/>
              </a:rPr>
              <a:t>） 网络流</a:t>
            </a:r>
          </a:p>
          <a:p>
            <a:pPr marL="0" indent="0">
              <a:lnSpc>
                <a:spcPct val="150000"/>
              </a:lnSpc>
              <a:buFont typeface="Wingdings" panose="05000000000000000000" pitchFamily="2" charset="2"/>
              <a:buNone/>
              <a:defRPr/>
            </a:pPr>
            <a:r>
              <a:rPr lang="zh-CN" altLang="en-US" sz="2000" dirty="0">
                <a:latin typeface="Times New Roman" panose="02020603050405020304" pitchFamily="18" charset="0"/>
                <a:cs typeface="Times New Roman" panose="02020603050405020304" pitchFamily="18" charset="0"/>
              </a:rPr>
              <a:t>网络上的</a:t>
            </a:r>
            <a:r>
              <a:rPr lang="zh-CN" altLang="en-US" sz="2000" b="1" dirty="0">
                <a:solidFill>
                  <a:schemeClr val="hlink"/>
                </a:solidFill>
                <a:latin typeface="Times New Roman" panose="02020603050405020304" pitchFamily="18" charset="0"/>
                <a:cs typeface="Times New Roman" panose="02020603050405020304" pitchFamily="18" charset="0"/>
              </a:rPr>
              <a:t>流</a:t>
            </a:r>
            <a:r>
              <a:rPr lang="zh-CN" altLang="en-US" sz="2000" dirty="0">
                <a:latin typeface="Times New Roman" panose="02020603050405020304" pitchFamily="18" charset="0"/>
                <a:cs typeface="Times New Roman" panose="02020603050405020304" pitchFamily="18" charset="0"/>
              </a:rPr>
              <a:t>是定义在网络的边集合</a:t>
            </a:r>
            <a:r>
              <a:rPr lang="en-US" altLang="zh-CN" sz="2000" dirty="0">
                <a:latin typeface="Times New Roman" panose="02020603050405020304" pitchFamily="18" charset="0"/>
                <a:cs typeface="Times New Roman" panose="02020603050405020304" pitchFamily="18" charset="0"/>
              </a:rPr>
              <a:t>E</a:t>
            </a:r>
            <a:r>
              <a:rPr lang="zh-CN" altLang="en-US" sz="2000" dirty="0">
                <a:latin typeface="Times New Roman" panose="02020603050405020304" pitchFamily="18" charset="0"/>
                <a:cs typeface="Times New Roman" panose="02020603050405020304" pitchFamily="18" charset="0"/>
              </a:rPr>
              <a:t>上的一个</a:t>
            </a:r>
            <a:r>
              <a:rPr lang="zh-CN" altLang="en-US" sz="2000" dirty="0">
                <a:solidFill>
                  <a:srgbClr val="FF0000"/>
                </a:solidFill>
                <a:latin typeface="Times New Roman" panose="02020603050405020304" pitchFamily="18" charset="0"/>
                <a:cs typeface="Times New Roman" panose="02020603050405020304" pitchFamily="18" charset="0"/>
              </a:rPr>
              <a:t>非负</a:t>
            </a:r>
            <a:r>
              <a:rPr lang="zh-CN" altLang="en-US" sz="2000" dirty="0">
                <a:latin typeface="Times New Roman" panose="02020603050405020304" pitchFamily="18" charset="0"/>
                <a:cs typeface="Times New Roman" panose="02020603050405020304" pitchFamily="18" charset="0"/>
              </a:rPr>
              <a:t>函数</a:t>
            </a:r>
            <a:r>
              <a:rPr lang="en-US" altLang="zh-CN" sz="2000" dirty="0">
                <a:latin typeface="Times New Roman" panose="02020603050405020304" pitchFamily="18" charset="0"/>
                <a:cs typeface="Times New Roman" panose="02020603050405020304" pitchFamily="18" charset="0"/>
              </a:rPr>
              <a:t>flow={</a:t>
            </a:r>
            <a:r>
              <a:rPr lang="en-US" altLang="zh-CN" sz="2000" u="sng" dirty="0">
                <a:latin typeface="Times New Roman" panose="02020603050405020304" pitchFamily="18" charset="0"/>
                <a:cs typeface="Times New Roman" panose="02020603050405020304" pitchFamily="18" charset="0"/>
              </a:rPr>
              <a:t>flow(</a:t>
            </a:r>
            <a:r>
              <a:rPr lang="en-US" altLang="zh-CN" sz="2000" u="sng" dirty="0" err="1">
                <a:latin typeface="Times New Roman" panose="02020603050405020304" pitchFamily="18" charset="0"/>
                <a:cs typeface="Times New Roman" panose="02020603050405020304" pitchFamily="18" charset="0"/>
              </a:rPr>
              <a:t>v,w</a:t>
            </a:r>
            <a:r>
              <a:rPr lang="en-US" altLang="zh-CN" sz="2000" u="sng"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，并称</a:t>
            </a:r>
            <a:r>
              <a:rPr lang="en-US" altLang="zh-CN" sz="2000" dirty="0">
                <a:latin typeface="Times New Roman" panose="02020603050405020304" pitchFamily="18" charset="0"/>
                <a:cs typeface="Times New Roman" panose="02020603050405020304" pitchFamily="18" charset="0"/>
              </a:rPr>
              <a:t>flow(</a:t>
            </a:r>
            <a:r>
              <a:rPr lang="en-US" altLang="zh-CN" sz="2000" dirty="0" err="1">
                <a:latin typeface="Times New Roman" panose="02020603050405020304" pitchFamily="18" charset="0"/>
                <a:cs typeface="Times New Roman" panose="02020603050405020304" pitchFamily="18" charset="0"/>
              </a:rPr>
              <a:t>v,w</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为边</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v,w</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上的</a:t>
            </a:r>
            <a:r>
              <a:rPr lang="zh-CN" altLang="en-US" sz="2000" b="1" dirty="0">
                <a:solidFill>
                  <a:schemeClr val="hlink"/>
                </a:solidFill>
                <a:latin typeface="Times New Roman" panose="02020603050405020304" pitchFamily="18" charset="0"/>
                <a:cs typeface="Times New Roman" panose="02020603050405020304" pitchFamily="18" charset="0"/>
              </a:rPr>
              <a:t>流量</a:t>
            </a:r>
            <a:r>
              <a:rPr lang="zh-CN" altLang="en-US" sz="2000" dirty="0">
                <a:latin typeface="Times New Roman" panose="02020603050405020304" pitchFamily="18" charset="0"/>
                <a:cs typeface="Times New Roman" panose="02020603050405020304" pitchFamily="18" charset="0"/>
              </a:rPr>
              <a:t>。假定有</a:t>
            </a:r>
            <a:r>
              <a:rPr lang="en-US" altLang="zh-CN" sz="2000" i="1" dirty="0">
                <a:latin typeface="Times New Roman" panose="02020603050405020304" pitchFamily="18" charset="0"/>
                <a:cs typeface="Times New Roman" panose="02020603050405020304" pitchFamily="18" charset="0"/>
              </a:rPr>
              <a:t>m</a:t>
            </a:r>
            <a:r>
              <a:rPr lang="zh-CN" altLang="en-US" sz="2000" dirty="0">
                <a:latin typeface="Times New Roman" panose="02020603050405020304" pitchFamily="18" charset="0"/>
                <a:cs typeface="Times New Roman" panose="02020603050405020304" pitchFamily="18" charset="0"/>
              </a:rPr>
              <a:t>条边，一个</a:t>
            </a:r>
            <a:r>
              <a:rPr lang="zh-CN" altLang="en-US" sz="2000" b="1" dirty="0">
                <a:solidFill>
                  <a:schemeClr val="accent1">
                    <a:lumMod val="75000"/>
                  </a:schemeClr>
                </a:solidFill>
                <a:latin typeface="Times New Roman" panose="02020603050405020304" pitchFamily="18" charset="0"/>
                <a:cs typeface="Times New Roman" panose="02020603050405020304" pitchFamily="18" charset="0"/>
              </a:rPr>
              <a:t>网络流</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i="1" baseline="-25000" dirty="0">
                <a:latin typeface="Times New Roman" panose="02020603050405020304" pitchFamily="18" charset="0"/>
                <a:cs typeface="Times New Roman" panose="02020603050405020304" pitchFamily="18" charset="0"/>
              </a:rPr>
              <a:t>1</a:t>
            </a:r>
            <a:r>
              <a:rPr lang="en-US" altLang="zh-CN" sz="2000" i="1" dirty="0">
                <a:latin typeface="Times New Roman" panose="02020603050405020304" pitchFamily="18" charset="0"/>
                <a:cs typeface="Times New Roman" panose="02020603050405020304" pitchFamily="18" charset="0"/>
              </a:rPr>
              <a:t>,x</a:t>
            </a:r>
            <a:r>
              <a:rPr lang="en-US" altLang="zh-CN" sz="2000" i="1" baseline="-25000" dirty="0">
                <a:latin typeface="Times New Roman" panose="02020603050405020304" pitchFamily="18" charset="0"/>
                <a:cs typeface="Times New Roman" panose="02020603050405020304" pitchFamily="18" charset="0"/>
              </a:rPr>
              <a:t>2</a:t>
            </a:r>
            <a:r>
              <a:rPr lang="en-US" altLang="zh-CN" sz="2000" i="1"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x</a:t>
            </a:r>
            <a:r>
              <a:rPr lang="en-US" altLang="zh-CN" sz="2000" i="1" baseline="-25000" dirty="0" err="1">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，其中</a:t>
            </a:r>
            <a:r>
              <a:rPr lang="en-US" altLang="zh-CN" sz="2000" i="1" dirty="0">
                <a:latin typeface="Times New Roman" panose="02020603050405020304" pitchFamily="18" charset="0"/>
                <a:cs typeface="Times New Roman" panose="02020603050405020304" pitchFamily="18" charset="0"/>
              </a:rPr>
              <a:t>x</a:t>
            </a:r>
            <a:r>
              <a:rPr lang="en-US" altLang="zh-CN" sz="2000" i="1" baseline="-25000" dirty="0">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是第</a:t>
            </a:r>
            <a:r>
              <a:rPr lang="en-US" altLang="zh-CN" sz="2000" i="1" dirty="0" err="1">
                <a:latin typeface="Times New Roman" panose="02020603050405020304" pitchFamily="18" charset="0"/>
                <a:cs typeface="Times New Roman" panose="02020603050405020304" pitchFamily="18" charset="0"/>
              </a:rPr>
              <a:t>i</a:t>
            </a:r>
            <a:r>
              <a:rPr lang="zh-CN" altLang="en-US" sz="2000" dirty="0">
                <a:latin typeface="Times New Roman" panose="02020603050405020304" pitchFamily="18" charset="0"/>
                <a:cs typeface="Times New Roman" panose="02020603050405020304" pitchFamily="18" charset="0"/>
              </a:rPr>
              <a:t>条边上的流量。</a:t>
            </a:r>
            <a:endParaRPr lang="zh-CN" altLang="en-US" sz="2000" b="1" dirty="0">
              <a:latin typeface="Times New Roman" panose="02020603050405020304" pitchFamily="18" charset="0"/>
              <a:cs typeface="Times New Roman" panose="02020603050405020304" pitchFamily="18" charset="0"/>
            </a:endParaRPr>
          </a:p>
        </p:txBody>
      </p:sp>
      <p:sp>
        <p:nvSpPr>
          <p:cNvPr id="93189" name="Rectangle 4">
            <a:extLst>
              <a:ext uri="{FF2B5EF4-FFF2-40B4-BE49-F238E27FC236}">
                <a16:creationId xmlns:a16="http://schemas.microsoft.com/office/drawing/2014/main" id="{0080D240-783E-E777-7EDF-0AD803DC184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pSp>
        <p:nvGrpSpPr>
          <p:cNvPr id="93190" name="object 3">
            <a:extLst>
              <a:ext uri="{FF2B5EF4-FFF2-40B4-BE49-F238E27FC236}">
                <a16:creationId xmlns:a16="http://schemas.microsoft.com/office/drawing/2014/main" id="{6D0A4807-DE14-4BC4-42FB-3B667E037740}"/>
              </a:ext>
            </a:extLst>
          </p:cNvPr>
          <p:cNvGrpSpPr>
            <a:grpSpLocks/>
          </p:cNvGrpSpPr>
          <p:nvPr/>
        </p:nvGrpSpPr>
        <p:grpSpPr bwMode="auto">
          <a:xfrm>
            <a:off x="2700338" y="3432175"/>
            <a:ext cx="5054600" cy="2811463"/>
            <a:chOff x="1913077" y="4302790"/>
            <a:chExt cx="4998085" cy="2811780"/>
          </a:xfrm>
        </p:grpSpPr>
        <p:sp>
          <p:nvSpPr>
            <p:cNvPr id="93247" name="object 4">
              <a:extLst>
                <a:ext uri="{FF2B5EF4-FFF2-40B4-BE49-F238E27FC236}">
                  <a16:creationId xmlns:a16="http://schemas.microsoft.com/office/drawing/2014/main" id="{D65E3043-6B28-E9C7-8DD0-417ABB5B36C7}"/>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48" name="object 5">
              <a:extLst>
                <a:ext uri="{FF2B5EF4-FFF2-40B4-BE49-F238E27FC236}">
                  <a16:creationId xmlns:a16="http://schemas.microsoft.com/office/drawing/2014/main" id="{3F389C1E-4B44-06EC-D545-C8CCF7062709}"/>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49" name="object 6">
              <a:extLst>
                <a:ext uri="{FF2B5EF4-FFF2-40B4-BE49-F238E27FC236}">
                  <a16:creationId xmlns:a16="http://schemas.microsoft.com/office/drawing/2014/main" id="{98BDED28-48AC-1903-B079-320174851565}"/>
                </a:ext>
              </a:extLst>
            </p:cNvPr>
            <p:cNvSpPr>
              <a:spLocks/>
            </p:cNvSpPr>
            <p:nvPr/>
          </p:nvSpPr>
          <p:spPr bwMode="auto">
            <a:xfrm>
              <a:off x="1922919" y="5701057"/>
              <a:ext cx="1350645" cy="0"/>
            </a:xfrm>
            <a:custGeom>
              <a:avLst/>
              <a:gdLst>
                <a:gd name="T0" fmla="*/ 0 w 1350645"/>
                <a:gd name="T1" fmla="*/ 566778 w 1350645"/>
                <a:gd name="T2" fmla="*/ 995960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66778" y="0"/>
                  </a:lnTo>
                </a:path>
                <a:path w="1350645">
                  <a:moveTo>
                    <a:pt x="995960" y="0"/>
                  </a:moveTo>
                  <a:lnTo>
                    <a:pt x="1350289"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50" name="object 7">
              <a:extLst>
                <a:ext uri="{FF2B5EF4-FFF2-40B4-BE49-F238E27FC236}">
                  <a16:creationId xmlns:a16="http://schemas.microsoft.com/office/drawing/2014/main" id="{3878FE4B-07FA-2C24-6764-2D113F939E2A}"/>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51" name="object 8">
              <a:extLst>
                <a:ext uri="{FF2B5EF4-FFF2-40B4-BE49-F238E27FC236}">
                  <a16:creationId xmlns:a16="http://schemas.microsoft.com/office/drawing/2014/main" id="{5409BCDF-261C-5A6C-6B0C-E7BDA931BCFF}"/>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52" name="object 9">
              <a:extLst>
                <a:ext uri="{FF2B5EF4-FFF2-40B4-BE49-F238E27FC236}">
                  <a16:creationId xmlns:a16="http://schemas.microsoft.com/office/drawing/2014/main" id="{07955D8A-253D-6DBE-42E8-2F19947C57CB}"/>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53" name="object 10">
              <a:extLst>
                <a:ext uri="{FF2B5EF4-FFF2-40B4-BE49-F238E27FC236}">
                  <a16:creationId xmlns:a16="http://schemas.microsoft.com/office/drawing/2014/main" id="{13AEEE85-6A9D-5A6A-3D15-5F85C6E00254}"/>
                </a:ext>
              </a:extLst>
            </p:cNvPr>
            <p:cNvSpPr>
              <a:spLocks/>
            </p:cNvSpPr>
            <p:nvPr/>
          </p:nvSpPr>
          <p:spPr bwMode="auto">
            <a:xfrm>
              <a:off x="3510181" y="4370083"/>
              <a:ext cx="772795" cy="0"/>
            </a:xfrm>
            <a:custGeom>
              <a:avLst/>
              <a:gdLst>
                <a:gd name="T0" fmla="*/ 0 w 772795"/>
                <a:gd name="T1" fmla="*/ 772705 w 772795"/>
                <a:gd name="T2" fmla="*/ 0 60000 65536"/>
                <a:gd name="T3" fmla="*/ 0 60000 65536"/>
              </a:gdLst>
              <a:ahLst/>
              <a:cxnLst>
                <a:cxn ang="T2">
                  <a:pos x="T0" y="0"/>
                </a:cxn>
                <a:cxn ang="T3">
                  <a:pos x="T1" y="0"/>
                </a:cxn>
              </a:cxnLst>
              <a:rect l="0" t="0" r="r" b="b"/>
              <a:pathLst>
                <a:path w="772795">
                  <a:moveTo>
                    <a:pt x="0" y="0"/>
                  </a:moveTo>
                  <a:lnTo>
                    <a:pt x="772705"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54" name="object 11">
              <a:extLst>
                <a:ext uri="{FF2B5EF4-FFF2-40B4-BE49-F238E27FC236}">
                  <a16:creationId xmlns:a16="http://schemas.microsoft.com/office/drawing/2014/main" id="{92A21213-FC18-29FF-B8F5-83750727AD04}"/>
                </a:ext>
              </a:extLst>
            </p:cNvPr>
            <p:cNvSpPr>
              <a:spLocks/>
            </p:cNvSpPr>
            <p:nvPr/>
          </p:nvSpPr>
          <p:spPr bwMode="auto">
            <a:xfrm>
              <a:off x="3487352" y="4362520"/>
              <a:ext cx="0" cy="526415"/>
            </a:xfrm>
            <a:custGeom>
              <a:avLst/>
              <a:gdLst>
                <a:gd name="T0" fmla="*/ 0 h 526414"/>
                <a:gd name="T1" fmla="*/ 525813 h 526414"/>
                <a:gd name="T2" fmla="*/ 0 60000 65536"/>
                <a:gd name="T3" fmla="*/ 0 60000 65536"/>
              </a:gdLst>
              <a:ahLst/>
              <a:cxnLst>
                <a:cxn ang="T2">
                  <a:pos x="0" y="T0"/>
                </a:cxn>
                <a:cxn ang="T3">
                  <a:pos x="0" y="T1"/>
                </a:cxn>
              </a:cxnLst>
              <a:rect l="0" t="0" r="r" b="b"/>
              <a:pathLst>
                <a:path h="526414">
                  <a:moveTo>
                    <a:pt x="0" y="0"/>
                  </a:moveTo>
                  <a:lnTo>
                    <a:pt x="0" y="525795"/>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55" name="object 12">
              <a:extLst>
                <a:ext uri="{FF2B5EF4-FFF2-40B4-BE49-F238E27FC236}">
                  <a16:creationId xmlns:a16="http://schemas.microsoft.com/office/drawing/2014/main" id="{80196FB3-656B-0A5C-BC32-F7B75CA95CF6}"/>
                </a:ext>
              </a:extLst>
            </p:cNvPr>
            <p:cNvSpPr>
              <a:spLocks/>
            </p:cNvSpPr>
            <p:nvPr/>
          </p:nvSpPr>
          <p:spPr bwMode="auto">
            <a:xfrm>
              <a:off x="4759756" y="4370083"/>
              <a:ext cx="521970" cy="0"/>
            </a:xfrm>
            <a:custGeom>
              <a:avLst/>
              <a:gdLst>
                <a:gd name="T0" fmla="*/ 0 w 521970"/>
                <a:gd name="T1" fmla="*/ 521691 w 521970"/>
                <a:gd name="T2" fmla="*/ 0 60000 65536"/>
                <a:gd name="T3" fmla="*/ 0 60000 65536"/>
              </a:gdLst>
              <a:ahLst/>
              <a:cxnLst>
                <a:cxn ang="T2">
                  <a:pos x="T0" y="0"/>
                </a:cxn>
                <a:cxn ang="T3">
                  <a:pos x="T1" y="0"/>
                </a:cxn>
              </a:cxnLst>
              <a:rect l="0" t="0" r="r" b="b"/>
              <a:pathLst>
                <a:path w="521970">
                  <a:moveTo>
                    <a:pt x="0" y="0"/>
                  </a:moveTo>
                  <a:lnTo>
                    <a:pt x="521691"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56" name="object 13">
              <a:extLst>
                <a:ext uri="{FF2B5EF4-FFF2-40B4-BE49-F238E27FC236}">
                  <a16:creationId xmlns:a16="http://schemas.microsoft.com/office/drawing/2014/main" id="{171235D6-1270-717A-300B-B87CCC362F3A}"/>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57" name="object 14">
              <a:extLst>
                <a:ext uri="{FF2B5EF4-FFF2-40B4-BE49-F238E27FC236}">
                  <a16:creationId xmlns:a16="http://schemas.microsoft.com/office/drawing/2014/main" id="{10AAD4FF-E8CF-1260-C6F2-52DA7072C2A4}"/>
                </a:ext>
              </a:extLst>
            </p:cNvPr>
            <p:cNvSpPr>
              <a:spLocks/>
            </p:cNvSpPr>
            <p:nvPr/>
          </p:nvSpPr>
          <p:spPr bwMode="auto">
            <a:xfrm>
              <a:off x="3487352" y="5174438"/>
              <a:ext cx="0" cy="272415"/>
            </a:xfrm>
            <a:custGeom>
              <a:avLst/>
              <a:gdLst>
                <a:gd name="T0" fmla="*/ 0 h 272414"/>
                <a:gd name="T1" fmla="*/ 272292 h 272414"/>
                <a:gd name="T2" fmla="*/ 0 60000 65536"/>
                <a:gd name="T3" fmla="*/ 0 60000 65536"/>
              </a:gdLst>
              <a:ahLst/>
              <a:cxnLst>
                <a:cxn ang="T2">
                  <a:pos x="0" y="T0"/>
                </a:cxn>
                <a:cxn ang="T3">
                  <a:pos x="0" y="T1"/>
                </a:cxn>
              </a:cxnLst>
              <a:rect l="0" t="0" r="r" b="b"/>
              <a:pathLst>
                <a:path h="272414">
                  <a:moveTo>
                    <a:pt x="0" y="0"/>
                  </a:moveTo>
                  <a:lnTo>
                    <a:pt x="0" y="272274"/>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3258" name="object 15">
              <a:extLst>
                <a:ext uri="{FF2B5EF4-FFF2-40B4-BE49-F238E27FC236}">
                  <a16:creationId xmlns:a16="http://schemas.microsoft.com/office/drawing/2014/main" id="{256D96DA-214E-AC82-4101-274E3486B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59" name="object 16">
              <a:extLst>
                <a:ext uri="{FF2B5EF4-FFF2-40B4-BE49-F238E27FC236}">
                  <a16:creationId xmlns:a16="http://schemas.microsoft.com/office/drawing/2014/main" id="{A4EDA673-AE26-2D23-B0FB-339C30B15350}"/>
                </a:ext>
              </a:extLst>
            </p:cNvPr>
            <p:cNvSpPr>
              <a:spLocks/>
            </p:cNvSpPr>
            <p:nvPr/>
          </p:nvSpPr>
          <p:spPr bwMode="auto">
            <a:xfrm>
              <a:off x="3495948" y="4374441"/>
              <a:ext cx="1778635" cy="1134745"/>
            </a:xfrm>
            <a:custGeom>
              <a:avLst/>
              <a:gdLst>
                <a:gd name="T0" fmla="*/ 1778233 w 1778635"/>
                <a:gd name="T1" fmla="*/ 1134661 h 1134745"/>
                <a:gd name="T2" fmla="*/ 1758132 w 1778635"/>
                <a:gd name="T3" fmla="*/ 1121837 h 1134745"/>
                <a:gd name="T4" fmla="*/ 0 w 1778635"/>
                <a:gd name="T5" fmla="*/ 0 h 1134745"/>
                <a:gd name="T6" fmla="*/ 0 60000 65536"/>
                <a:gd name="T7" fmla="*/ 0 60000 65536"/>
                <a:gd name="T8" fmla="*/ 0 60000 65536"/>
              </a:gdLst>
              <a:ahLst/>
              <a:cxnLst>
                <a:cxn ang="T6">
                  <a:pos x="T0" y="T1"/>
                </a:cxn>
                <a:cxn ang="T7">
                  <a:pos x="T2" y="T3"/>
                </a:cxn>
                <a:cxn ang="T8">
                  <a:pos x="T4" y="T5"/>
                </a:cxn>
              </a:cxnLst>
              <a:rect l="0" t="0" r="r" b="b"/>
              <a:pathLst>
                <a:path w="1778635" h="1134745">
                  <a:moveTo>
                    <a:pt x="1778233" y="1134661"/>
                  </a:moveTo>
                  <a:lnTo>
                    <a:pt x="1758132" y="1121837"/>
                  </a:lnTo>
                  <a:lnTo>
                    <a:pt x="0"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60" name="object 17">
              <a:extLst>
                <a:ext uri="{FF2B5EF4-FFF2-40B4-BE49-F238E27FC236}">
                  <a16:creationId xmlns:a16="http://schemas.microsoft.com/office/drawing/2014/main" id="{95FE379F-0D91-BC44-24EB-916F3F13F4E4}"/>
                </a:ext>
              </a:extLst>
            </p:cNvPr>
            <p:cNvSpPr>
              <a:spLocks/>
            </p:cNvSpPr>
            <p:nvPr/>
          </p:nvSpPr>
          <p:spPr bwMode="auto">
            <a:xfrm>
              <a:off x="5160747" y="5388104"/>
              <a:ext cx="216535" cy="186690"/>
            </a:xfrm>
            <a:custGeom>
              <a:avLst/>
              <a:gdLst>
                <a:gd name="T0" fmla="*/ 104655 w 216535"/>
                <a:gd name="T1" fmla="*/ 0 h 186689"/>
                <a:gd name="T2" fmla="*/ 93332 w 216535"/>
                <a:gd name="T3" fmla="*/ 108191 h 186689"/>
                <a:gd name="T4" fmla="*/ 0 w 216535"/>
                <a:gd name="T5" fmla="*/ 164037 h 186689"/>
                <a:gd name="T6" fmla="*/ 216345 w 216535"/>
                <a:gd name="T7" fmla="*/ 186683 h 186689"/>
                <a:gd name="T8" fmla="*/ 104655 w 216535"/>
                <a:gd name="T9" fmla="*/ 0 h 1866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535" h="186689">
                  <a:moveTo>
                    <a:pt x="104655" y="0"/>
                  </a:moveTo>
                  <a:lnTo>
                    <a:pt x="93332" y="108173"/>
                  </a:lnTo>
                  <a:lnTo>
                    <a:pt x="0" y="164019"/>
                  </a:lnTo>
                  <a:lnTo>
                    <a:pt x="216345" y="186665"/>
                  </a:lnTo>
                  <a:lnTo>
                    <a:pt x="104655"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61" name="object 18">
              <a:extLst>
                <a:ext uri="{FF2B5EF4-FFF2-40B4-BE49-F238E27FC236}">
                  <a16:creationId xmlns:a16="http://schemas.microsoft.com/office/drawing/2014/main" id="{426D92F2-710E-FB1F-699E-2C6253E3C4AE}"/>
                </a:ext>
              </a:extLst>
            </p:cNvPr>
            <p:cNvSpPr>
              <a:spLocks/>
            </p:cNvSpPr>
            <p:nvPr/>
          </p:nvSpPr>
          <p:spPr bwMode="auto">
            <a:xfrm>
              <a:off x="3510182" y="7068544"/>
              <a:ext cx="1772920" cy="0"/>
            </a:xfrm>
            <a:custGeom>
              <a:avLst/>
              <a:gdLst>
                <a:gd name="T0" fmla="*/ 0 w 1772920"/>
                <a:gd name="T1" fmla="*/ 648559 w 1772920"/>
                <a:gd name="T2" fmla="*/ 1306638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648559" y="0"/>
                  </a:lnTo>
                </a:path>
                <a:path w="1772920">
                  <a:moveTo>
                    <a:pt x="1306638" y="0"/>
                  </a:moveTo>
                  <a:lnTo>
                    <a:pt x="177240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62" name="object 19">
              <a:extLst>
                <a:ext uri="{FF2B5EF4-FFF2-40B4-BE49-F238E27FC236}">
                  <a16:creationId xmlns:a16="http://schemas.microsoft.com/office/drawing/2014/main" id="{84E686E3-6EFE-D589-67A8-77E61AFE72B2}"/>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63" name="object 20">
              <a:extLst>
                <a:ext uri="{FF2B5EF4-FFF2-40B4-BE49-F238E27FC236}">
                  <a16:creationId xmlns:a16="http://schemas.microsoft.com/office/drawing/2014/main" id="{78F6A726-8953-16C2-A29E-17C6EB5403AE}"/>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64" name="object 21">
              <a:extLst>
                <a:ext uri="{FF2B5EF4-FFF2-40B4-BE49-F238E27FC236}">
                  <a16:creationId xmlns:a16="http://schemas.microsoft.com/office/drawing/2014/main" id="{B5799E35-CDA5-5AF4-764B-84E3C564F61E}"/>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65" name="object 22">
              <a:extLst>
                <a:ext uri="{FF2B5EF4-FFF2-40B4-BE49-F238E27FC236}">
                  <a16:creationId xmlns:a16="http://schemas.microsoft.com/office/drawing/2014/main" id="{7FC43B46-2E15-7465-46B0-21319D320CCB}"/>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3266" name="object 23">
              <a:extLst>
                <a:ext uri="{FF2B5EF4-FFF2-40B4-BE49-F238E27FC236}">
                  <a16:creationId xmlns:a16="http://schemas.microsoft.com/office/drawing/2014/main" id="{9BA34753-8DBC-F414-9D4C-6A03A6E52D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67" name="object 24">
              <a:extLst>
                <a:ext uri="{FF2B5EF4-FFF2-40B4-BE49-F238E27FC236}">
                  <a16:creationId xmlns:a16="http://schemas.microsoft.com/office/drawing/2014/main" id="{FC7E5CE1-38E6-F09F-AC17-CAA3DABC82C4}"/>
                </a:ext>
              </a:extLst>
            </p:cNvPr>
            <p:cNvSpPr>
              <a:spLocks/>
            </p:cNvSpPr>
            <p:nvPr/>
          </p:nvSpPr>
          <p:spPr bwMode="auto">
            <a:xfrm>
              <a:off x="3439332" y="5701055"/>
              <a:ext cx="1779270" cy="0"/>
            </a:xfrm>
            <a:custGeom>
              <a:avLst/>
              <a:gdLst>
                <a:gd name="T0" fmla="*/ 0 w 1779270"/>
                <a:gd name="T1" fmla="*/ 862630 w 1779270"/>
                <a:gd name="T2" fmla="*/ 1291812 w 1779270"/>
                <a:gd name="T3" fmla="*/ 1779169 w 177927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9270">
                  <a:moveTo>
                    <a:pt x="0" y="0"/>
                  </a:moveTo>
                  <a:lnTo>
                    <a:pt x="862630" y="0"/>
                  </a:lnTo>
                </a:path>
                <a:path w="1779270">
                  <a:moveTo>
                    <a:pt x="1291812" y="0"/>
                  </a:moveTo>
                  <a:lnTo>
                    <a:pt x="1779169"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68" name="object 25">
              <a:extLst>
                <a:ext uri="{FF2B5EF4-FFF2-40B4-BE49-F238E27FC236}">
                  <a16:creationId xmlns:a16="http://schemas.microsoft.com/office/drawing/2014/main" id="{662C632F-DB74-67AA-87C6-A5C0D52DDCA9}"/>
                </a:ext>
              </a:extLst>
            </p:cNvPr>
            <p:cNvSpPr>
              <a:spLocks/>
            </p:cNvSpPr>
            <p:nvPr/>
          </p:nvSpPr>
          <p:spPr bwMode="auto">
            <a:xfrm>
              <a:off x="5146017" y="5603774"/>
              <a:ext cx="194945" cy="194945"/>
            </a:xfrm>
            <a:custGeom>
              <a:avLst/>
              <a:gdLst>
                <a:gd name="T0" fmla="*/ 0 w 194945"/>
                <a:gd name="T1" fmla="*/ 0 h 194945"/>
                <a:gd name="T2" fmla="*/ 48641 w 194945"/>
                <a:gd name="T3" fmla="*/ 97280 h 194945"/>
                <a:gd name="T4" fmla="*/ 0 w 194945"/>
                <a:gd name="T5" fmla="*/ 194562 h 194945"/>
                <a:gd name="T6" fmla="*/ 194563 w 194945"/>
                <a:gd name="T7" fmla="*/ 97280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1" y="97280"/>
                  </a:lnTo>
                  <a:lnTo>
                    <a:pt x="0" y="194562"/>
                  </a:lnTo>
                  <a:lnTo>
                    <a:pt x="194563" y="97280"/>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69" name="object 26">
              <a:extLst>
                <a:ext uri="{FF2B5EF4-FFF2-40B4-BE49-F238E27FC236}">
                  <a16:creationId xmlns:a16="http://schemas.microsoft.com/office/drawing/2014/main" id="{9FEC4EA6-8BAE-32CF-F936-8A851238F5F9}"/>
                </a:ext>
              </a:extLst>
            </p:cNvPr>
            <p:cNvSpPr>
              <a:spLocks/>
            </p:cNvSpPr>
            <p:nvPr/>
          </p:nvSpPr>
          <p:spPr bwMode="auto">
            <a:xfrm>
              <a:off x="5464417" y="5701063"/>
              <a:ext cx="461645" cy="0"/>
            </a:xfrm>
            <a:custGeom>
              <a:avLst/>
              <a:gdLst>
                <a:gd name="T0" fmla="*/ 0 w 461645"/>
                <a:gd name="T1" fmla="*/ 461574 w 461645"/>
                <a:gd name="T2" fmla="*/ 0 60000 65536"/>
                <a:gd name="T3" fmla="*/ 0 60000 65536"/>
              </a:gdLst>
              <a:ahLst/>
              <a:cxnLst>
                <a:cxn ang="T2">
                  <a:pos x="T0" y="0"/>
                </a:cxn>
                <a:cxn ang="T3">
                  <a:pos x="T1" y="0"/>
                </a:cxn>
              </a:cxnLst>
              <a:rect l="0" t="0" r="r" b="b"/>
              <a:pathLst>
                <a:path w="461645">
                  <a:moveTo>
                    <a:pt x="0" y="0"/>
                  </a:moveTo>
                  <a:lnTo>
                    <a:pt x="461574"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70" name="object 27">
              <a:extLst>
                <a:ext uri="{FF2B5EF4-FFF2-40B4-BE49-F238E27FC236}">
                  <a16:creationId xmlns:a16="http://schemas.microsoft.com/office/drawing/2014/main" id="{76006181-F3DC-546F-3921-0F3AC3EBADCF}"/>
                </a:ext>
              </a:extLst>
            </p:cNvPr>
            <p:cNvSpPr>
              <a:spLocks/>
            </p:cNvSpPr>
            <p:nvPr/>
          </p:nvSpPr>
          <p:spPr bwMode="auto">
            <a:xfrm>
              <a:off x="5534051" y="5825418"/>
              <a:ext cx="1332230" cy="1162050"/>
            </a:xfrm>
            <a:custGeom>
              <a:avLst/>
              <a:gdLst>
                <a:gd name="T0" fmla="*/ 1332066 w 1332229"/>
                <a:gd name="T1" fmla="*/ 0 h 1162050"/>
                <a:gd name="T2" fmla="*/ 1324878 w 1332229"/>
                <a:gd name="T3" fmla="*/ 6269 h 1162050"/>
                <a:gd name="T4" fmla="*/ 0 w 1332229"/>
                <a:gd name="T5" fmla="*/ 1161947 h 1162050"/>
                <a:gd name="T6" fmla="*/ 0 60000 65536"/>
                <a:gd name="T7" fmla="*/ 0 60000 65536"/>
                <a:gd name="T8" fmla="*/ 0 60000 65536"/>
              </a:gdLst>
              <a:ahLst/>
              <a:cxnLst>
                <a:cxn ang="T6">
                  <a:pos x="T0" y="T1"/>
                </a:cxn>
                <a:cxn ang="T7">
                  <a:pos x="T2" y="T3"/>
                </a:cxn>
                <a:cxn ang="T8">
                  <a:pos x="T4" y="T5"/>
                </a:cxn>
              </a:cxnLst>
              <a:rect l="0" t="0" r="r" b="b"/>
              <a:pathLst>
                <a:path w="1332229" h="1162050">
                  <a:moveTo>
                    <a:pt x="1332048" y="0"/>
                  </a:moveTo>
                  <a:lnTo>
                    <a:pt x="1324860" y="6269"/>
                  </a:lnTo>
                  <a:lnTo>
                    <a:pt x="0" y="1161947"/>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71" name="object 28">
              <a:extLst>
                <a:ext uri="{FF2B5EF4-FFF2-40B4-BE49-F238E27FC236}">
                  <a16:creationId xmlns:a16="http://schemas.microsoft.com/office/drawing/2014/main" id="{369422D8-0E71-7376-39F7-514A6A4E9E5C}"/>
                </a:ext>
              </a:extLst>
            </p:cNvPr>
            <p:cNvSpPr>
              <a:spLocks/>
            </p:cNvSpPr>
            <p:nvPr/>
          </p:nvSpPr>
          <p:spPr bwMode="auto">
            <a:xfrm>
              <a:off x="6811568" y="5786548"/>
              <a:ext cx="99695" cy="95250"/>
            </a:xfrm>
            <a:custGeom>
              <a:avLst/>
              <a:gdLst>
                <a:gd name="T0" fmla="*/ 99090 w 99695"/>
                <a:gd name="T1" fmla="*/ 0 h 95250"/>
                <a:gd name="T2" fmla="*/ 0 w 99695"/>
                <a:gd name="T3" fmla="*/ 25687 h 95250"/>
                <a:gd name="T4" fmla="*/ 47343 w 99695"/>
                <a:gd name="T5" fmla="*/ 45139 h 95250"/>
                <a:gd name="T6" fmla="*/ 60186 w 99695"/>
                <a:gd name="T7" fmla="*/ 94684 h 95250"/>
                <a:gd name="T8" fmla="*/ 99090 w 99695"/>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5250">
                  <a:moveTo>
                    <a:pt x="99090" y="0"/>
                  </a:moveTo>
                  <a:lnTo>
                    <a:pt x="0" y="25687"/>
                  </a:lnTo>
                  <a:lnTo>
                    <a:pt x="47343" y="45139"/>
                  </a:lnTo>
                  <a:lnTo>
                    <a:pt x="60186" y="94684"/>
                  </a:lnTo>
                  <a:lnTo>
                    <a:pt x="9909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72" name="object 29">
              <a:extLst>
                <a:ext uri="{FF2B5EF4-FFF2-40B4-BE49-F238E27FC236}">
                  <a16:creationId xmlns:a16="http://schemas.microsoft.com/office/drawing/2014/main" id="{9CC3FC3F-9E3E-BB7A-533B-1CEEB75EDF2A}"/>
                </a:ext>
              </a:extLst>
            </p:cNvPr>
            <p:cNvSpPr>
              <a:spLocks/>
            </p:cNvSpPr>
            <p:nvPr/>
          </p:nvSpPr>
          <p:spPr bwMode="auto">
            <a:xfrm>
              <a:off x="5451599" y="4312632"/>
              <a:ext cx="1407160" cy="1209040"/>
            </a:xfrm>
            <a:custGeom>
              <a:avLst/>
              <a:gdLst>
                <a:gd name="T0" fmla="*/ 1406928 w 1407159"/>
                <a:gd name="T1" fmla="*/ 1209010 h 1209039"/>
                <a:gd name="T2" fmla="*/ 1399695 w 1407159"/>
                <a:gd name="T3" fmla="*/ 1202795 h 1209039"/>
                <a:gd name="T4" fmla="*/ 0 w 1407159"/>
                <a:gd name="T5" fmla="*/ 0 h 1209039"/>
                <a:gd name="T6" fmla="*/ 0 60000 65536"/>
                <a:gd name="T7" fmla="*/ 0 60000 65536"/>
                <a:gd name="T8" fmla="*/ 0 60000 65536"/>
              </a:gdLst>
              <a:ahLst/>
              <a:cxnLst>
                <a:cxn ang="T6">
                  <a:pos x="T0" y="T1"/>
                </a:cxn>
                <a:cxn ang="T7">
                  <a:pos x="T2" y="T3"/>
                </a:cxn>
                <a:cxn ang="T8">
                  <a:pos x="T4" y="T5"/>
                </a:cxn>
              </a:cxnLst>
              <a:rect l="0" t="0" r="r" b="b"/>
              <a:pathLst>
                <a:path w="1407159" h="1209039">
                  <a:moveTo>
                    <a:pt x="1406910" y="1208992"/>
                  </a:moveTo>
                  <a:lnTo>
                    <a:pt x="1399677" y="1202777"/>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73" name="object 30">
              <a:extLst>
                <a:ext uri="{FF2B5EF4-FFF2-40B4-BE49-F238E27FC236}">
                  <a16:creationId xmlns:a16="http://schemas.microsoft.com/office/drawing/2014/main" id="{7A6A3E04-E4D7-3A30-86AE-AAA5D12AAACF}"/>
                </a:ext>
              </a:extLst>
            </p:cNvPr>
            <p:cNvSpPr>
              <a:spLocks/>
            </p:cNvSpPr>
            <p:nvPr/>
          </p:nvSpPr>
          <p:spPr bwMode="auto">
            <a:xfrm>
              <a:off x="6804079" y="5465770"/>
              <a:ext cx="99695" cy="94615"/>
            </a:xfrm>
            <a:custGeom>
              <a:avLst/>
              <a:gdLst>
                <a:gd name="T0" fmla="*/ 59673 w 99695"/>
                <a:gd name="T1" fmla="*/ 0 h 94614"/>
                <a:gd name="T2" fmla="*/ 47197 w 99695"/>
                <a:gd name="T3" fmla="*/ 49657 h 94614"/>
                <a:gd name="T4" fmla="*/ 0 w 99695"/>
                <a:gd name="T5" fmla="*/ 69459 h 94614"/>
                <a:gd name="T6" fmla="*/ 99278 w 99695"/>
                <a:gd name="T7" fmla="*/ 94412 h 94614"/>
                <a:gd name="T8" fmla="*/ 59673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59673" y="0"/>
                  </a:moveTo>
                  <a:lnTo>
                    <a:pt x="47197" y="49639"/>
                  </a:lnTo>
                  <a:lnTo>
                    <a:pt x="0" y="69441"/>
                  </a:lnTo>
                  <a:lnTo>
                    <a:pt x="99278" y="94394"/>
                  </a:lnTo>
                  <a:lnTo>
                    <a:pt x="59673"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74" name="object 31">
              <a:extLst>
                <a:ext uri="{FF2B5EF4-FFF2-40B4-BE49-F238E27FC236}">
                  <a16:creationId xmlns:a16="http://schemas.microsoft.com/office/drawing/2014/main" id="{1E4C349F-EC4C-DB5E-897C-6788DFF292E7}"/>
                </a:ext>
              </a:extLst>
            </p:cNvPr>
            <p:cNvSpPr>
              <a:spLocks/>
            </p:cNvSpPr>
            <p:nvPr/>
          </p:nvSpPr>
          <p:spPr bwMode="auto">
            <a:xfrm>
              <a:off x="6526848" y="5701063"/>
              <a:ext cx="225425" cy="0"/>
            </a:xfrm>
            <a:custGeom>
              <a:avLst/>
              <a:gdLst>
                <a:gd name="T0" fmla="*/ 0 w 225425"/>
                <a:gd name="T1" fmla="*/ 225220 w 225425"/>
                <a:gd name="T2" fmla="*/ 0 60000 65536"/>
                <a:gd name="T3" fmla="*/ 0 60000 65536"/>
              </a:gdLst>
              <a:ahLst/>
              <a:cxnLst>
                <a:cxn ang="T2">
                  <a:pos x="T0" y="0"/>
                </a:cxn>
                <a:cxn ang="T3">
                  <a:pos x="T1" y="0"/>
                </a:cxn>
              </a:cxnLst>
              <a:rect l="0" t="0" r="r" b="b"/>
              <a:pathLst>
                <a:path w="225425">
                  <a:moveTo>
                    <a:pt x="0" y="0"/>
                  </a:moveTo>
                  <a:lnTo>
                    <a:pt x="225220"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75" name="object 32">
              <a:extLst>
                <a:ext uri="{FF2B5EF4-FFF2-40B4-BE49-F238E27FC236}">
                  <a16:creationId xmlns:a16="http://schemas.microsoft.com/office/drawing/2014/main" id="{E02C2797-E1EB-4ED9-50F7-230D3811B8B7}"/>
                </a:ext>
              </a:extLst>
            </p:cNvPr>
            <p:cNvSpPr>
              <a:spLocks/>
            </p:cNvSpPr>
            <p:nvPr/>
          </p:nvSpPr>
          <p:spPr bwMode="auto">
            <a:xfrm>
              <a:off x="6679584" y="5603777"/>
              <a:ext cx="194945" cy="194945"/>
            </a:xfrm>
            <a:custGeom>
              <a:avLst/>
              <a:gdLst>
                <a:gd name="T0" fmla="*/ 0 w 194945"/>
                <a:gd name="T1" fmla="*/ 0 h 194945"/>
                <a:gd name="T2" fmla="*/ 48642 w 194945"/>
                <a:gd name="T3" fmla="*/ 97281 h 194945"/>
                <a:gd name="T4" fmla="*/ 2 w 194945"/>
                <a:gd name="T5" fmla="*/ 194562 h 194945"/>
                <a:gd name="T6" fmla="*/ 194563 w 194945"/>
                <a:gd name="T7" fmla="*/ 97279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2" y="97281"/>
                  </a:lnTo>
                  <a:lnTo>
                    <a:pt x="2" y="194562"/>
                  </a:lnTo>
                  <a:lnTo>
                    <a:pt x="194563" y="97279"/>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76" name="object 33">
              <a:extLst>
                <a:ext uri="{FF2B5EF4-FFF2-40B4-BE49-F238E27FC236}">
                  <a16:creationId xmlns:a16="http://schemas.microsoft.com/office/drawing/2014/main" id="{627B80EF-BD89-D274-B6D8-E9FC8E89C319}"/>
                </a:ext>
              </a:extLst>
            </p:cNvPr>
            <p:cNvSpPr>
              <a:spLocks/>
            </p:cNvSpPr>
            <p:nvPr/>
          </p:nvSpPr>
          <p:spPr bwMode="auto">
            <a:xfrm>
              <a:off x="5496050" y="4501123"/>
              <a:ext cx="0" cy="897255"/>
            </a:xfrm>
            <a:custGeom>
              <a:avLst/>
              <a:gdLst>
                <a:gd name="T0" fmla="*/ 612308 h 897254"/>
                <a:gd name="T1" fmla="*/ 897266 h 897254"/>
                <a:gd name="T2" fmla="*/ 0 h 897254"/>
                <a:gd name="T3" fmla="*/ 326168 h 8972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897254">
                  <a:moveTo>
                    <a:pt x="0" y="612290"/>
                  </a:moveTo>
                  <a:lnTo>
                    <a:pt x="0" y="897248"/>
                  </a:lnTo>
                </a:path>
                <a:path h="897254">
                  <a:moveTo>
                    <a:pt x="0" y="0"/>
                  </a:moveTo>
                  <a:lnTo>
                    <a:pt x="0" y="326168"/>
                  </a:lnTo>
                </a:path>
              </a:pathLst>
            </a:custGeom>
            <a:noFill/>
            <a:ln w="4776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3277" name="object 34">
              <a:extLst>
                <a:ext uri="{FF2B5EF4-FFF2-40B4-BE49-F238E27FC236}">
                  <a16:creationId xmlns:a16="http://schemas.microsoft.com/office/drawing/2014/main" id="{B06CEF9B-1CFC-3385-B3D1-98B1236151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800" y="5325878"/>
              <a:ext cx="194563" cy="194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78" name="object 35">
              <a:extLst>
                <a:ext uri="{FF2B5EF4-FFF2-40B4-BE49-F238E27FC236}">
                  <a16:creationId xmlns:a16="http://schemas.microsoft.com/office/drawing/2014/main" id="{AA85E4F4-6F0A-A75B-1544-08A51AFD03A4}"/>
                </a:ext>
              </a:extLst>
            </p:cNvPr>
            <p:cNvSpPr>
              <a:spLocks/>
            </p:cNvSpPr>
            <p:nvPr/>
          </p:nvSpPr>
          <p:spPr bwMode="auto">
            <a:xfrm>
              <a:off x="5495343" y="5754933"/>
              <a:ext cx="0" cy="1027430"/>
            </a:xfrm>
            <a:custGeom>
              <a:avLst/>
              <a:gdLst>
                <a:gd name="T0" fmla="*/ 716130 h 1027429"/>
                <a:gd name="T1" fmla="*/ 1026866 h 1027429"/>
                <a:gd name="T2" fmla="*/ 0 h 1027429"/>
                <a:gd name="T3" fmla="*/ 458602 h 102742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27429">
                  <a:moveTo>
                    <a:pt x="0" y="716112"/>
                  </a:moveTo>
                  <a:lnTo>
                    <a:pt x="0" y="1026848"/>
                  </a:lnTo>
                </a:path>
                <a:path h="1027429">
                  <a:moveTo>
                    <a:pt x="0" y="0"/>
                  </a:moveTo>
                  <a:lnTo>
                    <a:pt x="0" y="458602"/>
                  </a:lnTo>
                </a:path>
              </a:pathLst>
            </a:custGeom>
            <a:noFill/>
            <a:ln w="4778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3279" name="object 36">
              <a:extLst>
                <a:ext uri="{FF2B5EF4-FFF2-40B4-BE49-F238E27FC236}">
                  <a16:creationId xmlns:a16="http://schemas.microsoft.com/office/drawing/2014/main" id="{13E9515E-39E7-0321-3ECE-FCD55C26B2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8103" y="6709288"/>
              <a:ext cx="194563" cy="19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80" name="object 37">
              <a:extLst>
                <a:ext uri="{FF2B5EF4-FFF2-40B4-BE49-F238E27FC236}">
                  <a16:creationId xmlns:a16="http://schemas.microsoft.com/office/drawing/2014/main" id="{BA0EC20B-5BA3-5B9A-95BE-2CBE0BE7B17C}"/>
                </a:ext>
              </a:extLst>
            </p:cNvPr>
            <p:cNvSpPr>
              <a:spLocks/>
            </p:cNvSpPr>
            <p:nvPr/>
          </p:nvSpPr>
          <p:spPr bwMode="auto">
            <a:xfrm>
              <a:off x="3278986" y="4888316"/>
              <a:ext cx="429259" cy="286385"/>
            </a:xfrm>
            <a:custGeom>
              <a:avLst/>
              <a:gdLst>
                <a:gd name="T0" fmla="*/ 0 w 429260"/>
                <a:gd name="T1" fmla="*/ 0 h 286385"/>
                <a:gd name="T2" fmla="*/ 429165 w 429260"/>
                <a:gd name="T3" fmla="*/ 0 h 286385"/>
                <a:gd name="T4" fmla="*/ 429165 w 429260"/>
                <a:gd name="T5" fmla="*/ 286122 h 286385"/>
                <a:gd name="T6" fmla="*/ 0 w 429260"/>
                <a:gd name="T7" fmla="*/ 286122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3" y="0"/>
                  </a:lnTo>
                  <a:lnTo>
                    <a:pt x="429183"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41" name="object 39">
            <a:extLst>
              <a:ext uri="{FF2B5EF4-FFF2-40B4-BE49-F238E27FC236}">
                <a16:creationId xmlns:a16="http://schemas.microsoft.com/office/drawing/2014/main" id="{DE89909C-0B0B-3520-603A-37EC4AC7280A}"/>
              </a:ext>
            </a:extLst>
          </p:cNvPr>
          <p:cNvSpPr txBox="1"/>
          <p:nvPr/>
        </p:nvSpPr>
        <p:spPr>
          <a:xfrm>
            <a:off x="4108450" y="4051300"/>
            <a:ext cx="349250" cy="174625"/>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3192" name="object 40">
            <a:extLst>
              <a:ext uri="{FF2B5EF4-FFF2-40B4-BE49-F238E27FC236}">
                <a16:creationId xmlns:a16="http://schemas.microsoft.com/office/drawing/2014/main" id="{593359C3-CE84-C409-F91A-17671BE79926}"/>
              </a:ext>
            </a:extLst>
          </p:cNvPr>
          <p:cNvSpPr>
            <a:spLocks/>
          </p:cNvSpPr>
          <p:nvPr/>
        </p:nvSpPr>
        <p:spPr bwMode="auto">
          <a:xfrm>
            <a:off x="4068763" y="5389563"/>
            <a:ext cx="433387" cy="287337"/>
          </a:xfrm>
          <a:custGeom>
            <a:avLst/>
            <a:gdLst>
              <a:gd name="T0" fmla="*/ 0 w 429260"/>
              <a:gd name="T1" fmla="*/ 0 h 286384"/>
              <a:gd name="T2" fmla="*/ 509860 w 429260"/>
              <a:gd name="T3" fmla="*/ 0 h 286384"/>
              <a:gd name="T4" fmla="*/ 509860 w 429260"/>
              <a:gd name="T5" fmla="*/ 303765 h 286384"/>
              <a:gd name="T6" fmla="*/ 0 w 429260"/>
              <a:gd name="T7" fmla="*/ 303765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3" name="object 41">
            <a:extLst>
              <a:ext uri="{FF2B5EF4-FFF2-40B4-BE49-F238E27FC236}">
                <a16:creationId xmlns:a16="http://schemas.microsoft.com/office/drawing/2014/main" id="{AEDBEC00-BA67-4E9F-7A22-C1E46C6FF3BA}"/>
              </a:ext>
            </a:extLst>
          </p:cNvPr>
          <p:cNvSpPr txBox="1"/>
          <p:nvPr/>
        </p:nvSpPr>
        <p:spPr>
          <a:xfrm>
            <a:off x="4111625" y="5424488"/>
            <a:ext cx="347663" cy="174625"/>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3194" name="object 42">
            <a:extLst>
              <a:ext uri="{FF2B5EF4-FFF2-40B4-BE49-F238E27FC236}">
                <a16:creationId xmlns:a16="http://schemas.microsoft.com/office/drawing/2014/main" id="{A8FFC640-84B2-B7BB-5414-151362B4A59B}"/>
              </a:ext>
            </a:extLst>
          </p:cNvPr>
          <p:cNvSpPr>
            <a:spLocks/>
          </p:cNvSpPr>
          <p:nvPr/>
        </p:nvSpPr>
        <p:spPr bwMode="auto">
          <a:xfrm>
            <a:off x="6030913" y="5341938"/>
            <a:ext cx="531812" cy="258762"/>
          </a:xfrm>
          <a:custGeom>
            <a:avLst/>
            <a:gdLst>
              <a:gd name="T0" fmla="*/ 0 w 525145"/>
              <a:gd name="T1" fmla="*/ 0 h 257810"/>
              <a:gd name="T2" fmla="*/ 658296 w 525145"/>
              <a:gd name="T3" fmla="*/ 0 h 257810"/>
              <a:gd name="T4" fmla="*/ 658296 w 525145"/>
              <a:gd name="T5" fmla="*/ 275186 h 257810"/>
              <a:gd name="T6" fmla="*/ 0 w 525145"/>
              <a:gd name="T7" fmla="*/ 275186 h 257810"/>
              <a:gd name="T8" fmla="*/ 0 w 525145"/>
              <a:gd name="T9" fmla="*/ 0 h 2578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57810">
                <a:moveTo>
                  <a:pt x="0" y="0"/>
                </a:moveTo>
                <a:lnTo>
                  <a:pt x="524556" y="0"/>
                </a:lnTo>
                <a:lnTo>
                  <a:pt x="524556" y="257510"/>
                </a:lnTo>
                <a:lnTo>
                  <a:pt x="0" y="257510"/>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5" name="object 43">
            <a:extLst>
              <a:ext uri="{FF2B5EF4-FFF2-40B4-BE49-F238E27FC236}">
                <a16:creationId xmlns:a16="http://schemas.microsoft.com/office/drawing/2014/main" id="{6EA53A46-5400-464B-EA58-26D12E245F49}"/>
              </a:ext>
            </a:extLst>
          </p:cNvPr>
          <p:cNvSpPr txBox="1"/>
          <p:nvPr/>
        </p:nvSpPr>
        <p:spPr>
          <a:xfrm>
            <a:off x="6078538" y="5367338"/>
            <a:ext cx="434975" cy="1746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3196" name="object 44">
            <a:extLst>
              <a:ext uri="{FF2B5EF4-FFF2-40B4-BE49-F238E27FC236}">
                <a16:creationId xmlns:a16="http://schemas.microsoft.com/office/drawing/2014/main" id="{CD729E9F-A0E1-99C6-10DB-1594F40D6F69}"/>
              </a:ext>
            </a:extLst>
          </p:cNvPr>
          <p:cNvSpPr>
            <a:spLocks/>
          </p:cNvSpPr>
          <p:nvPr/>
        </p:nvSpPr>
        <p:spPr bwMode="auto">
          <a:xfrm>
            <a:off x="3190875" y="3916363"/>
            <a:ext cx="596900" cy="541337"/>
          </a:xfrm>
          <a:custGeom>
            <a:avLst/>
            <a:gdLst>
              <a:gd name="T0" fmla="*/ 597903 w 589914"/>
              <a:gd name="T1" fmla="*/ 0 h 540385"/>
              <a:gd name="T2" fmla="*/ 0 w 589914"/>
              <a:gd name="T3" fmla="*/ 430990 h 540385"/>
              <a:gd name="T4" fmla="*/ 130950 w 589914"/>
              <a:gd name="T5" fmla="*/ 557679 h 540385"/>
              <a:gd name="T6" fmla="*/ 728852 w 589914"/>
              <a:gd name="T7" fmla="*/ 126690 h 540385"/>
              <a:gd name="T8" fmla="*/ 597903 w 589914"/>
              <a:gd name="T9" fmla="*/ 0 h 540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9914" h="540385">
                <a:moveTo>
                  <a:pt x="483725" y="0"/>
                </a:moveTo>
                <a:lnTo>
                  <a:pt x="0" y="417540"/>
                </a:lnTo>
                <a:lnTo>
                  <a:pt x="105943" y="540275"/>
                </a:lnTo>
                <a:lnTo>
                  <a:pt x="589667" y="122736"/>
                </a:lnTo>
                <a:lnTo>
                  <a:pt x="48372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7" name="object 45">
            <a:extLst>
              <a:ext uri="{FF2B5EF4-FFF2-40B4-BE49-F238E27FC236}">
                <a16:creationId xmlns:a16="http://schemas.microsoft.com/office/drawing/2014/main" id="{A7D2C36C-A5B7-82E5-4D55-B43D0660C2D4}"/>
              </a:ext>
            </a:extLst>
          </p:cNvPr>
          <p:cNvSpPr txBox="1"/>
          <p:nvPr/>
        </p:nvSpPr>
        <p:spPr>
          <a:xfrm rot="19200000">
            <a:off x="3227388" y="4111625"/>
            <a:ext cx="515937" cy="141288"/>
          </a:xfrm>
          <a:prstGeom prst="rect">
            <a:avLst/>
          </a:prstGeom>
        </p:spPr>
        <p:txBody>
          <a:bodyPr lIns="0" tIns="0" rIns="0" bIns="0">
            <a:spAutoFit/>
          </a:bodyPr>
          <a:lstStyle/>
          <a:p>
            <a:pPr>
              <a:lnSpc>
                <a:spcPts val="1050"/>
              </a:lnSpc>
              <a:defRPr/>
            </a:pPr>
            <a:r>
              <a:rPr sz="1050" dirty="0">
                <a:latin typeface="Lucida Sans"/>
                <a:cs typeface="Lucida Sans"/>
              </a:rPr>
              <a:t>10</a:t>
            </a:r>
            <a:r>
              <a:rPr sz="1050" spc="-30" dirty="0">
                <a:latin typeface="Lucida Sans"/>
                <a:cs typeface="Lucida Sans"/>
              </a:rPr>
              <a:t> </a:t>
            </a:r>
            <a:r>
              <a:rPr sz="1050" dirty="0">
                <a:latin typeface="Lucida Sans"/>
                <a:cs typeface="Lucida Sans"/>
              </a:rPr>
              <a:t>/</a:t>
            </a:r>
            <a:r>
              <a:rPr sz="1050" spc="-20" dirty="0">
                <a:latin typeface="Lucida Sans"/>
                <a:cs typeface="Lucida Sans"/>
              </a:rPr>
              <a:t> </a:t>
            </a:r>
            <a:r>
              <a:rPr sz="1575" spc="-37" baseline="2645" dirty="0">
                <a:latin typeface="Lucida Sans"/>
                <a:cs typeface="Lucida Sans"/>
              </a:rPr>
              <a:t>10</a:t>
            </a:r>
            <a:endParaRPr sz="1575" baseline="2645">
              <a:latin typeface="Lucida Sans"/>
              <a:cs typeface="Lucida Sans"/>
            </a:endParaRPr>
          </a:p>
        </p:txBody>
      </p:sp>
      <p:sp>
        <p:nvSpPr>
          <p:cNvPr id="48" name="object 46">
            <a:extLst>
              <a:ext uri="{FF2B5EF4-FFF2-40B4-BE49-F238E27FC236}">
                <a16:creationId xmlns:a16="http://schemas.microsoft.com/office/drawing/2014/main" id="{5348EF85-B5BA-0195-41A3-FF00EE6455A0}"/>
              </a:ext>
            </a:extLst>
          </p:cNvPr>
          <p:cNvSpPr txBox="1"/>
          <p:nvPr/>
        </p:nvSpPr>
        <p:spPr>
          <a:xfrm>
            <a:off x="6756400" y="4714875"/>
            <a:ext cx="520700" cy="1746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10 / </a:t>
            </a:r>
            <a:r>
              <a:rPr sz="1050" spc="-25" dirty="0">
                <a:solidFill>
                  <a:srgbClr val="0048AA"/>
                </a:solidFill>
                <a:latin typeface="Lucida Sans"/>
                <a:cs typeface="Lucida Sans"/>
              </a:rPr>
              <a:t>10</a:t>
            </a:r>
            <a:endParaRPr sz="1050">
              <a:latin typeface="Lucida Sans"/>
              <a:cs typeface="Lucida Sans"/>
            </a:endParaRPr>
          </a:p>
        </p:txBody>
      </p:sp>
      <p:sp>
        <p:nvSpPr>
          <p:cNvPr id="93199" name="object 47">
            <a:extLst>
              <a:ext uri="{FF2B5EF4-FFF2-40B4-BE49-F238E27FC236}">
                <a16:creationId xmlns:a16="http://schemas.microsoft.com/office/drawing/2014/main" id="{16FA2C3F-583C-FC22-733B-397B3420637B}"/>
              </a:ext>
            </a:extLst>
          </p:cNvPr>
          <p:cNvSpPr>
            <a:spLocks/>
          </p:cNvSpPr>
          <p:nvPr/>
        </p:nvSpPr>
        <p:spPr bwMode="auto">
          <a:xfrm>
            <a:off x="3276600" y="4746625"/>
            <a:ext cx="434975" cy="161925"/>
          </a:xfrm>
          <a:custGeom>
            <a:avLst/>
            <a:gdLst>
              <a:gd name="T0" fmla="*/ 0 w 429260"/>
              <a:gd name="T1" fmla="*/ 0 h 162560"/>
              <a:gd name="T2" fmla="*/ 544543 w 429260"/>
              <a:gd name="T3" fmla="*/ 0 h 162560"/>
              <a:gd name="T4" fmla="*/ 544543 w 429260"/>
              <a:gd name="T5" fmla="*/ 151105 h 162560"/>
              <a:gd name="T6" fmla="*/ 0 w 429260"/>
              <a:gd name="T7" fmla="*/ 151105 h 162560"/>
              <a:gd name="T8" fmla="*/ 0 w 429260"/>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162560">
                <a:moveTo>
                  <a:pt x="0" y="0"/>
                </a:moveTo>
                <a:lnTo>
                  <a:pt x="429182" y="0"/>
                </a:lnTo>
                <a:lnTo>
                  <a:pt x="42918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0" name="object 48">
            <a:extLst>
              <a:ext uri="{FF2B5EF4-FFF2-40B4-BE49-F238E27FC236}">
                <a16:creationId xmlns:a16="http://schemas.microsoft.com/office/drawing/2014/main" id="{5DA17887-9370-8F3C-90B8-1D4C07348A55}"/>
              </a:ext>
            </a:extLst>
          </p:cNvPr>
          <p:cNvSpPr txBox="1"/>
          <p:nvPr/>
        </p:nvSpPr>
        <p:spPr>
          <a:xfrm>
            <a:off x="3319463" y="4714875"/>
            <a:ext cx="349250" cy="174625"/>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5</a:t>
            </a:r>
            <a:endParaRPr sz="1050" dirty="0">
              <a:latin typeface="Lucida Sans"/>
              <a:cs typeface="Lucida Sans"/>
            </a:endParaRPr>
          </a:p>
        </p:txBody>
      </p:sp>
      <p:grpSp>
        <p:nvGrpSpPr>
          <p:cNvPr id="93201" name="object 49">
            <a:extLst>
              <a:ext uri="{FF2B5EF4-FFF2-40B4-BE49-F238E27FC236}">
                <a16:creationId xmlns:a16="http://schemas.microsoft.com/office/drawing/2014/main" id="{3E1A0259-FC6C-D91E-0038-CC11610797F5}"/>
              </a:ext>
            </a:extLst>
          </p:cNvPr>
          <p:cNvGrpSpPr>
            <a:grpSpLocks/>
          </p:cNvGrpSpPr>
          <p:nvPr/>
        </p:nvGrpSpPr>
        <p:grpSpPr bwMode="auto">
          <a:xfrm>
            <a:off x="2603500" y="3354388"/>
            <a:ext cx="3854450" cy="2949575"/>
            <a:chOff x="1816367" y="4226199"/>
            <a:chExt cx="3811383" cy="2948431"/>
          </a:xfrm>
        </p:grpSpPr>
        <p:sp>
          <p:nvSpPr>
            <p:cNvPr id="93235" name="object 50">
              <a:extLst>
                <a:ext uri="{FF2B5EF4-FFF2-40B4-BE49-F238E27FC236}">
                  <a16:creationId xmlns:a16="http://schemas.microsoft.com/office/drawing/2014/main" id="{9E859A4A-7F09-0DC1-FF73-8C638576B4FC}"/>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36" name="object 51">
              <a:extLst>
                <a:ext uri="{FF2B5EF4-FFF2-40B4-BE49-F238E27FC236}">
                  <a16:creationId xmlns:a16="http://schemas.microsoft.com/office/drawing/2014/main" id="{7A5671C8-5125-F9D0-91F6-7D92A8620CAB}"/>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37" name="object 52">
              <a:extLst>
                <a:ext uri="{FF2B5EF4-FFF2-40B4-BE49-F238E27FC236}">
                  <a16:creationId xmlns:a16="http://schemas.microsoft.com/office/drawing/2014/main" id="{9CE4ADDC-2E47-322D-CD2B-C0D44C29353E}"/>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38" name="object 53">
              <a:extLst>
                <a:ext uri="{FF2B5EF4-FFF2-40B4-BE49-F238E27FC236}">
                  <a16:creationId xmlns:a16="http://schemas.microsoft.com/office/drawing/2014/main" id="{08EFA1DD-7758-200F-AEB7-263887EBD741}"/>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39" name="object 54">
              <a:extLst>
                <a:ext uri="{FF2B5EF4-FFF2-40B4-BE49-F238E27FC236}">
                  <a16:creationId xmlns:a16="http://schemas.microsoft.com/office/drawing/2014/main" id="{C84B8003-B94C-6849-80D0-F4A0F9796F09}"/>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40" name="object 55">
              <a:extLst>
                <a:ext uri="{FF2B5EF4-FFF2-40B4-BE49-F238E27FC236}">
                  <a16:creationId xmlns:a16="http://schemas.microsoft.com/office/drawing/2014/main" id="{7ED50279-0043-119F-359B-50B645D0B57F}"/>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41" name="object 56">
              <a:extLst>
                <a:ext uri="{FF2B5EF4-FFF2-40B4-BE49-F238E27FC236}">
                  <a16:creationId xmlns:a16="http://schemas.microsoft.com/office/drawing/2014/main" id="{537A40D1-CDF7-BDDF-4044-B1D2BE8271A1}"/>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42" name="object 57">
              <a:extLst>
                <a:ext uri="{FF2B5EF4-FFF2-40B4-BE49-F238E27FC236}">
                  <a16:creationId xmlns:a16="http://schemas.microsoft.com/office/drawing/2014/main" id="{3D82494F-3ABC-5C40-B95A-3765D684D695}"/>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43" name="object 58">
              <a:extLst>
                <a:ext uri="{FF2B5EF4-FFF2-40B4-BE49-F238E27FC236}">
                  <a16:creationId xmlns:a16="http://schemas.microsoft.com/office/drawing/2014/main" id="{D5642FB5-2181-2140-2E97-3A727F0F1DCB}"/>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44" name="object 59">
              <a:extLst>
                <a:ext uri="{FF2B5EF4-FFF2-40B4-BE49-F238E27FC236}">
                  <a16:creationId xmlns:a16="http://schemas.microsoft.com/office/drawing/2014/main" id="{05811F57-1656-84BF-FE33-EA6C1B89D61D}"/>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45" name="object 61">
              <a:extLst>
                <a:ext uri="{FF2B5EF4-FFF2-40B4-BE49-F238E27FC236}">
                  <a16:creationId xmlns:a16="http://schemas.microsoft.com/office/drawing/2014/main" id="{55ED82CE-2F08-5BEB-C6F6-5214161CF8C0}"/>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46" name="object 62">
              <a:extLst>
                <a:ext uri="{FF2B5EF4-FFF2-40B4-BE49-F238E27FC236}">
                  <a16:creationId xmlns:a16="http://schemas.microsoft.com/office/drawing/2014/main" id="{57D716ED-453A-242C-E94C-90D752A07D10}"/>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3202" name="object 63">
            <a:extLst>
              <a:ext uri="{FF2B5EF4-FFF2-40B4-BE49-F238E27FC236}">
                <a16:creationId xmlns:a16="http://schemas.microsoft.com/office/drawing/2014/main" id="{336F00C8-9FCE-AE8C-FFD6-3699EFE2831E}"/>
              </a:ext>
            </a:extLst>
          </p:cNvPr>
          <p:cNvSpPr txBox="1">
            <a:spLocks noChangeArrowheads="1"/>
          </p:cNvSpPr>
          <p:nvPr/>
        </p:nvSpPr>
        <p:spPr bwMode="auto">
          <a:xfrm>
            <a:off x="2686050" y="4670425"/>
            <a:ext cx="104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s</a:t>
            </a:r>
            <a:endParaRPr lang="zh-CN" altLang="zh-CN" sz="1200">
              <a:latin typeface="Lucida Sans" panose="020B0602030504020204" pitchFamily="34" charset="0"/>
            </a:endParaRPr>
          </a:p>
        </p:txBody>
      </p:sp>
      <p:grpSp>
        <p:nvGrpSpPr>
          <p:cNvPr id="93203" name="object 64">
            <a:extLst>
              <a:ext uri="{FF2B5EF4-FFF2-40B4-BE49-F238E27FC236}">
                <a16:creationId xmlns:a16="http://schemas.microsoft.com/office/drawing/2014/main" id="{E3737ABF-5E93-A1D4-4FEE-EE11915C9F9B}"/>
              </a:ext>
            </a:extLst>
          </p:cNvPr>
          <p:cNvGrpSpPr>
            <a:grpSpLocks/>
          </p:cNvGrpSpPr>
          <p:nvPr/>
        </p:nvGrpSpPr>
        <p:grpSpPr bwMode="auto">
          <a:xfrm>
            <a:off x="7729538" y="4638675"/>
            <a:ext cx="280987" cy="277813"/>
            <a:chOff x="6883621" y="5535110"/>
            <a:chExt cx="277495" cy="277495"/>
          </a:xfrm>
        </p:grpSpPr>
        <p:sp>
          <p:nvSpPr>
            <p:cNvPr id="93233" name="object 65">
              <a:extLst>
                <a:ext uri="{FF2B5EF4-FFF2-40B4-BE49-F238E27FC236}">
                  <a16:creationId xmlns:a16="http://schemas.microsoft.com/office/drawing/2014/main" id="{19AE95B3-76F0-0C4C-E7D7-413837AA91CE}"/>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34" name="object 66">
              <a:extLst>
                <a:ext uri="{FF2B5EF4-FFF2-40B4-BE49-F238E27FC236}">
                  <a16:creationId xmlns:a16="http://schemas.microsoft.com/office/drawing/2014/main" id="{E6790ED9-FF85-EF1E-31C8-A736A5F4AA44}"/>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3204" name="object 67">
            <a:extLst>
              <a:ext uri="{FF2B5EF4-FFF2-40B4-BE49-F238E27FC236}">
                <a16:creationId xmlns:a16="http://schemas.microsoft.com/office/drawing/2014/main" id="{202A8C40-E5F0-14D3-2EB7-8C2630D41EF5}"/>
              </a:ext>
            </a:extLst>
          </p:cNvPr>
          <p:cNvSpPr txBox="1">
            <a:spLocks noChangeArrowheads="1"/>
          </p:cNvSpPr>
          <p:nvPr/>
        </p:nvSpPr>
        <p:spPr bwMode="auto">
          <a:xfrm>
            <a:off x="7829550" y="4656138"/>
            <a:ext cx="82550"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t</a:t>
            </a:r>
            <a:endParaRPr lang="zh-CN" altLang="zh-CN" sz="1200">
              <a:latin typeface="Lucida Sans" panose="020B0602030504020204" pitchFamily="34" charset="0"/>
            </a:endParaRPr>
          </a:p>
        </p:txBody>
      </p:sp>
      <p:sp>
        <p:nvSpPr>
          <p:cNvPr id="93205" name="object 68">
            <a:extLst>
              <a:ext uri="{FF2B5EF4-FFF2-40B4-BE49-F238E27FC236}">
                <a16:creationId xmlns:a16="http://schemas.microsoft.com/office/drawing/2014/main" id="{E419CC67-8337-A62E-47C3-7A1C452FF07D}"/>
              </a:ext>
            </a:extLst>
          </p:cNvPr>
          <p:cNvSpPr>
            <a:spLocks/>
          </p:cNvSpPr>
          <p:nvPr/>
        </p:nvSpPr>
        <p:spPr bwMode="auto">
          <a:xfrm>
            <a:off x="5095875" y="5362575"/>
            <a:ext cx="454025" cy="369888"/>
          </a:xfrm>
          <a:custGeom>
            <a:avLst/>
            <a:gdLst>
              <a:gd name="T0" fmla="*/ 107840 w 448945"/>
              <a:gd name="T1" fmla="*/ 0 h 369570"/>
              <a:gd name="T2" fmla="*/ 0 w 448945"/>
              <a:gd name="T3" fmla="*/ 138252 h 369570"/>
              <a:gd name="T4" fmla="*/ 441252 w 448945"/>
              <a:gd name="T5" fmla="*/ 375002 h 369570"/>
              <a:gd name="T6" fmla="*/ 549091 w 448945"/>
              <a:gd name="T7" fmla="*/ 236751 h 369570"/>
              <a:gd name="T8" fmla="*/ 107840 w 448945"/>
              <a:gd name="T9" fmla="*/ 0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945" h="369570">
                <a:moveTo>
                  <a:pt x="88068" y="0"/>
                </a:moveTo>
                <a:lnTo>
                  <a:pt x="0" y="136132"/>
                </a:lnTo>
                <a:lnTo>
                  <a:pt x="360351" y="369253"/>
                </a:lnTo>
                <a:lnTo>
                  <a:pt x="448419" y="233121"/>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1" name="object 69">
            <a:extLst>
              <a:ext uri="{FF2B5EF4-FFF2-40B4-BE49-F238E27FC236}">
                <a16:creationId xmlns:a16="http://schemas.microsoft.com/office/drawing/2014/main" id="{B5A06204-DA30-2531-025C-7A30070DB205}"/>
              </a:ext>
            </a:extLst>
          </p:cNvPr>
          <p:cNvSpPr txBox="1"/>
          <p:nvPr/>
        </p:nvSpPr>
        <p:spPr>
          <a:xfrm rot="1920000">
            <a:off x="5148263" y="5476875"/>
            <a:ext cx="354012" cy="133350"/>
          </a:xfrm>
          <a:prstGeom prst="rect">
            <a:avLst/>
          </a:prstGeom>
        </p:spPr>
        <p:txBody>
          <a:bodyPr lIns="0" tIns="0" rIns="0" bIns="0">
            <a:spAutoFit/>
          </a:bodyPr>
          <a:lstStyle/>
          <a:p>
            <a:pPr>
              <a:lnSpc>
                <a:spcPts val="1045"/>
              </a:lnSpc>
              <a:defRPr/>
            </a:pPr>
            <a:r>
              <a:rPr sz="1575" baseline="2645" dirty="0">
                <a:solidFill>
                  <a:srgbClr val="BABABA"/>
                </a:solidFill>
                <a:latin typeface="Lucida Sans"/>
                <a:cs typeface="Lucida Sans"/>
              </a:rPr>
              <a:t>0</a:t>
            </a:r>
            <a:r>
              <a:rPr sz="1575" spc="-30" baseline="2645" dirty="0">
                <a:solidFill>
                  <a:srgbClr val="BABABA"/>
                </a:solidFill>
                <a:latin typeface="Lucida Sans"/>
                <a:cs typeface="Lucida Sans"/>
              </a:rPr>
              <a:t> </a:t>
            </a:r>
            <a:r>
              <a:rPr sz="1050" dirty="0">
                <a:solidFill>
                  <a:srgbClr val="BABABA"/>
                </a:solidFill>
                <a:latin typeface="Lucida Sans"/>
                <a:cs typeface="Lucida Sans"/>
              </a:rPr>
              <a:t>/</a:t>
            </a:r>
            <a:r>
              <a:rPr sz="1050" spc="-20" dirty="0">
                <a:solidFill>
                  <a:srgbClr val="BABABA"/>
                </a:solidFill>
                <a:latin typeface="Lucida Sans"/>
                <a:cs typeface="Lucida Sans"/>
              </a:rPr>
              <a:t> </a:t>
            </a:r>
            <a:r>
              <a:rPr sz="1050" spc="-50" dirty="0">
                <a:solidFill>
                  <a:srgbClr val="BABABA"/>
                </a:solidFill>
                <a:latin typeface="Lucida Sans"/>
                <a:cs typeface="Lucida Sans"/>
              </a:rPr>
              <a:t>6</a:t>
            </a:r>
            <a:endParaRPr sz="1050">
              <a:latin typeface="Lucida Sans"/>
              <a:cs typeface="Lucida Sans"/>
            </a:endParaRPr>
          </a:p>
        </p:txBody>
      </p:sp>
      <p:sp>
        <p:nvSpPr>
          <p:cNvPr id="93207" name="object 70">
            <a:extLst>
              <a:ext uri="{FF2B5EF4-FFF2-40B4-BE49-F238E27FC236}">
                <a16:creationId xmlns:a16="http://schemas.microsoft.com/office/drawing/2014/main" id="{7B79CD5C-E9A8-4881-EDE9-22F7AA36B23F}"/>
              </a:ext>
            </a:extLst>
          </p:cNvPr>
          <p:cNvSpPr>
            <a:spLocks/>
          </p:cNvSpPr>
          <p:nvPr/>
        </p:nvSpPr>
        <p:spPr bwMode="auto">
          <a:xfrm>
            <a:off x="6802438" y="3905250"/>
            <a:ext cx="501650" cy="458788"/>
          </a:xfrm>
          <a:custGeom>
            <a:avLst/>
            <a:gdLst>
              <a:gd name="T0" fmla="*/ 126985 w 496570"/>
              <a:gd name="T1" fmla="*/ 0 h 459104"/>
              <a:gd name="T2" fmla="*/ 0 w 496570"/>
              <a:gd name="T3" fmla="*/ 121401 h 459104"/>
              <a:gd name="T4" fmla="*/ 468957 w 496570"/>
              <a:gd name="T5" fmla="*/ 453101 h 459104"/>
              <a:gd name="T6" fmla="*/ 595945 w 496570"/>
              <a:gd name="T7" fmla="*/ 331698 h 459104"/>
              <a:gd name="T8" fmla="*/ 126985 w 496570"/>
              <a:gd name="T9" fmla="*/ 0 h 459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570" h="459104">
                <a:moveTo>
                  <a:pt x="105727" y="0"/>
                </a:moveTo>
                <a:lnTo>
                  <a:pt x="0" y="122920"/>
                </a:lnTo>
                <a:lnTo>
                  <a:pt x="390453" y="458764"/>
                </a:lnTo>
                <a:lnTo>
                  <a:pt x="496182" y="335843"/>
                </a:lnTo>
                <a:lnTo>
                  <a:pt x="10572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3" name="object 71">
            <a:extLst>
              <a:ext uri="{FF2B5EF4-FFF2-40B4-BE49-F238E27FC236}">
                <a16:creationId xmlns:a16="http://schemas.microsoft.com/office/drawing/2014/main" id="{88A1C4E8-F6D4-38C5-1A59-BD346A58C21A}"/>
              </a:ext>
            </a:extLst>
          </p:cNvPr>
          <p:cNvSpPr txBox="1"/>
          <p:nvPr/>
        </p:nvSpPr>
        <p:spPr>
          <a:xfrm rot="2400000">
            <a:off x="6838950" y="4065588"/>
            <a:ext cx="433388" cy="133350"/>
          </a:xfrm>
          <a:prstGeom prst="rect">
            <a:avLst/>
          </a:prstGeom>
        </p:spPr>
        <p:txBody>
          <a:bodyPr lIns="0" tIns="0" rIns="0" bIns="0">
            <a:spAutoFit/>
          </a:bodyPr>
          <a:lstStyle/>
          <a:p>
            <a:pPr>
              <a:lnSpc>
                <a:spcPts val="1040"/>
              </a:lnSpc>
              <a:defRPr/>
            </a:pPr>
            <a:r>
              <a:rPr sz="1050" dirty="0">
                <a:latin typeface="Lucida Sans"/>
                <a:cs typeface="Lucida Sans"/>
              </a:rPr>
              <a:t>5</a:t>
            </a:r>
            <a:r>
              <a:rPr sz="1050" spc="-20"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10</a:t>
            </a:r>
            <a:endParaRPr sz="1050">
              <a:latin typeface="Lucida Sans"/>
              <a:cs typeface="Lucida Sans"/>
            </a:endParaRPr>
          </a:p>
        </p:txBody>
      </p:sp>
      <p:sp>
        <p:nvSpPr>
          <p:cNvPr id="93209" name="object 72">
            <a:extLst>
              <a:ext uri="{FF2B5EF4-FFF2-40B4-BE49-F238E27FC236}">
                <a16:creationId xmlns:a16="http://schemas.microsoft.com/office/drawing/2014/main" id="{97C0DFFE-B4E0-887F-8C6C-DA48A2190943}"/>
              </a:ext>
            </a:extLst>
          </p:cNvPr>
          <p:cNvSpPr>
            <a:spLocks/>
          </p:cNvSpPr>
          <p:nvPr/>
        </p:nvSpPr>
        <p:spPr bwMode="auto">
          <a:xfrm>
            <a:off x="5070475" y="3389313"/>
            <a:ext cx="482600" cy="161925"/>
          </a:xfrm>
          <a:custGeom>
            <a:avLst/>
            <a:gdLst>
              <a:gd name="T0" fmla="*/ 0 w 476885"/>
              <a:gd name="T1" fmla="*/ 0 h 162560"/>
              <a:gd name="T2" fmla="*/ 590917 w 476885"/>
              <a:gd name="T3" fmla="*/ 0 h 162560"/>
              <a:gd name="T4" fmla="*/ 590917 w 476885"/>
              <a:gd name="T5" fmla="*/ 151105 h 162560"/>
              <a:gd name="T6" fmla="*/ 0 w 476885"/>
              <a:gd name="T7" fmla="*/ 151105 h 162560"/>
              <a:gd name="T8" fmla="*/ 0 w 4768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6885" h="162560">
                <a:moveTo>
                  <a:pt x="0" y="0"/>
                </a:moveTo>
                <a:lnTo>
                  <a:pt x="476869" y="0"/>
                </a:lnTo>
                <a:lnTo>
                  <a:pt x="476869"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5" name="object 73">
            <a:extLst>
              <a:ext uri="{FF2B5EF4-FFF2-40B4-BE49-F238E27FC236}">
                <a16:creationId xmlns:a16="http://schemas.microsoft.com/office/drawing/2014/main" id="{58B82BB2-EA1C-CF10-F7F8-96312E8F19A6}"/>
              </a:ext>
            </a:extLst>
          </p:cNvPr>
          <p:cNvSpPr txBox="1"/>
          <p:nvPr/>
        </p:nvSpPr>
        <p:spPr>
          <a:xfrm>
            <a:off x="5137150" y="3357563"/>
            <a:ext cx="347663" cy="174625"/>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9</a:t>
            </a:r>
            <a:endParaRPr sz="1050">
              <a:latin typeface="Lucida Sans"/>
              <a:cs typeface="Lucida Sans"/>
            </a:endParaRPr>
          </a:p>
        </p:txBody>
      </p:sp>
      <p:sp>
        <p:nvSpPr>
          <p:cNvPr id="76" name="object 74">
            <a:extLst>
              <a:ext uri="{FF2B5EF4-FFF2-40B4-BE49-F238E27FC236}">
                <a16:creationId xmlns:a16="http://schemas.microsoft.com/office/drawing/2014/main" id="{B786B9D0-50EB-85CD-63CA-C31D68CF0201}"/>
              </a:ext>
            </a:extLst>
          </p:cNvPr>
          <p:cNvSpPr txBox="1"/>
          <p:nvPr/>
        </p:nvSpPr>
        <p:spPr>
          <a:xfrm>
            <a:off x="5132388" y="4713288"/>
            <a:ext cx="347662" cy="173037"/>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5 / </a:t>
            </a:r>
            <a:r>
              <a:rPr sz="1050" spc="-50" dirty="0">
                <a:solidFill>
                  <a:srgbClr val="0048AA"/>
                </a:solidFill>
                <a:latin typeface="Lucida Sans"/>
                <a:cs typeface="Lucida Sans"/>
              </a:rPr>
              <a:t>8</a:t>
            </a:r>
            <a:endParaRPr sz="1050">
              <a:latin typeface="Lucida Sans"/>
              <a:cs typeface="Lucida Sans"/>
            </a:endParaRPr>
          </a:p>
        </p:txBody>
      </p:sp>
      <p:sp>
        <p:nvSpPr>
          <p:cNvPr id="93212" name="object 75">
            <a:extLst>
              <a:ext uri="{FF2B5EF4-FFF2-40B4-BE49-F238E27FC236}">
                <a16:creationId xmlns:a16="http://schemas.microsoft.com/office/drawing/2014/main" id="{9AEA034C-2652-F19B-AC9E-A6C05EA18185}"/>
              </a:ext>
            </a:extLst>
          </p:cNvPr>
          <p:cNvSpPr>
            <a:spLocks/>
          </p:cNvSpPr>
          <p:nvPr/>
        </p:nvSpPr>
        <p:spPr bwMode="auto">
          <a:xfrm>
            <a:off x="5048250" y="3937000"/>
            <a:ext cx="534988" cy="419100"/>
          </a:xfrm>
          <a:custGeom>
            <a:avLst/>
            <a:gdLst>
              <a:gd name="T0" fmla="*/ 104563 w 529589"/>
              <a:gd name="T1" fmla="*/ 0 h 419100"/>
              <a:gd name="T2" fmla="*/ 0 w 529589"/>
              <a:gd name="T3" fmla="*/ 136744 h 419100"/>
              <a:gd name="T4" fmla="*/ 531011 w 529589"/>
              <a:gd name="T5" fmla="*/ 418589 h 419100"/>
              <a:gd name="T6" fmla="*/ 635571 w 529589"/>
              <a:gd name="T7" fmla="*/ 281844 h 419100"/>
              <a:gd name="T8" fmla="*/ 104563 w 529589"/>
              <a:gd name="T9" fmla="*/ 0 h 419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589" h="419100">
                <a:moveTo>
                  <a:pt x="87115" y="0"/>
                </a:moveTo>
                <a:lnTo>
                  <a:pt x="0" y="136744"/>
                </a:lnTo>
                <a:lnTo>
                  <a:pt x="442407" y="418589"/>
                </a:lnTo>
                <a:lnTo>
                  <a:pt x="529522" y="281844"/>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8" name="object 76">
            <a:extLst>
              <a:ext uri="{FF2B5EF4-FFF2-40B4-BE49-F238E27FC236}">
                <a16:creationId xmlns:a16="http://schemas.microsoft.com/office/drawing/2014/main" id="{45AD84CE-82DC-817F-D970-DAD7A2BBCB0E}"/>
              </a:ext>
            </a:extLst>
          </p:cNvPr>
          <p:cNvSpPr txBox="1"/>
          <p:nvPr/>
        </p:nvSpPr>
        <p:spPr>
          <a:xfrm rot="1920000">
            <a:off x="5102225" y="4076700"/>
            <a:ext cx="431800" cy="133350"/>
          </a:xfrm>
          <a:prstGeom prst="rect">
            <a:avLst/>
          </a:prstGeom>
        </p:spPr>
        <p:txBody>
          <a:bodyPr lIns="0" tIns="0" rIns="0" bIns="0">
            <a:spAutoFit/>
          </a:bodyPr>
          <a:lstStyle/>
          <a:p>
            <a:pPr>
              <a:lnSpc>
                <a:spcPts val="1045"/>
              </a:lnSpc>
              <a:defRPr/>
            </a:pPr>
            <a:r>
              <a:rPr sz="1050" dirty="0">
                <a:solidFill>
                  <a:srgbClr val="0048AA"/>
                </a:solidFill>
                <a:latin typeface="Lucida Sans"/>
                <a:cs typeface="Lucida Sans"/>
              </a:rPr>
              <a:t>5</a:t>
            </a:r>
            <a:r>
              <a:rPr sz="1050" spc="-15" dirty="0">
                <a:solidFill>
                  <a:srgbClr val="0048AA"/>
                </a:solidFill>
                <a:latin typeface="Lucida Sans"/>
                <a:cs typeface="Lucida Sans"/>
              </a:rPr>
              <a:t> </a:t>
            </a:r>
            <a:r>
              <a:rPr sz="1050" dirty="0">
                <a:solidFill>
                  <a:srgbClr val="0048AA"/>
                </a:solidFill>
                <a:latin typeface="Lucida Sans"/>
                <a:cs typeface="Lucida Sans"/>
              </a:rPr>
              <a:t>/</a:t>
            </a:r>
            <a:r>
              <a:rPr sz="1050" spc="-15" dirty="0">
                <a:solidFill>
                  <a:srgbClr val="0048AA"/>
                </a:solidFill>
                <a:latin typeface="Lucida Sans"/>
                <a:cs typeface="Lucida Sans"/>
              </a:rPr>
              <a:t> </a:t>
            </a:r>
            <a:r>
              <a:rPr sz="1050" spc="-35" dirty="0">
                <a:solidFill>
                  <a:srgbClr val="0048AA"/>
                </a:solidFill>
                <a:latin typeface="Lucida Sans"/>
                <a:cs typeface="Lucida Sans"/>
              </a:rPr>
              <a:t>15</a:t>
            </a:r>
            <a:endParaRPr sz="1050" dirty="0">
              <a:latin typeface="Lucida Sans"/>
              <a:cs typeface="Lucida Sans"/>
            </a:endParaRPr>
          </a:p>
        </p:txBody>
      </p:sp>
      <p:grpSp>
        <p:nvGrpSpPr>
          <p:cNvPr id="93214" name="object 77">
            <a:extLst>
              <a:ext uri="{FF2B5EF4-FFF2-40B4-BE49-F238E27FC236}">
                <a16:creationId xmlns:a16="http://schemas.microsoft.com/office/drawing/2014/main" id="{27391CCA-A308-A835-13D9-B745D6FD331F}"/>
              </a:ext>
            </a:extLst>
          </p:cNvPr>
          <p:cNvGrpSpPr>
            <a:grpSpLocks/>
          </p:cNvGrpSpPr>
          <p:nvPr/>
        </p:nvGrpSpPr>
        <p:grpSpPr bwMode="auto">
          <a:xfrm>
            <a:off x="4133850" y="3349625"/>
            <a:ext cx="3251200" cy="2382838"/>
            <a:chOff x="3346642" y="4221119"/>
            <a:chExt cx="3215640" cy="2383155"/>
          </a:xfrm>
        </p:grpSpPr>
        <p:sp>
          <p:nvSpPr>
            <p:cNvPr id="93230" name="object 78">
              <a:extLst>
                <a:ext uri="{FF2B5EF4-FFF2-40B4-BE49-F238E27FC236}">
                  <a16:creationId xmlns:a16="http://schemas.microsoft.com/office/drawing/2014/main" id="{4CE5DBE9-A2D1-5F0C-44D7-676471D77AD9}"/>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3231" name="object 79">
              <a:extLst>
                <a:ext uri="{FF2B5EF4-FFF2-40B4-BE49-F238E27FC236}">
                  <a16:creationId xmlns:a16="http://schemas.microsoft.com/office/drawing/2014/main" id="{4D03BF99-88DB-45D7-6251-ECDB4E788AE0}"/>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32" name="object 80">
              <a:extLst>
                <a:ext uri="{FF2B5EF4-FFF2-40B4-BE49-F238E27FC236}">
                  <a16:creationId xmlns:a16="http://schemas.microsoft.com/office/drawing/2014/main" id="{B4130580-B6D7-D1F1-5B86-A9E3ECEAA91C}"/>
                </a:ext>
              </a:extLst>
            </p:cNvPr>
            <p:cNvSpPr>
              <a:spLocks/>
            </p:cNvSpPr>
            <p:nvPr/>
          </p:nvSpPr>
          <p:spPr bwMode="auto">
            <a:xfrm>
              <a:off x="6002439" y="6086831"/>
              <a:ext cx="559435" cy="517525"/>
            </a:xfrm>
            <a:custGeom>
              <a:avLst/>
              <a:gdLst>
                <a:gd name="T0" fmla="*/ 452800 w 559434"/>
                <a:gd name="T1" fmla="*/ 0 h 517525"/>
                <a:gd name="T2" fmla="*/ 0 w 559434"/>
                <a:gd name="T3" fmla="*/ 394987 h 517525"/>
                <a:gd name="T4" fmla="*/ 106583 w 559434"/>
                <a:gd name="T5" fmla="*/ 517167 h 517525"/>
                <a:gd name="T6" fmla="*/ 559384 w 559434"/>
                <a:gd name="T7" fmla="*/ 122179 h 517525"/>
                <a:gd name="T8" fmla="*/ 452800 w 559434"/>
                <a:gd name="T9" fmla="*/ 0 h 517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9434" h="517525">
                  <a:moveTo>
                    <a:pt x="452782" y="0"/>
                  </a:moveTo>
                  <a:lnTo>
                    <a:pt x="0" y="394987"/>
                  </a:lnTo>
                  <a:lnTo>
                    <a:pt x="106583" y="517167"/>
                  </a:lnTo>
                  <a:lnTo>
                    <a:pt x="559366" y="122179"/>
                  </a:lnTo>
                  <a:lnTo>
                    <a:pt x="4527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83" name="object 81">
            <a:extLst>
              <a:ext uri="{FF2B5EF4-FFF2-40B4-BE49-F238E27FC236}">
                <a16:creationId xmlns:a16="http://schemas.microsoft.com/office/drawing/2014/main" id="{205E736E-7D8A-A92A-6D73-9F50D953B1F6}"/>
              </a:ext>
            </a:extLst>
          </p:cNvPr>
          <p:cNvSpPr txBox="1"/>
          <p:nvPr/>
        </p:nvSpPr>
        <p:spPr>
          <a:xfrm rot="19140000">
            <a:off x="6811963" y="5397500"/>
            <a:ext cx="512762" cy="141288"/>
          </a:xfrm>
          <a:prstGeom prst="rect">
            <a:avLst/>
          </a:prstGeom>
        </p:spPr>
        <p:txBody>
          <a:bodyPr lIns="0" tIns="0" rIns="0" bIns="0">
            <a:spAutoFit/>
          </a:bodyPr>
          <a:lstStyle/>
          <a:p>
            <a:pPr>
              <a:lnSpc>
                <a:spcPts val="1050"/>
              </a:lnSpc>
              <a:defRPr/>
            </a:pPr>
            <a:r>
              <a:rPr sz="1050" dirty="0">
                <a:latin typeface="Lucida Sans"/>
                <a:cs typeface="Lucida Sans"/>
              </a:rPr>
              <a:t>10</a:t>
            </a:r>
            <a:r>
              <a:rPr sz="1050" spc="-5" dirty="0">
                <a:latin typeface="Lucida Sans"/>
                <a:cs typeface="Lucida Sans"/>
              </a:rPr>
              <a:t> </a:t>
            </a:r>
            <a:r>
              <a:rPr sz="1050" dirty="0">
                <a:latin typeface="Lucida Sans"/>
                <a:cs typeface="Lucida Sans"/>
              </a:rPr>
              <a:t>/</a:t>
            </a:r>
            <a:r>
              <a:rPr sz="1050" spc="-5" dirty="0">
                <a:latin typeface="Lucida Sans"/>
                <a:cs typeface="Lucida Sans"/>
              </a:rPr>
              <a:t> </a:t>
            </a:r>
            <a:r>
              <a:rPr sz="1050" spc="-35" dirty="0">
                <a:latin typeface="Lucida Sans"/>
                <a:cs typeface="Lucida Sans"/>
              </a:rPr>
              <a:t>10</a:t>
            </a:r>
            <a:endParaRPr sz="1050" dirty="0">
              <a:latin typeface="Lucida Sans"/>
              <a:cs typeface="Lucida Sans"/>
            </a:endParaRPr>
          </a:p>
        </p:txBody>
      </p:sp>
      <p:sp>
        <p:nvSpPr>
          <p:cNvPr id="93216" name="object 82">
            <a:extLst>
              <a:ext uri="{FF2B5EF4-FFF2-40B4-BE49-F238E27FC236}">
                <a16:creationId xmlns:a16="http://schemas.microsoft.com/office/drawing/2014/main" id="{1DF6DC67-05D3-40C5-2A76-A2E67FEAFF37}"/>
              </a:ext>
            </a:extLst>
          </p:cNvPr>
          <p:cNvSpPr>
            <a:spLocks/>
          </p:cNvSpPr>
          <p:nvPr/>
        </p:nvSpPr>
        <p:spPr bwMode="auto">
          <a:xfrm>
            <a:off x="3186113" y="5226050"/>
            <a:ext cx="592137" cy="547688"/>
          </a:xfrm>
          <a:custGeom>
            <a:avLst/>
            <a:gdLst>
              <a:gd name="T0" fmla="*/ 132247 w 585469"/>
              <a:gd name="T1" fmla="*/ 0 h 546734"/>
              <a:gd name="T2" fmla="*/ 0 w 585469"/>
              <a:gd name="T3" fmla="*/ 124912 h 546734"/>
              <a:gd name="T4" fmla="*/ 584996 w 585469"/>
              <a:gd name="T5" fmla="*/ 563540 h 546734"/>
              <a:gd name="T6" fmla="*/ 717242 w 585469"/>
              <a:gd name="T7" fmla="*/ 438626 h 546734"/>
              <a:gd name="T8" fmla="*/ 132247 w 585469"/>
              <a:gd name="T9" fmla="*/ 0 h 546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469" h="546734">
                <a:moveTo>
                  <a:pt x="107857" y="0"/>
                </a:moveTo>
                <a:lnTo>
                  <a:pt x="0" y="121056"/>
                </a:lnTo>
                <a:lnTo>
                  <a:pt x="477105" y="546142"/>
                </a:lnTo>
                <a:lnTo>
                  <a:pt x="584963" y="425085"/>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5" name="object 83">
            <a:extLst>
              <a:ext uri="{FF2B5EF4-FFF2-40B4-BE49-F238E27FC236}">
                <a16:creationId xmlns:a16="http://schemas.microsoft.com/office/drawing/2014/main" id="{86595F78-2214-0B4C-811C-5DACD9AE21F7}"/>
              </a:ext>
            </a:extLst>
          </p:cNvPr>
          <p:cNvSpPr txBox="1"/>
          <p:nvPr/>
        </p:nvSpPr>
        <p:spPr>
          <a:xfrm rot="2460000">
            <a:off x="3227388" y="5430838"/>
            <a:ext cx="514350" cy="133350"/>
          </a:xfrm>
          <a:prstGeom prst="rect">
            <a:avLst/>
          </a:prstGeom>
        </p:spPr>
        <p:txBody>
          <a:bodyPr lIns="0" tIns="0" rIns="0" bIns="0">
            <a:spAutoFit/>
          </a:bodyPr>
          <a:lstStyle/>
          <a:p>
            <a:pPr>
              <a:lnSpc>
                <a:spcPts val="1045"/>
              </a:lnSpc>
              <a:defRPr/>
            </a:pPr>
            <a:r>
              <a:rPr sz="1575" baseline="2645" dirty="0">
                <a:latin typeface="Lucida Sans"/>
                <a:cs typeface="Lucida Sans"/>
              </a:rPr>
              <a:t>10</a:t>
            </a:r>
            <a:r>
              <a:rPr sz="1575" spc="-44" baseline="2645"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15</a:t>
            </a:r>
            <a:endParaRPr sz="1050">
              <a:latin typeface="Lucida Sans"/>
              <a:cs typeface="Lucida Sans"/>
            </a:endParaRPr>
          </a:p>
        </p:txBody>
      </p:sp>
      <p:sp>
        <p:nvSpPr>
          <p:cNvPr id="93218" name="object 84">
            <a:extLst>
              <a:ext uri="{FF2B5EF4-FFF2-40B4-BE49-F238E27FC236}">
                <a16:creationId xmlns:a16="http://schemas.microsoft.com/office/drawing/2014/main" id="{6AB429A5-A190-E21C-AE53-3113FC7761D7}"/>
              </a:ext>
            </a:extLst>
          </p:cNvPr>
          <p:cNvSpPr>
            <a:spLocks/>
          </p:cNvSpPr>
          <p:nvPr/>
        </p:nvSpPr>
        <p:spPr bwMode="auto">
          <a:xfrm>
            <a:off x="4946650" y="6062663"/>
            <a:ext cx="665163" cy="239712"/>
          </a:xfrm>
          <a:custGeom>
            <a:avLst/>
            <a:gdLst>
              <a:gd name="T0" fmla="*/ 0 w 658495"/>
              <a:gd name="T1" fmla="*/ 0 h 238759"/>
              <a:gd name="T2" fmla="*/ 788917 w 658495"/>
              <a:gd name="T3" fmla="*/ 0 h 238759"/>
              <a:gd name="T4" fmla="*/ 788917 w 658495"/>
              <a:gd name="T5" fmla="*/ 256171 h 238759"/>
              <a:gd name="T6" fmla="*/ 0 w 658495"/>
              <a:gd name="T7" fmla="*/ 256171 h 238759"/>
              <a:gd name="T8" fmla="*/ 0 w 658495"/>
              <a:gd name="T9" fmla="*/ 0 h 2387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495" h="238759">
                <a:moveTo>
                  <a:pt x="0" y="0"/>
                </a:moveTo>
                <a:lnTo>
                  <a:pt x="658079" y="0"/>
                </a:lnTo>
                <a:lnTo>
                  <a:pt x="658079" y="238435"/>
                </a:lnTo>
                <a:lnTo>
                  <a:pt x="0" y="2384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8" name="object 86">
            <a:extLst>
              <a:ext uri="{FF2B5EF4-FFF2-40B4-BE49-F238E27FC236}">
                <a16:creationId xmlns:a16="http://schemas.microsoft.com/office/drawing/2014/main" id="{7F394127-C131-3370-03B2-0FBEEEAC8562}"/>
              </a:ext>
            </a:extLst>
          </p:cNvPr>
          <p:cNvSpPr txBox="1"/>
          <p:nvPr/>
        </p:nvSpPr>
        <p:spPr>
          <a:xfrm>
            <a:off x="4252913" y="2873375"/>
            <a:ext cx="350837" cy="196850"/>
          </a:xfrm>
          <a:prstGeom prst="rect">
            <a:avLst/>
          </a:prstGeom>
        </p:spPr>
        <p:txBody>
          <a:bodyPr lIns="0" tIns="12700" rIns="0" bIns="0">
            <a:spAutoFit/>
          </a:bodyPr>
          <a:lstStyle/>
          <a:p>
            <a:pPr marL="12700">
              <a:spcBef>
                <a:spcPts val="100"/>
              </a:spcBef>
              <a:defRPr/>
            </a:pPr>
            <a:r>
              <a:rPr sz="1200" spc="-20" dirty="0">
                <a:solidFill>
                  <a:srgbClr val="8D3124"/>
                </a:solidFill>
                <a:latin typeface="Lucida Sans"/>
                <a:cs typeface="Lucida Sans"/>
              </a:rPr>
              <a:t>flow</a:t>
            </a:r>
            <a:endParaRPr sz="1200" dirty="0">
              <a:latin typeface="Lucida Sans"/>
              <a:cs typeface="Lucida Sans"/>
            </a:endParaRPr>
          </a:p>
        </p:txBody>
      </p:sp>
      <p:grpSp>
        <p:nvGrpSpPr>
          <p:cNvPr id="93220" name="object 87">
            <a:extLst>
              <a:ext uri="{FF2B5EF4-FFF2-40B4-BE49-F238E27FC236}">
                <a16:creationId xmlns:a16="http://schemas.microsoft.com/office/drawing/2014/main" id="{15CF2736-65FD-9E97-6113-D51766F3B827}"/>
              </a:ext>
            </a:extLst>
          </p:cNvPr>
          <p:cNvGrpSpPr>
            <a:grpSpLocks/>
          </p:cNvGrpSpPr>
          <p:nvPr/>
        </p:nvGrpSpPr>
        <p:grpSpPr bwMode="auto">
          <a:xfrm>
            <a:off x="4606925" y="3116263"/>
            <a:ext cx="579438" cy="801687"/>
            <a:chOff x="3819523" y="3696474"/>
            <a:chExt cx="572770" cy="1092835"/>
          </a:xfrm>
        </p:grpSpPr>
        <p:sp>
          <p:nvSpPr>
            <p:cNvPr id="93228" name="object 88">
              <a:extLst>
                <a:ext uri="{FF2B5EF4-FFF2-40B4-BE49-F238E27FC236}">
                  <a16:creationId xmlns:a16="http://schemas.microsoft.com/office/drawing/2014/main" id="{4C4F6334-29E7-241A-9CD6-03F2D8BDFD37}"/>
                </a:ext>
              </a:extLst>
            </p:cNvPr>
            <p:cNvSpPr>
              <a:spLocks/>
            </p:cNvSpPr>
            <p:nvPr/>
          </p:nvSpPr>
          <p:spPr bwMode="auto">
            <a:xfrm>
              <a:off x="3829365" y="3706316"/>
              <a:ext cx="535305" cy="1030605"/>
            </a:xfrm>
            <a:custGeom>
              <a:avLst/>
              <a:gdLst>
                <a:gd name="T0" fmla="*/ 535118 w 535304"/>
                <a:gd name="T1" fmla="*/ 1030365 h 1030604"/>
                <a:gd name="T2" fmla="*/ 530722 w 535304"/>
                <a:gd name="T3" fmla="*/ 1021902 h 1030604"/>
                <a:gd name="T4" fmla="*/ 0 w 535304"/>
                <a:gd name="T5" fmla="*/ 0 h 1030604"/>
                <a:gd name="T6" fmla="*/ 0 60000 65536"/>
                <a:gd name="T7" fmla="*/ 0 60000 65536"/>
                <a:gd name="T8" fmla="*/ 0 60000 65536"/>
              </a:gdLst>
              <a:ahLst/>
              <a:cxnLst>
                <a:cxn ang="T6">
                  <a:pos x="T0" y="T1"/>
                </a:cxn>
                <a:cxn ang="T7">
                  <a:pos x="T2" y="T3"/>
                </a:cxn>
                <a:cxn ang="T8">
                  <a:pos x="T4" y="T5"/>
                </a:cxn>
              </a:cxnLst>
              <a:rect l="0" t="0" r="r" b="b"/>
              <a:pathLst>
                <a:path w="535304" h="1030604">
                  <a:moveTo>
                    <a:pt x="535100" y="1030347"/>
                  </a:moveTo>
                  <a:lnTo>
                    <a:pt x="530704" y="1021884"/>
                  </a:lnTo>
                  <a:lnTo>
                    <a:pt x="0"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3229" name="object 89">
              <a:extLst>
                <a:ext uri="{FF2B5EF4-FFF2-40B4-BE49-F238E27FC236}">
                  <a16:creationId xmlns:a16="http://schemas.microsoft.com/office/drawing/2014/main" id="{667CC56B-EEA4-50A3-74F7-5841DC0EEE6C}"/>
                </a:ext>
              </a:extLst>
            </p:cNvPr>
            <p:cNvSpPr>
              <a:spLocks/>
            </p:cNvSpPr>
            <p:nvPr/>
          </p:nvSpPr>
          <p:spPr bwMode="auto">
            <a:xfrm>
              <a:off x="4308892" y="4686787"/>
              <a:ext cx="83185" cy="102870"/>
            </a:xfrm>
            <a:custGeom>
              <a:avLst/>
              <a:gdLst>
                <a:gd name="T0" fmla="*/ 81255 w 83185"/>
                <a:gd name="T1" fmla="*/ 0 h 102870"/>
                <a:gd name="T2" fmla="*/ 51177 w 83185"/>
                <a:gd name="T3" fmla="*/ 41412 h 102870"/>
                <a:gd name="T4" fmla="*/ 0 w 83185"/>
                <a:gd name="T5" fmla="*/ 42197 h 102870"/>
                <a:gd name="T6" fmla="*/ 82825 w 83185"/>
                <a:gd name="T7" fmla="*/ 102354 h 102870"/>
                <a:gd name="T8" fmla="*/ 81255 w 83185"/>
                <a:gd name="T9" fmla="*/ 0 h 102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185" h="102870">
                  <a:moveTo>
                    <a:pt x="81255" y="0"/>
                  </a:moveTo>
                  <a:lnTo>
                    <a:pt x="51177" y="41412"/>
                  </a:lnTo>
                  <a:lnTo>
                    <a:pt x="0" y="42197"/>
                  </a:lnTo>
                  <a:lnTo>
                    <a:pt x="82825" y="102354"/>
                  </a:lnTo>
                  <a:lnTo>
                    <a:pt x="81255" y="0"/>
                  </a:lnTo>
                  <a:close/>
                </a:path>
              </a:pathLst>
            </a:custGeom>
            <a:solidFill>
              <a:srgbClr val="8D312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2" name="object 90">
            <a:extLst>
              <a:ext uri="{FF2B5EF4-FFF2-40B4-BE49-F238E27FC236}">
                <a16:creationId xmlns:a16="http://schemas.microsoft.com/office/drawing/2014/main" id="{0386F7CB-04E0-960A-D923-6B94D6753450}"/>
              </a:ext>
            </a:extLst>
          </p:cNvPr>
          <p:cNvSpPr txBox="1"/>
          <p:nvPr/>
        </p:nvSpPr>
        <p:spPr>
          <a:xfrm>
            <a:off x="5794375" y="2881313"/>
            <a:ext cx="642938" cy="196850"/>
          </a:xfrm>
          <a:prstGeom prst="rect">
            <a:avLst/>
          </a:prstGeom>
        </p:spPr>
        <p:txBody>
          <a:bodyPr lIns="0" tIns="12700" rIns="0" bIns="0">
            <a:spAutoFit/>
          </a:bodyPr>
          <a:lstStyle/>
          <a:p>
            <a:pPr marL="12700">
              <a:spcBef>
                <a:spcPts val="100"/>
              </a:spcBef>
              <a:defRPr/>
            </a:pPr>
            <a:r>
              <a:rPr sz="1200" spc="-10" dirty="0">
                <a:solidFill>
                  <a:srgbClr val="8D3124"/>
                </a:solidFill>
                <a:latin typeface="Lucida Sans"/>
                <a:cs typeface="Lucida Sans"/>
              </a:rPr>
              <a:t>capacity</a:t>
            </a:r>
            <a:endParaRPr sz="1200" dirty="0">
              <a:latin typeface="Lucida Sans"/>
              <a:cs typeface="Lucida Sans"/>
            </a:endParaRPr>
          </a:p>
        </p:txBody>
      </p:sp>
      <p:grpSp>
        <p:nvGrpSpPr>
          <p:cNvPr id="93222" name="object 91">
            <a:extLst>
              <a:ext uri="{FF2B5EF4-FFF2-40B4-BE49-F238E27FC236}">
                <a16:creationId xmlns:a16="http://schemas.microsoft.com/office/drawing/2014/main" id="{E3A4E17D-B6BD-59AF-A535-9596A997C404}"/>
              </a:ext>
            </a:extLst>
          </p:cNvPr>
          <p:cNvGrpSpPr>
            <a:grpSpLocks/>
          </p:cNvGrpSpPr>
          <p:nvPr/>
        </p:nvGrpSpPr>
        <p:grpSpPr bwMode="auto">
          <a:xfrm>
            <a:off x="5435600" y="3143250"/>
            <a:ext cx="1149350" cy="1098550"/>
            <a:chOff x="4648240" y="3695168"/>
            <a:chExt cx="1136015" cy="1418590"/>
          </a:xfrm>
        </p:grpSpPr>
        <p:sp>
          <p:nvSpPr>
            <p:cNvPr id="93225" name="object 92">
              <a:extLst>
                <a:ext uri="{FF2B5EF4-FFF2-40B4-BE49-F238E27FC236}">
                  <a16:creationId xmlns:a16="http://schemas.microsoft.com/office/drawing/2014/main" id="{F22EE269-480E-21FD-EE26-C8BDC6561FDA}"/>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3226" name="object 93">
              <a:extLst>
                <a:ext uri="{FF2B5EF4-FFF2-40B4-BE49-F238E27FC236}">
                  <a16:creationId xmlns:a16="http://schemas.microsoft.com/office/drawing/2014/main" id="{379D305A-928E-65D5-6CF3-E0B321ABA6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227" name="object 94">
              <a:extLst>
                <a:ext uri="{FF2B5EF4-FFF2-40B4-BE49-F238E27FC236}">
                  <a16:creationId xmlns:a16="http://schemas.microsoft.com/office/drawing/2014/main" id="{4BDE0643-F607-B9F1-53A8-1AEA798F3E9A}"/>
                </a:ext>
              </a:extLst>
            </p:cNvPr>
            <p:cNvSpPr>
              <a:spLocks/>
            </p:cNvSpPr>
            <p:nvPr/>
          </p:nvSpPr>
          <p:spPr bwMode="auto">
            <a:xfrm>
              <a:off x="5259621" y="4827291"/>
              <a:ext cx="525145" cy="286385"/>
            </a:xfrm>
            <a:custGeom>
              <a:avLst/>
              <a:gdLst>
                <a:gd name="T0" fmla="*/ 0 w 525145"/>
                <a:gd name="T1" fmla="*/ 0 h 286385"/>
                <a:gd name="T2" fmla="*/ 524556 w 525145"/>
                <a:gd name="T3" fmla="*/ 0 h 286385"/>
                <a:gd name="T4" fmla="*/ 524556 w 525145"/>
                <a:gd name="T5" fmla="*/ 286122 h 286385"/>
                <a:gd name="T6" fmla="*/ 0 w 525145"/>
                <a:gd name="T7" fmla="*/ 286122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7" name="object 95">
            <a:extLst>
              <a:ext uri="{FF2B5EF4-FFF2-40B4-BE49-F238E27FC236}">
                <a16:creationId xmlns:a16="http://schemas.microsoft.com/office/drawing/2014/main" id="{2CB79949-AC64-95A7-3818-51BC5213CB8A}"/>
              </a:ext>
            </a:extLst>
          </p:cNvPr>
          <p:cNvSpPr txBox="1"/>
          <p:nvPr/>
        </p:nvSpPr>
        <p:spPr>
          <a:xfrm>
            <a:off x="6094413" y="3990975"/>
            <a:ext cx="434975" cy="1746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8" name="object 96">
            <a:extLst>
              <a:ext uri="{FF2B5EF4-FFF2-40B4-BE49-F238E27FC236}">
                <a16:creationId xmlns:a16="http://schemas.microsoft.com/office/drawing/2014/main" id="{AEB25ECC-1C78-E0FB-1791-AEB5C3F82F31}"/>
              </a:ext>
            </a:extLst>
          </p:cNvPr>
          <p:cNvSpPr txBox="1"/>
          <p:nvPr/>
        </p:nvSpPr>
        <p:spPr>
          <a:xfrm>
            <a:off x="5018088" y="6088063"/>
            <a:ext cx="520700" cy="165100"/>
          </a:xfrm>
          <a:prstGeom prst="rect">
            <a:avLst/>
          </a:prstGeom>
        </p:spPr>
        <p:txBody>
          <a:bodyPr lIns="0" tIns="4445" rIns="0" bIns="0">
            <a:spAutoFit/>
          </a:bodyPr>
          <a:lstStyle/>
          <a:p>
            <a:pPr marL="12700">
              <a:spcBef>
                <a:spcPts val="35"/>
              </a:spcBef>
              <a:defRPr/>
            </a:pPr>
            <a:r>
              <a:rPr sz="1050" dirty="0">
                <a:latin typeface="Lucida Sans"/>
                <a:cs typeface="Lucida Sans"/>
              </a:rPr>
              <a:t>10 / </a:t>
            </a:r>
            <a:r>
              <a:rPr sz="1050" spc="-25" dirty="0">
                <a:latin typeface="Lucida Sans"/>
                <a:cs typeface="Lucida Sans"/>
              </a:rPr>
              <a:t>16</a:t>
            </a:r>
            <a:endParaRPr sz="1050">
              <a:latin typeface="Lucida Sans"/>
              <a:cs typeface="Lucida Sans"/>
            </a:endParaRPr>
          </a:p>
        </p:txBody>
      </p:sp>
    </p:spTree>
  </p:cSld>
  <p:clrMapOvr>
    <a:masterClrMapping/>
  </p:clrMapOvr>
  <p:transition>
    <p:blinds dir="ver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a:extLst>
              <a:ext uri="{FF2B5EF4-FFF2-40B4-BE49-F238E27FC236}">
                <a16:creationId xmlns:a16="http://schemas.microsoft.com/office/drawing/2014/main" id="{19C0AB7A-A4A5-7734-22E5-CE953291CFD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7EF9AFD-775A-49F4-8F5A-11183F155C46}" type="slidenum">
              <a:rPr lang="zh-CN" altLang="en-US" sz="1200">
                <a:solidFill>
                  <a:schemeClr val="tx1"/>
                </a:solidFill>
                <a:latin typeface="Garamond" panose="02020404030301010803" pitchFamily="18" charset="0"/>
                <a:ea typeface="宋体" panose="02010600030101010101" pitchFamily="2" charset="-122"/>
              </a:rPr>
              <a:pPr/>
              <a:t>59</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82947" name="Rectangle 2">
            <a:extLst>
              <a:ext uri="{FF2B5EF4-FFF2-40B4-BE49-F238E27FC236}">
                <a16:creationId xmlns:a16="http://schemas.microsoft.com/office/drawing/2014/main" id="{EC4E01C8-98F8-CE3D-F8A3-7C6747EEE274}"/>
              </a:ext>
            </a:extLst>
          </p:cNvPr>
          <p:cNvSpPr>
            <a:spLocks noGrp="1" noChangeArrowheads="1"/>
          </p:cNvSpPr>
          <p:nvPr>
            <p:ph type="body" idx="1"/>
          </p:nvPr>
        </p:nvSpPr>
        <p:spPr>
          <a:xfrm>
            <a:off x="301625" y="404813"/>
            <a:ext cx="8540750" cy="6264275"/>
          </a:xfrm>
        </p:spPr>
        <p:txBody>
          <a:bodyPr/>
          <a:lstStyle/>
          <a:p>
            <a:pPr marL="0" indent="0">
              <a:lnSpc>
                <a:spcPct val="13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3</a:t>
            </a:r>
            <a:r>
              <a:rPr lang="zh-CN" altLang="en-US" sz="2000" b="1" dirty="0">
                <a:solidFill>
                  <a:schemeClr val="hlink"/>
                </a:solidFill>
              </a:rPr>
              <a:t>） 可行流</a:t>
            </a:r>
            <a:endParaRPr lang="zh-CN" altLang="en-US" sz="2000" dirty="0">
              <a:solidFill>
                <a:schemeClr val="hlink"/>
              </a:solidFill>
            </a:endParaRPr>
          </a:p>
          <a:p>
            <a:pPr marL="0" indent="0">
              <a:lnSpc>
                <a:spcPct val="130000"/>
              </a:lnSpc>
              <a:buFont typeface="Wingdings" panose="05000000000000000000" pitchFamily="2" charset="2"/>
              <a:buNone/>
              <a:defRPr/>
            </a:pPr>
            <a:r>
              <a:rPr lang="zh-CN" altLang="en-US" sz="2000" dirty="0"/>
              <a:t>满足下述条件的流</a:t>
            </a:r>
            <a:r>
              <a:rPr lang="en-US" altLang="zh-CN" sz="2000" dirty="0"/>
              <a:t>flow</a:t>
            </a:r>
            <a:r>
              <a:rPr lang="zh-CN" altLang="en-US" sz="2000" dirty="0"/>
              <a:t>称为</a:t>
            </a:r>
            <a:r>
              <a:rPr lang="zh-CN" altLang="en-US" sz="2000" b="1" u="sng" dirty="0">
                <a:solidFill>
                  <a:schemeClr val="hlink"/>
                </a:solidFill>
              </a:rPr>
              <a:t>可行流</a:t>
            </a:r>
            <a:r>
              <a:rPr lang="zh-CN" altLang="en-US" sz="2000" dirty="0"/>
              <a:t>：</a:t>
            </a:r>
            <a:endParaRPr lang="zh-CN" altLang="en-US" sz="2000" b="1" dirty="0"/>
          </a:p>
          <a:p>
            <a:pPr marL="0" indent="0">
              <a:lnSpc>
                <a:spcPct val="130000"/>
              </a:lnSpc>
              <a:buFont typeface="Wingdings" panose="05000000000000000000" pitchFamily="2" charset="2"/>
              <a:buNone/>
              <a:defRPr/>
            </a:pPr>
            <a:r>
              <a:rPr lang="en-US" altLang="zh-CN" sz="2000" b="1" dirty="0">
                <a:solidFill>
                  <a:schemeClr val="hlink"/>
                </a:solidFill>
              </a:rPr>
              <a:t>(3.1) </a:t>
            </a:r>
            <a:r>
              <a:rPr lang="zh-CN" altLang="en-US" sz="2000" b="1" dirty="0">
                <a:solidFill>
                  <a:schemeClr val="hlink"/>
                </a:solidFill>
              </a:rPr>
              <a:t>容量约束：</a:t>
            </a:r>
            <a:r>
              <a:rPr lang="zh-CN" altLang="en-US" sz="2000" dirty="0"/>
              <a:t>对每一条边</a:t>
            </a:r>
            <a:r>
              <a:rPr lang="en-US" altLang="zh-CN" sz="2000" dirty="0"/>
              <a:t>(</a:t>
            </a:r>
            <a:r>
              <a:rPr lang="en-US" altLang="zh-CN" sz="2000" dirty="0" err="1"/>
              <a:t>v,w</a:t>
            </a:r>
            <a:r>
              <a:rPr lang="en-US" altLang="zh-CN" sz="2000" dirty="0"/>
              <a:t>)∈E</a:t>
            </a:r>
            <a:r>
              <a:rPr lang="zh-CN" altLang="en-US" sz="2000" dirty="0"/>
              <a:t>，</a:t>
            </a:r>
            <a:r>
              <a:rPr lang="en-US" altLang="zh-CN" sz="2000" dirty="0"/>
              <a:t>0≤flow(</a:t>
            </a:r>
            <a:r>
              <a:rPr lang="en-US" altLang="zh-CN" sz="2000" dirty="0" err="1"/>
              <a:t>v,w</a:t>
            </a:r>
            <a:r>
              <a:rPr lang="en-US" altLang="zh-CN" sz="2000" dirty="0"/>
              <a:t>)≤cap(</a:t>
            </a:r>
            <a:r>
              <a:rPr lang="en-US" altLang="zh-CN" sz="2000" dirty="0" err="1"/>
              <a:t>v,w</a:t>
            </a:r>
            <a:r>
              <a:rPr lang="en-US" altLang="zh-CN" sz="2000" dirty="0"/>
              <a:t>)</a:t>
            </a:r>
            <a:r>
              <a:rPr lang="zh-CN" altLang="en-US" sz="2000" dirty="0"/>
              <a:t>。</a:t>
            </a:r>
            <a:endParaRPr lang="en-US" altLang="zh-CN" sz="2000" dirty="0"/>
          </a:p>
          <a:p>
            <a:pPr marL="0" indent="0">
              <a:lnSpc>
                <a:spcPct val="130000"/>
              </a:lnSpc>
              <a:buFont typeface="Wingdings" panose="05000000000000000000" pitchFamily="2" charset="2"/>
              <a:buNone/>
              <a:defRPr/>
            </a:pPr>
            <a:r>
              <a:rPr lang="en-US" altLang="zh-CN" sz="2000" b="1" dirty="0">
                <a:solidFill>
                  <a:schemeClr val="hlink"/>
                </a:solidFill>
              </a:rPr>
              <a:t>(3.2) </a:t>
            </a:r>
            <a:r>
              <a:rPr lang="zh-CN" altLang="en-US" sz="2000" b="1" dirty="0">
                <a:solidFill>
                  <a:schemeClr val="hlink"/>
                </a:solidFill>
              </a:rPr>
              <a:t>平衡约束</a:t>
            </a:r>
            <a:endParaRPr lang="zh-CN" altLang="en-US" sz="2000" b="1" dirty="0"/>
          </a:p>
        </p:txBody>
      </p:sp>
      <p:sp>
        <p:nvSpPr>
          <p:cNvPr id="94212" name="Rectangle 4">
            <a:extLst>
              <a:ext uri="{FF2B5EF4-FFF2-40B4-BE49-F238E27FC236}">
                <a16:creationId xmlns:a16="http://schemas.microsoft.com/office/drawing/2014/main" id="{7F7B63FD-D14B-636A-E4C9-5CF2A03153C9}"/>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94213" name="Rectangle 6">
            <a:extLst>
              <a:ext uri="{FF2B5EF4-FFF2-40B4-BE49-F238E27FC236}">
                <a16:creationId xmlns:a16="http://schemas.microsoft.com/office/drawing/2014/main" id="{B6483B31-386C-87BA-DE66-E2B7564F7219}"/>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pSp>
        <p:nvGrpSpPr>
          <p:cNvPr id="94214" name="object 3">
            <a:extLst>
              <a:ext uri="{FF2B5EF4-FFF2-40B4-BE49-F238E27FC236}">
                <a16:creationId xmlns:a16="http://schemas.microsoft.com/office/drawing/2014/main" id="{40722E12-B9E0-8772-C9B3-DABA8182EB5D}"/>
              </a:ext>
            </a:extLst>
          </p:cNvPr>
          <p:cNvGrpSpPr>
            <a:grpSpLocks/>
          </p:cNvGrpSpPr>
          <p:nvPr/>
        </p:nvGrpSpPr>
        <p:grpSpPr bwMode="auto">
          <a:xfrm>
            <a:off x="1974850" y="3078163"/>
            <a:ext cx="4997450" cy="2813050"/>
            <a:chOff x="1913077" y="4302790"/>
            <a:chExt cx="4998085" cy="2811780"/>
          </a:xfrm>
        </p:grpSpPr>
        <p:sp>
          <p:nvSpPr>
            <p:cNvPr id="94271" name="object 4">
              <a:extLst>
                <a:ext uri="{FF2B5EF4-FFF2-40B4-BE49-F238E27FC236}">
                  <a16:creationId xmlns:a16="http://schemas.microsoft.com/office/drawing/2014/main" id="{0D0D3AB8-34AE-E263-2CCB-8215657B8CE5}"/>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72" name="object 5">
              <a:extLst>
                <a:ext uri="{FF2B5EF4-FFF2-40B4-BE49-F238E27FC236}">
                  <a16:creationId xmlns:a16="http://schemas.microsoft.com/office/drawing/2014/main" id="{A95E81B4-876F-65A6-81E4-D2AF097B46A5}"/>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73" name="object 6">
              <a:extLst>
                <a:ext uri="{FF2B5EF4-FFF2-40B4-BE49-F238E27FC236}">
                  <a16:creationId xmlns:a16="http://schemas.microsoft.com/office/drawing/2014/main" id="{5A9A3507-0903-28C1-D2A3-26F028EF89F9}"/>
                </a:ext>
              </a:extLst>
            </p:cNvPr>
            <p:cNvSpPr>
              <a:spLocks/>
            </p:cNvSpPr>
            <p:nvPr/>
          </p:nvSpPr>
          <p:spPr bwMode="auto">
            <a:xfrm>
              <a:off x="1922919" y="5701057"/>
              <a:ext cx="1350645" cy="0"/>
            </a:xfrm>
            <a:custGeom>
              <a:avLst/>
              <a:gdLst>
                <a:gd name="T0" fmla="*/ 0 w 1350645"/>
                <a:gd name="T1" fmla="*/ 566778 w 1350645"/>
                <a:gd name="T2" fmla="*/ 995960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66778" y="0"/>
                  </a:lnTo>
                </a:path>
                <a:path w="1350645">
                  <a:moveTo>
                    <a:pt x="995960" y="0"/>
                  </a:moveTo>
                  <a:lnTo>
                    <a:pt x="1350289"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74" name="object 7">
              <a:extLst>
                <a:ext uri="{FF2B5EF4-FFF2-40B4-BE49-F238E27FC236}">
                  <a16:creationId xmlns:a16="http://schemas.microsoft.com/office/drawing/2014/main" id="{AEC83F50-4875-9A65-16D7-50FF41F6FFDA}"/>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75" name="object 8">
              <a:extLst>
                <a:ext uri="{FF2B5EF4-FFF2-40B4-BE49-F238E27FC236}">
                  <a16:creationId xmlns:a16="http://schemas.microsoft.com/office/drawing/2014/main" id="{01CC6848-12DC-25CC-CE98-917CD97A73A7}"/>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76" name="object 9">
              <a:extLst>
                <a:ext uri="{FF2B5EF4-FFF2-40B4-BE49-F238E27FC236}">
                  <a16:creationId xmlns:a16="http://schemas.microsoft.com/office/drawing/2014/main" id="{A8F27531-B692-820F-6BF2-946017F85833}"/>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77" name="object 10">
              <a:extLst>
                <a:ext uri="{FF2B5EF4-FFF2-40B4-BE49-F238E27FC236}">
                  <a16:creationId xmlns:a16="http://schemas.microsoft.com/office/drawing/2014/main" id="{83810675-CBB0-D624-92DB-33C1E12A922C}"/>
                </a:ext>
              </a:extLst>
            </p:cNvPr>
            <p:cNvSpPr>
              <a:spLocks/>
            </p:cNvSpPr>
            <p:nvPr/>
          </p:nvSpPr>
          <p:spPr bwMode="auto">
            <a:xfrm>
              <a:off x="3510181" y="4370083"/>
              <a:ext cx="772795" cy="0"/>
            </a:xfrm>
            <a:custGeom>
              <a:avLst/>
              <a:gdLst>
                <a:gd name="T0" fmla="*/ 0 w 772795"/>
                <a:gd name="T1" fmla="*/ 772705 w 772795"/>
                <a:gd name="T2" fmla="*/ 0 60000 65536"/>
                <a:gd name="T3" fmla="*/ 0 60000 65536"/>
              </a:gdLst>
              <a:ahLst/>
              <a:cxnLst>
                <a:cxn ang="T2">
                  <a:pos x="T0" y="0"/>
                </a:cxn>
                <a:cxn ang="T3">
                  <a:pos x="T1" y="0"/>
                </a:cxn>
              </a:cxnLst>
              <a:rect l="0" t="0" r="r" b="b"/>
              <a:pathLst>
                <a:path w="772795">
                  <a:moveTo>
                    <a:pt x="0" y="0"/>
                  </a:moveTo>
                  <a:lnTo>
                    <a:pt x="772705"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78" name="object 11">
              <a:extLst>
                <a:ext uri="{FF2B5EF4-FFF2-40B4-BE49-F238E27FC236}">
                  <a16:creationId xmlns:a16="http://schemas.microsoft.com/office/drawing/2014/main" id="{3CC8C5B4-AD6C-998A-BF42-35AC770E3399}"/>
                </a:ext>
              </a:extLst>
            </p:cNvPr>
            <p:cNvSpPr>
              <a:spLocks/>
            </p:cNvSpPr>
            <p:nvPr/>
          </p:nvSpPr>
          <p:spPr bwMode="auto">
            <a:xfrm>
              <a:off x="3487352" y="4362520"/>
              <a:ext cx="0" cy="526415"/>
            </a:xfrm>
            <a:custGeom>
              <a:avLst/>
              <a:gdLst>
                <a:gd name="T0" fmla="*/ 0 h 526414"/>
                <a:gd name="T1" fmla="*/ 525813 h 526414"/>
                <a:gd name="T2" fmla="*/ 0 60000 65536"/>
                <a:gd name="T3" fmla="*/ 0 60000 65536"/>
              </a:gdLst>
              <a:ahLst/>
              <a:cxnLst>
                <a:cxn ang="T2">
                  <a:pos x="0" y="T0"/>
                </a:cxn>
                <a:cxn ang="T3">
                  <a:pos x="0" y="T1"/>
                </a:cxn>
              </a:cxnLst>
              <a:rect l="0" t="0" r="r" b="b"/>
              <a:pathLst>
                <a:path h="526414">
                  <a:moveTo>
                    <a:pt x="0" y="0"/>
                  </a:moveTo>
                  <a:lnTo>
                    <a:pt x="0" y="525795"/>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79" name="object 12">
              <a:extLst>
                <a:ext uri="{FF2B5EF4-FFF2-40B4-BE49-F238E27FC236}">
                  <a16:creationId xmlns:a16="http://schemas.microsoft.com/office/drawing/2014/main" id="{ADE3201D-25C6-382C-F9E2-34429747DD4D}"/>
                </a:ext>
              </a:extLst>
            </p:cNvPr>
            <p:cNvSpPr>
              <a:spLocks/>
            </p:cNvSpPr>
            <p:nvPr/>
          </p:nvSpPr>
          <p:spPr bwMode="auto">
            <a:xfrm>
              <a:off x="4759756" y="4370083"/>
              <a:ext cx="521970" cy="0"/>
            </a:xfrm>
            <a:custGeom>
              <a:avLst/>
              <a:gdLst>
                <a:gd name="T0" fmla="*/ 0 w 521970"/>
                <a:gd name="T1" fmla="*/ 521691 w 521970"/>
                <a:gd name="T2" fmla="*/ 0 60000 65536"/>
                <a:gd name="T3" fmla="*/ 0 60000 65536"/>
              </a:gdLst>
              <a:ahLst/>
              <a:cxnLst>
                <a:cxn ang="T2">
                  <a:pos x="T0" y="0"/>
                </a:cxn>
                <a:cxn ang="T3">
                  <a:pos x="T1" y="0"/>
                </a:cxn>
              </a:cxnLst>
              <a:rect l="0" t="0" r="r" b="b"/>
              <a:pathLst>
                <a:path w="521970">
                  <a:moveTo>
                    <a:pt x="0" y="0"/>
                  </a:moveTo>
                  <a:lnTo>
                    <a:pt x="521691"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80" name="object 13">
              <a:extLst>
                <a:ext uri="{FF2B5EF4-FFF2-40B4-BE49-F238E27FC236}">
                  <a16:creationId xmlns:a16="http://schemas.microsoft.com/office/drawing/2014/main" id="{3C537C86-58C0-C8EB-F88D-F84206DB49DB}"/>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81" name="object 14">
              <a:extLst>
                <a:ext uri="{FF2B5EF4-FFF2-40B4-BE49-F238E27FC236}">
                  <a16:creationId xmlns:a16="http://schemas.microsoft.com/office/drawing/2014/main" id="{678FC500-630E-C20D-F326-5E06E536F489}"/>
                </a:ext>
              </a:extLst>
            </p:cNvPr>
            <p:cNvSpPr>
              <a:spLocks/>
            </p:cNvSpPr>
            <p:nvPr/>
          </p:nvSpPr>
          <p:spPr bwMode="auto">
            <a:xfrm>
              <a:off x="3487352" y="5174438"/>
              <a:ext cx="0" cy="272415"/>
            </a:xfrm>
            <a:custGeom>
              <a:avLst/>
              <a:gdLst>
                <a:gd name="T0" fmla="*/ 0 h 272414"/>
                <a:gd name="T1" fmla="*/ 272292 h 272414"/>
                <a:gd name="T2" fmla="*/ 0 60000 65536"/>
                <a:gd name="T3" fmla="*/ 0 60000 65536"/>
              </a:gdLst>
              <a:ahLst/>
              <a:cxnLst>
                <a:cxn ang="T2">
                  <a:pos x="0" y="T0"/>
                </a:cxn>
                <a:cxn ang="T3">
                  <a:pos x="0" y="T1"/>
                </a:cxn>
              </a:cxnLst>
              <a:rect l="0" t="0" r="r" b="b"/>
              <a:pathLst>
                <a:path h="272414">
                  <a:moveTo>
                    <a:pt x="0" y="0"/>
                  </a:moveTo>
                  <a:lnTo>
                    <a:pt x="0" y="272274"/>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4282" name="object 15">
              <a:extLst>
                <a:ext uri="{FF2B5EF4-FFF2-40B4-BE49-F238E27FC236}">
                  <a16:creationId xmlns:a16="http://schemas.microsoft.com/office/drawing/2014/main" id="{D54B55EF-A0A0-F935-93FE-576CF52E7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83" name="object 16">
              <a:extLst>
                <a:ext uri="{FF2B5EF4-FFF2-40B4-BE49-F238E27FC236}">
                  <a16:creationId xmlns:a16="http://schemas.microsoft.com/office/drawing/2014/main" id="{68669E4D-3933-67B2-EE87-73ACA4B2993C}"/>
                </a:ext>
              </a:extLst>
            </p:cNvPr>
            <p:cNvSpPr>
              <a:spLocks/>
            </p:cNvSpPr>
            <p:nvPr/>
          </p:nvSpPr>
          <p:spPr bwMode="auto">
            <a:xfrm>
              <a:off x="3495948" y="4374441"/>
              <a:ext cx="1778635" cy="1134745"/>
            </a:xfrm>
            <a:custGeom>
              <a:avLst/>
              <a:gdLst>
                <a:gd name="T0" fmla="*/ 1778233 w 1778635"/>
                <a:gd name="T1" fmla="*/ 1134661 h 1134745"/>
                <a:gd name="T2" fmla="*/ 1758132 w 1778635"/>
                <a:gd name="T3" fmla="*/ 1121837 h 1134745"/>
                <a:gd name="T4" fmla="*/ 0 w 1778635"/>
                <a:gd name="T5" fmla="*/ 0 h 1134745"/>
                <a:gd name="T6" fmla="*/ 0 60000 65536"/>
                <a:gd name="T7" fmla="*/ 0 60000 65536"/>
                <a:gd name="T8" fmla="*/ 0 60000 65536"/>
              </a:gdLst>
              <a:ahLst/>
              <a:cxnLst>
                <a:cxn ang="T6">
                  <a:pos x="T0" y="T1"/>
                </a:cxn>
                <a:cxn ang="T7">
                  <a:pos x="T2" y="T3"/>
                </a:cxn>
                <a:cxn ang="T8">
                  <a:pos x="T4" y="T5"/>
                </a:cxn>
              </a:cxnLst>
              <a:rect l="0" t="0" r="r" b="b"/>
              <a:pathLst>
                <a:path w="1778635" h="1134745">
                  <a:moveTo>
                    <a:pt x="1778233" y="1134661"/>
                  </a:moveTo>
                  <a:lnTo>
                    <a:pt x="1758132" y="1121837"/>
                  </a:lnTo>
                  <a:lnTo>
                    <a:pt x="0"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84" name="object 17">
              <a:extLst>
                <a:ext uri="{FF2B5EF4-FFF2-40B4-BE49-F238E27FC236}">
                  <a16:creationId xmlns:a16="http://schemas.microsoft.com/office/drawing/2014/main" id="{2DD18D4A-F959-1E8F-01F7-ED253BB18694}"/>
                </a:ext>
              </a:extLst>
            </p:cNvPr>
            <p:cNvSpPr>
              <a:spLocks/>
            </p:cNvSpPr>
            <p:nvPr/>
          </p:nvSpPr>
          <p:spPr bwMode="auto">
            <a:xfrm>
              <a:off x="5160747" y="5388104"/>
              <a:ext cx="216535" cy="186690"/>
            </a:xfrm>
            <a:custGeom>
              <a:avLst/>
              <a:gdLst>
                <a:gd name="T0" fmla="*/ 104655 w 216535"/>
                <a:gd name="T1" fmla="*/ 0 h 186689"/>
                <a:gd name="T2" fmla="*/ 93332 w 216535"/>
                <a:gd name="T3" fmla="*/ 108191 h 186689"/>
                <a:gd name="T4" fmla="*/ 0 w 216535"/>
                <a:gd name="T5" fmla="*/ 164037 h 186689"/>
                <a:gd name="T6" fmla="*/ 216345 w 216535"/>
                <a:gd name="T7" fmla="*/ 186683 h 186689"/>
                <a:gd name="T8" fmla="*/ 104655 w 216535"/>
                <a:gd name="T9" fmla="*/ 0 h 1866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535" h="186689">
                  <a:moveTo>
                    <a:pt x="104655" y="0"/>
                  </a:moveTo>
                  <a:lnTo>
                    <a:pt x="93332" y="108173"/>
                  </a:lnTo>
                  <a:lnTo>
                    <a:pt x="0" y="164019"/>
                  </a:lnTo>
                  <a:lnTo>
                    <a:pt x="216345" y="186665"/>
                  </a:lnTo>
                  <a:lnTo>
                    <a:pt x="104655"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85" name="object 18">
              <a:extLst>
                <a:ext uri="{FF2B5EF4-FFF2-40B4-BE49-F238E27FC236}">
                  <a16:creationId xmlns:a16="http://schemas.microsoft.com/office/drawing/2014/main" id="{A5EEFCDF-972D-C5D1-23F7-6562CF25884F}"/>
                </a:ext>
              </a:extLst>
            </p:cNvPr>
            <p:cNvSpPr>
              <a:spLocks/>
            </p:cNvSpPr>
            <p:nvPr/>
          </p:nvSpPr>
          <p:spPr bwMode="auto">
            <a:xfrm>
              <a:off x="3510182" y="7068544"/>
              <a:ext cx="1772920" cy="0"/>
            </a:xfrm>
            <a:custGeom>
              <a:avLst/>
              <a:gdLst>
                <a:gd name="T0" fmla="*/ 0 w 1772920"/>
                <a:gd name="T1" fmla="*/ 648559 w 1772920"/>
                <a:gd name="T2" fmla="*/ 1306638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648559" y="0"/>
                  </a:lnTo>
                </a:path>
                <a:path w="1772920">
                  <a:moveTo>
                    <a:pt x="1306638" y="0"/>
                  </a:moveTo>
                  <a:lnTo>
                    <a:pt x="177240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86" name="object 19">
              <a:extLst>
                <a:ext uri="{FF2B5EF4-FFF2-40B4-BE49-F238E27FC236}">
                  <a16:creationId xmlns:a16="http://schemas.microsoft.com/office/drawing/2014/main" id="{BB3DAADC-C60F-DB30-59F8-6FA47CCC7BC7}"/>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87" name="object 20">
              <a:extLst>
                <a:ext uri="{FF2B5EF4-FFF2-40B4-BE49-F238E27FC236}">
                  <a16:creationId xmlns:a16="http://schemas.microsoft.com/office/drawing/2014/main" id="{5122CDD6-62FC-F8F3-850A-4481CD9DC612}"/>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88" name="object 21">
              <a:extLst>
                <a:ext uri="{FF2B5EF4-FFF2-40B4-BE49-F238E27FC236}">
                  <a16:creationId xmlns:a16="http://schemas.microsoft.com/office/drawing/2014/main" id="{0DBFC96C-6109-F540-0E1C-939384A9F401}"/>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89" name="object 22">
              <a:extLst>
                <a:ext uri="{FF2B5EF4-FFF2-40B4-BE49-F238E27FC236}">
                  <a16:creationId xmlns:a16="http://schemas.microsoft.com/office/drawing/2014/main" id="{238B6E73-E00B-5057-86C0-C3216E5A2CB5}"/>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4290" name="object 23">
              <a:extLst>
                <a:ext uri="{FF2B5EF4-FFF2-40B4-BE49-F238E27FC236}">
                  <a16:creationId xmlns:a16="http://schemas.microsoft.com/office/drawing/2014/main" id="{DDBD80CC-94BD-275E-3A45-5BACBF8E7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91" name="object 24">
              <a:extLst>
                <a:ext uri="{FF2B5EF4-FFF2-40B4-BE49-F238E27FC236}">
                  <a16:creationId xmlns:a16="http://schemas.microsoft.com/office/drawing/2014/main" id="{EC67FFC6-18CE-67FF-54E4-7D60CBC2975A}"/>
                </a:ext>
              </a:extLst>
            </p:cNvPr>
            <p:cNvSpPr>
              <a:spLocks/>
            </p:cNvSpPr>
            <p:nvPr/>
          </p:nvSpPr>
          <p:spPr bwMode="auto">
            <a:xfrm>
              <a:off x="3439332" y="5701055"/>
              <a:ext cx="1779270" cy="0"/>
            </a:xfrm>
            <a:custGeom>
              <a:avLst/>
              <a:gdLst>
                <a:gd name="T0" fmla="*/ 0 w 1779270"/>
                <a:gd name="T1" fmla="*/ 862630 w 1779270"/>
                <a:gd name="T2" fmla="*/ 1291812 w 1779270"/>
                <a:gd name="T3" fmla="*/ 1779169 w 177927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9270">
                  <a:moveTo>
                    <a:pt x="0" y="0"/>
                  </a:moveTo>
                  <a:lnTo>
                    <a:pt x="862630" y="0"/>
                  </a:lnTo>
                </a:path>
                <a:path w="1779270">
                  <a:moveTo>
                    <a:pt x="1291812" y="0"/>
                  </a:moveTo>
                  <a:lnTo>
                    <a:pt x="1779169"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92" name="object 25">
              <a:extLst>
                <a:ext uri="{FF2B5EF4-FFF2-40B4-BE49-F238E27FC236}">
                  <a16:creationId xmlns:a16="http://schemas.microsoft.com/office/drawing/2014/main" id="{BE1A890C-DCAD-565D-C0C2-8E7099BD2428}"/>
                </a:ext>
              </a:extLst>
            </p:cNvPr>
            <p:cNvSpPr>
              <a:spLocks/>
            </p:cNvSpPr>
            <p:nvPr/>
          </p:nvSpPr>
          <p:spPr bwMode="auto">
            <a:xfrm>
              <a:off x="5146017" y="5603774"/>
              <a:ext cx="194945" cy="194945"/>
            </a:xfrm>
            <a:custGeom>
              <a:avLst/>
              <a:gdLst>
                <a:gd name="T0" fmla="*/ 0 w 194945"/>
                <a:gd name="T1" fmla="*/ 0 h 194945"/>
                <a:gd name="T2" fmla="*/ 48641 w 194945"/>
                <a:gd name="T3" fmla="*/ 97280 h 194945"/>
                <a:gd name="T4" fmla="*/ 0 w 194945"/>
                <a:gd name="T5" fmla="*/ 194562 h 194945"/>
                <a:gd name="T6" fmla="*/ 194563 w 194945"/>
                <a:gd name="T7" fmla="*/ 97280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1" y="97280"/>
                  </a:lnTo>
                  <a:lnTo>
                    <a:pt x="0" y="194562"/>
                  </a:lnTo>
                  <a:lnTo>
                    <a:pt x="194563" y="97280"/>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93" name="object 26">
              <a:extLst>
                <a:ext uri="{FF2B5EF4-FFF2-40B4-BE49-F238E27FC236}">
                  <a16:creationId xmlns:a16="http://schemas.microsoft.com/office/drawing/2014/main" id="{D98E3E2E-E0B2-5EDD-81BA-E69B36561DE6}"/>
                </a:ext>
              </a:extLst>
            </p:cNvPr>
            <p:cNvSpPr>
              <a:spLocks/>
            </p:cNvSpPr>
            <p:nvPr/>
          </p:nvSpPr>
          <p:spPr bwMode="auto">
            <a:xfrm>
              <a:off x="5464417" y="5701063"/>
              <a:ext cx="461645" cy="0"/>
            </a:xfrm>
            <a:custGeom>
              <a:avLst/>
              <a:gdLst>
                <a:gd name="T0" fmla="*/ 0 w 461645"/>
                <a:gd name="T1" fmla="*/ 461574 w 461645"/>
                <a:gd name="T2" fmla="*/ 0 60000 65536"/>
                <a:gd name="T3" fmla="*/ 0 60000 65536"/>
              </a:gdLst>
              <a:ahLst/>
              <a:cxnLst>
                <a:cxn ang="T2">
                  <a:pos x="T0" y="0"/>
                </a:cxn>
                <a:cxn ang="T3">
                  <a:pos x="T1" y="0"/>
                </a:cxn>
              </a:cxnLst>
              <a:rect l="0" t="0" r="r" b="b"/>
              <a:pathLst>
                <a:path w="461645">
                  <a:moveTo>
                    <a:pt x="0" y="0"/>
                  </a:moveTo>
                  <a:lnTo>
                    <a:pt x="461574"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94" name="object 27">
              <a:extLst>
                <a:ext uri="{FF2B5EF4-FFF2-40B4-BE49-F238E27FC236}">
                  <a16:creationId xmlns:a16="http://schemas.microsoft.com/office/drawing/2014/main" id="{22E56D55-2CFE-7F01-540C-47378C6FDD7D}"/>
                </a:ext>
              </a:extLst>
            </p:cNvPr>
            <p:cNvSpPr>
              <a:spLocks/>
            </p:cNvSpPr>
            <p:nvPr/>
          </p:nvSpPr>
          <p:spPr bwMode="auto">
            <a:xfrm>
              <a:off x="5534051" y="5825418"/>
              <a:ext cx="1332230" cy="1162050"/>
            </a:xfrm>
            <a:custGeom>
              <a:avLst/>
              <a:gdLst>
                <a:gd name="T0" fmla="*/ 1332066 w 1332229"/>
                <a:gd name="T1" fmla="*/ 0 h 1162050"/>
                <a:gd name="T2" fmla="*/ 1324878 w 1332229"/>
                <a:gd name="T3" fmla="*/ 6269 h 1162050"/>
                <a:gd name="T4" fmla="*/ 0 w 1332229"/>
                <a:gd name="T5" fmla="*/ 1161947 h 1162050"/>
                <a:gd name="T6" fmla="*/ 0 60000 65536"/>
                <a:gd name="T7" fmla="*/ 0 60000 65536"/>
                <a:gd name="T8" fmla="*/ 0 60000 65536"/>
              </a:gdLst>
              <a:ahLst/>
              <a:cxnLst>
                <a:cxn ang="T6">
                  <a:pos x="T0" y="T1"/>
                </a:cxn>
                <a:cxn ang="T7">
                  <a:pos x="T2" y="T3"/>
                </a:cxn>
                <a:cxn ang="T8">
                  <a:pos x="T4" y="T5"/>
                </a:cxn>
              </a:cxnLst>
              <a:rect l="0" t="0" r="r" b="b"/>
              <a:pathLst>
                <a:path w="1332229" h="1162050">
                  <a:moveTo>
                    <a:pt x="1332048" y="0"/>
                  </a:moveTo>
                  <a:lnTo>
                    <a:pt x="1324860" y="6269"/>
                  </a:lnTo>
                  <a:lnTo>
                    <a:pt x="0" y="1161947"/>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95" name="object 28">
              <a:extLst>
                <a:ext uri="{FF2B5EF4-FFF2-40B4-BE49-F238E27FC236}">
                  <a16:creationId xmlns:a16="http://schemas.microsoft.com/office/drawing/2014/main" id="{05C938C4-8B23-3D8A-F69D-5528A3DCA5AC}"/>
                </a:ext>
              </a:extLst>
            </p:cNvPr>
            <p:cNvSpPr>
              <a:spLocks/>
            </p:cNvSpPr>
            <p:nvPr/>
          </p:nvSpPr>
          <p:spPr bwMode="auto">
            <a:xfrm>
              <a:off x="6811568" y="5786548"/>
              <a:ext cx="99695" cy="95250"/>
            </a:xfrm>
            <a:custGeom>
              <a:avLst/>
              <a:gdLst>
                <a:gd name="T0" fmla="*/ 99090 w 99695"/>
                <a:gd name="T1" fmla="*/ 0 h 95250"/>
                <a:gd name="T2" fmla="*/ 0 w 99695"/>
                <a:gd name="T3" fmla="*/ 25687 h 95250"/>
                <a:gd name="T4" fmla="*/ 47343 w 99695"/>
                <a:gd name="T5" fmla="*/ 45139 h 95250"/>
                <a:gd name="T6" fmla="*/ 60186 w 99695"/>
                <a:gd name="T7" fmla="*/ 94684 h 95250"/>
                <a:gd name="T8" fmla="*/ 99090 w 99695"/>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5250">
                  <a:moveTo>
                    <a:pt x="99090" y="0"/>
                  </a:moveTo>
                  <a:lnTo>
                    <a:pt x="0" y="25687"/>
                  </a:lnTo>
                  <a:lnTo>
                    <a:pt x="47343" y="45139"/>
                  </a:lnTo>
                  <a:lnTo>
                    <a:pt x="60186" y="94684"/>
                  </a:lnTo>
                  <a:lnTo>
                    <a:pt x="9909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96" name="object 29">
              <a:extLst>
                <a:ext uri="{FF2B5EF4-FFF2-40B4-BE49-F238E27FC236}">
                  <a16:creationId xmlns:a16="http://schemas.microsoft.com/office/drawing/2014/main" id="{5BA4E6B2-8800-42BE-15A3-48701DC356C8}"/>
                </a:ext>
              </a:extLst>
            </p:cNvPr>
            <p:cNvSpPr>
              <a:spLocks/>
            </p:cNvSpPr>
            <p:nvPr/>
          </p:nvSpPr>
          <p:spPr bwMode="auto">
            <a:xfrm>
              <a:off x="5451599" y="4312632"/>
              <a:ext cx="1407160" cy="1209040"/>
            </a:xfrm>
            <a:custGeom>
              <a:avLst/>
              <a:gdLst>
                <a:gd name="T0" fmla="*/ 1406928 w 1407159"/>
                <a:gd name="T1" fmla="*/ 1209010 h 1209039"/>
                <a:gd name="T2" fmla="*/ 1399695 w 1407159"/>
                <a:gd name="T3" fmla="*/ 1202795 h 1209039"/>
                <a:gd name="T4" fmla="*/ 0 w 1407159"/>
                <a:gd name="T5" fmla="*/ 0 h 1209039"/>
                <a:gd name="T6" fmla="*/ 0 60000 65536"/>
                <a:gd name="T7" fmla="*/ 0 60000 65536"/>
                <a:gd name="T8" fmla="*/ 0 60000 65536"/>
              </a:gdLst>
              <a:ahLst/>
              <a:cxnLst>
                <a:cxn ang="T6">
                  <a:pos x="T0" y="T1"/>
                </a:cxn>
                <a:cxn ang="T7">
                  <a:pos x="T2" y="T3"/>
                </a:cxn>
                <a:cxn ang="T8">
                  <a:pos x="T4" y="T5"/>
                </a:cxn>
              </a:cxnLst>
              <a:rect l="0" t="0" r="r" b="b"/>
              <a:pathLst>
                <a:path w="1407159" h="1209039">
                  <a:moveTo>
                    <a:pt x="1406910" y="1208992"/>
                  </a:moveTo>
                  <a:lnTo>
                    <a:pt x="1399677" y="1202777"/>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97" name="object 30">
              <a:extLst>
                <a:ext uri="{FF2B5EF4-FFF2-40B4-BE49-F238E27FC236}">
                  <a16:creationId xmlns:a16="http://schemas.microsoft.com/office/drawing/2014/main" id="{27021CEB-149E-412F-D526-8FBF18488125}"/>
                </a:ext>
              </a:extLst>
            </p:cNvPr>
            <p:cNvSpPr>
              <a:spLocks/>
            </p:cNvSpPr>
            <p:nvPr/>
          </p:nvSpPr>
          <p:spPr bwMode="auto">
            <a:xfrm>
              <a:off x="6804079" y="5465770"/>
              <a:ext cx="99695" cy="94615"/>
            </a:xfrm>
            <a:custGeom>
              <a:avLst/>
              <a:gdLst>
                <a:gd name="T0" fmla="*/ 59673 w 99695"/>
                <a:gd name="T1" fmla="*/ 0 h 94614"/>
                <a:gd name="T2" fmla="*/ 47197 w 99695"/>
                <a:gd name="T3" fmla="*/ 49657 h 94614"/>
                <a:gd name="T4" fmla="*/ 0 w 99695"/>
                <a:gd name="T5" fmla="*/ 69459 h 94614"/>
                <a:gd name="T6" fmla="*/ 99278 w 99695"/>
                <a:gd name="T7" fmla="*/ 94412 h 94614"/>
                <a:gd name="T8" fmla="*/ 59673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59673" y="0"/>
                  </a:moveTo>
                  <a:lnTo>
                    <a:pt x="47197" y="49639"/>
                  </a:lnTo>
                  <a:lnTo>
                    <a:pt x="0" y="69441"/>
                  </a:lnTo>
                  <a:lnTo>
                    <a:pt x="99278" y="94394"/>
                  </a:lnTo>
                  <a:lnTo>
                    <a:pt x="59673"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98" name="object 31">
              <a:extLst>
                <a:ext uri="{FF2B5EF4-FFF2-40B4-BE49-F238E27FC236}">
                  <a16:creationId xmlns:a16="http://schemas.microsoft.com/office/drawing/2014/main" id="{8BAB926B-1A22-1E51-C81F-469C6FBC1D5B}"/>
                </a:ext>
              </a:extLst>
            </p:cNvPr>
            <p:cNvSpPr>
              <a:spLocks/>
            </p:cNvSpPr>
            <p:nvPr/>
          </p:nvSpPr>
          <p:spPr bwMode="auto">
            <a:xfrm>
              <a:off x="6526848" y="5701063"/>
              <a:ext cx="225425" cy="0"/>
            </a:xfrm>
            <a:custGeom>
              <a:avLst/>
              <a:gdLst>
                <a:gd name="T0" fmla="*/ 0 w 225425"/>
                <a:gd name="T1" fmla="*/ 225220 w 225425"/>
                <a:gd name="T2" fmla="*/ 0 60000 65536"/>
                <a:gd name="T3" fmla="*/ 0 60000 65536"/>
              </a:gdLst>
              <a:ahLst/>
              <a:cxnLst>
                <a:cxn ang="T2">
                  <a:pos x="T0" y="0"/>
                </a:cxn>
                <a:cxn ang="T3">
                  <a:pos x="T1" y="0"/>
                </a:cxn>
              </a:cxnLst>
              <a:rect l="0" t="0" r="r" b="b"/>
              <a:pathLst>
                <a:path w="225425">
                  <a:moveTo>
                    <a:pt x="0" y="0"/>
                  </a:moveTo>
                  <a:lnTo>
                    <a:pt x="225220"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99" name="object 32">
              <a:extLst>
                <a:ext uri="{FF2B5EF4-FFF2-40B4-BE49-F238E27FC236}">
                  <a16:creationId xmlns:a16="http://schemas.microsoft.com/office/drawing/2014/main" id="{96906ADB-0B3B-A49D-7A7D-9AE584FFCC90}"/>
                </a:ext>
              </a:extLst>
            </p:cNvPr>
            <p:cNvSpPr>
              <a:spLocks/>
            </p:cNvSpPr>
            <p:nvPr/>
          </p:nvSpPr>
          <p:spPr bwMode="auto">
            <a:xfrm>
              <a:off x="6679584" y="5603777"/>
              <a:ext cx="194945" cy="194945"/>
            </a:xfrm>
            <a:custGeom>
              <a:avLst/>
              <a:gdLst>
                <a:gd name="T0" fmla="*/ 0 w 194945"/>
                <a:gd name="T1" fmla="*/ 0 h 194945"/>
                <a:gd name="T2" fmla="*/ 48642 w 194945"/>
                <a:gd name="T3" fmla="*/ 97281 h 194945"/>
                <a:gd name="T4" fmla="*/ 2 w 194945"/>
                <a:gd name="T5" fmla="*/ 194562 h 194945"/>
                <a:gd name="T6" fmla="*/ 194563 w 194945"/>
                <a:gd name="T7" fmla="*/ 97279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2" y="97281"/>
                  </a:lnTo>
                  <a:lnTo>
                    <a:pt x="2" y="194562"/>
                  </a:lnTo>
                  <a:lnTo>
                    <a:pt x="194563" y="97279"/>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300" name="object 33">
              <a:extLst>
                <a:ext uri="{FF2B5EF4-FFF2-40B4-BE49-F238E27FC236}">
                  <a16:creationId xmlns:a16="http://schemas.microsoft.com/office/drawing/2014/main" id="{8852CB63-F95F-4675-2D31-D248CE7158A2}"/>
                </a:ext>
              </a:extLst>
            </p:cNvPr>
            <p:cNvSpPr>
              <a:spLocks/>
            </p:cNvSpPr>
            <p:nvPr/>
          </p:nvSpPr>
          <p:spPr bwMode="auto">
            <a:xfrm>
              <a:off x="5496050" y="4501123"/>
              <a:ext cx="0" cy="897255"/>
            </a:xfrm>
            <a:custGeom>
              <a:avLst/>
              <a:gdLst>
                <a:gd name="T0" fmla="*/ 612308 h 897254"/>
                <a:gd name="T1" fmla="*/ 897266 h 897254"/>
                <a:gd name="T2" fmla="*/ 0 h 897254"/>
                <a:gd name="T3" fmla="*/ 326168 h 8972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897254">
                  <a:moveTo>
                    <a:pt x="0" y="612290"/>
                  </a:moveTo>
                  <a:lnTo>
                    <a:pt x="0" y="897248"/>
                  </a:lnTo>
                </a:path>
                <a:path h="897254">
                  <a:moveTo>
                    <a:pt x="0" y="0"/>
                  </a:moveTo>
                  <a:lnTo>
                    <a:pt x="0" y="326168"/>
                  </a:lnTo>
                </a:path>
              </a:pathLst>
            </a:custGeom>
            <a:noFill/>
            <a:ln w="4776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4301" name="object 34">
              <a:extLst>
                <a:ext uri="{FF2B5EF4-FFF2-40B4-BE49-F238E27FC236}">
                  <a16:creationId xmlns:a16="http://schemas.microsoft.com/office/drawing/2014/main" id="{2BAD98D0-06C5-AE3E-C899-A5C12590A7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800" y="5325878"/>
              <a:ext cx="194563" cy="194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302" name="object 35">
              <a:extLst>
                <a:ext uri="{FF2B5EF4-FFF2-40B4-BE49-F238E27FC236}">
                  <a16:creationId xmlns:a16="http://schemas.microsoft.com/office/drawing/2014/main" id="{FB239AA0-77E4-66A9-5CF9-A76614D755BE}"/>
                </a:ext>
              </a:extLst>
            </p:cNvPr>
            <p:cNvSpPr>
              <a:spLocks/>
            </p:cNvSpPr>
            <p:nvPr/>
          </p:nvSpPr>
          <p:spPr bwMode="auto">
            <a:xfrm>
              <a:off x="5495343" y="5754933"/>
              <a:ext cx="0" cy="1027430"/>
            </a:xfrm>
            <a:custGeom>
              <a:avLst/>
              <a:gdLst>
                <a:gd name="T0" fmla="*/ 716130 h 1027429"/>
                <a:gd name="T1" fmla="*/ 1026866 h 1027429"/>
                <a:gd name="T2" fmla="*/ 0 h 1027429"/>
                <a:gd name="T3" fmla="*/ 458602 h 102742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27429">
                  <a:moveTo>
                    <a:pt x="0" y="716112"/>
                  </a:moveTo>
                  <a:lnTo>
                    <a:pt x="0" y="1026848"/>
                  </a:lnTo>
                </a:path>
                <a:path h="1027429">
                  <a:moveTo>
                    <a:pt x="0" y="0"/>
                  </a:moveTo>
                  <a:lnTo>
                    <a:pt x="0" y="458602"/>
                  </a:lnTo>
                </a:path>
              </a:pathLst>
            </a:custGeom>
            <a:noFill/>
            <a:ln w="4778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4303" name="object 36">
              <a:extLst>
                <a:ext uri="{FF2B5EF4-FFF2-40B4-BE49-F238E27FC236}">
                  <a16:creationId xmlns:a16="http://schemas.microsoft.com/office/drawing/2014/main" id="{69EDC677-D4CA-EE75-2CBD-4EC21E0EEF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8103" y="6709288"/>
              <a:ext cx="194563" cy="19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304" name="object 37">
              <a:extLst>
                <a:ext uri="{FF2B5EF4-FFF2-40B4-BE49-F238E27FC236}">
                  <a16:creationId xmlns:a16="http://schemas.microsoft.com/office/drawing/2014/main" id="{9A555BB6-8418-239F-B2E0-4F247EAA956B}"/>
                </a:ext>
              </a:extLst>
            </p:cNvPr>
            <p:cNvSpPr>
              <a:spLocks/>
            </p:cNvSpPr>
            <p:nvPr/>
          </p:nvSpPr>
          <p:spPr bwMode="auto">
            <a:xfrm>
              <a:off x="3278986" y="4888316"/>
              <a:ext cx="429259" cy="286385"/>
            </a:xfrm>
            <a:custGeom>
              <a:avLst/>
              <a:gdLst>
                <a:gd name="T0" fmla="*/ 0 w 429260"/>
                <a:gd name="T1" fmla="*/ 0 h 286385"/>
                <a:gd name="T2" fmla="*/ 429165 w 429260"/>
                <a:gd name="T3" fmla="*/ 0 h 286385"/>
                <a:gd name="T4" fmla="*/ 429165 w 429260"/>
                <a:gd name="T5" fmla="*/ 286122 h 286385"/>
                <a:gd name="T6" fmla="*/ 0 w 429260"/>
                <a:gd name="T7" fmla="*/ 286122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3" y="0"/>
                  </a:lnTo>
                  <a:lnTo>
                    <a:pt x="429183"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44" name="object 39">
            <a:extLst>
              <a:ext uri="{FF2B5EF4-FFF2-40B4-BE49-F238E27FC236}">
                <a16:creationId xmlns:a16="http://schemas.microsoft.com/office/drawing/2014/main" id="{B76A0DC8-9718-8BF7-A713-6C3E6A8E0163}"/>
              </a:ext>
            </a:extLst>
          </p:cNvPr>
          <p:cNvSpPr txBox="1"/>
          <p:nvPr/>
        </p:nvSpPr>
        <p:spPr>
          <a:xfrm>
            <a:off x="3382963" y="3698875"/>
            <a:ext cx="344487" cy="185738"/>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4216" name="object 40">
            <a:extLst>
              <a:ext uri="{FF2B5EF4-FFF2-40B4-BE49-F238E27FC236}">
                <a16:creationId xmlns:a16="http://schemas.microsoft.com/office/drawing/2014/main" id="{54F97ED3-68A3-A432-3E8F-F4CAB3352555}"/>
              </a:ext>
            </a:extLst>
          </p:cNvPr>
          <p:cNvSpPr>
            <a:spLocks/>
          </p:cNvSpPr>
          <p:nvPr/>
        </p:nvSpPr>
        <p:spPr bwMode="auto">
          <a:xfrm>
            <a:off x="3341688" y="5037138"/>
            <a:ext cx="430212" cy="285750"/>
          </a:xfrm>
          <a:custGeom>
            <a:avLst/>
            <a:gdLst>
              <a:gd name="T0" fmla="*/ 0 w 429260"/>
              <a:gd name="T1" fmla="*/ 0 h 286384"/>
              <a:gd name="T2" fmla="*/ 446653 w 429260"/>
              <a:gd name="T3" fmla="*/ 0 h 286384"/>
              <a:gd name="T4" fmla="*/ 446653 w 429260"/>
              <a:gd name="T5" fmla="*/ 274933 h 286384"/>
              <a:gd name="T6" fmla="*/ 0 w 429260"/>
              <a:gd name="T7" fmla="*/ 274933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6" name="object 41">
            <a:extLst>
              <a:ext uri="{FF2B5EF4-FFF2-40B4-BE49-F238E27FC236}">
                <a16:creationId xmlns:a16="http://schemas.microsoft.com/office/drawing/2014/main" id="{A27F6C0F-2063-A9D1-D244-3B87ADBA3F1C}"/>
              </a:ext>
            </a:extLst>
          </p:cNvPr>
          <p:cNvSpPr txBox="1"/>
          <p:nvPr/>
        </p:nvSpPr>
        <p:spPr>
          <a:xfrm>
            <a:off x="3384550" y="5072063"/>
            <a:ext cx="344488" cy="185737"/>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4218" name="object 42">
            <a:extLst>
              <a:ext uri="{FF2B5EF4-FFF2-40B4-BE49-F238E27FC236}">
                <a16:creationId xmlns:a16="http://schemas.microsoft.com/office/drawing/2014/main" id="{7D8F1000-6799-D48F-922C-F6C0A1B495A6}"/>
              </a:ext>
            </a:extLst>
          </p:cNvPr>
          <p:cNvSpPr>
            <a:spLocks/>
          </p:cNvSpPr>
          <p:nvPr/>
        </p:nvSpPr>
        <p:spPr bwMode="auto">
          <a:xfrm>
            <a:off x="5305425" y="4989513"/>
            <a:ext cx="525463" cy="257175"/>
          </a:xfrm>
          <a:custGeom>
            <a:avLst/>
            <a:gdLst>
              <a:gd name="T0" fmla="*/ 0 w 525145"/>
              <a:gd name="T1" fmla="*/ 0 h 257810"/>
              <a:gd name="T2" fmla="*/ 530292 w 525145"/>
              <a:gd name="T3" fmla="*/ 0 h 257810"/>
              <a:gd name="T4" fmla="*/ 530292 w 525145"/>
              <a:gd name="T5" fmla="*/ 246330 h 257810"/>
              <a:gd name="T6" fmla="*/ 0 w 525145"/>
              <a:gd name="T7" fmla="*/ 246330 h 257810"/>
              <a:gd name="T8" fmla="*/ 0 w 525145"/>
              <a:gd name="T9" fmla="*/ 0 h 2578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57810">
                <a:moveTo>
                  <a:pt x="0" y="0"/>
                </a:moveTo>
                <a:lnTo>
                  <a:pt x="524556" y="0"/>
                </a:lnTo>
                <a:lnTo>
                  <a:pt x="524556" y="257510"/>
                </a:lnTo>
                <a:lnTo>
                  <a:pt x="0" y="257510"/>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8" name="object 43">
            <a:extLst>
              <a:ext uri="{FF2B5EF4-FFF2-40B4-BE49-F238E27FC236}">
                <a16:creationId xmlns:a16="http://schemas.microsoft.com/office/drawing/2014/main" id="{4520BA5B-1E63-F2AD-A8DC-B05032BF8811}"/>
              </a:ext>
            </a:extLst>
          </p:cNvPr>
          <p:cNvSpPr txBox="1"/>
          <p:nvPr/>
        </p:nvSpPr>
        <p:spPr>
          <a:xfrm>
            <a:off x="5353050" y="5014913"/>
            <a:ext cx="430213" cy="185737"/>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4220" name="object 44">
            <a:extLst>
              <a:ext uri="{FF2B5EF4-FFF2-40B4-BE49-F238E27FC236}">
                <a16:creationId xmlns:a16="http://schemas.microsoft.com/office/drawing/2014/main" id="{A371FB85-8055-0656-F070-DB1D12EE655D}"/>
              </a:ext>
            </a:extLst>
          </p:cNvPr>
          <p:cNvSpPr>
            <a:spLocks/>
          </p:cNvSpPr>
          <p:nvPr/>
        </p:nvSpPr>
        <p:spPr bwMode="auto">
          <a:xfrm>
            <a:off x="2465388" y="3563938"/>
            <a:ext cx="588962" cy="541337"/>
          </a:xfrm>
          <a:custGeom>
            <a:avLst/>
            <a:gdLst>
              <a:gd name="T0" fmla="*/ 469873 w 589914"/>
              <a:gd name="T1" fmla="*/ 0 h 540385"/>
              <a:gd name="T2" fmla="*/ 0 w 589914"/>
              <a:gd name="T3" fmla="*/ 430990 h 540385"/>
              <a:gd name="T4" fmla="*/ 102909 w 589914"/>
              <a:gd name="T5" fmla="*/ 557679 h 540385"/>
              <a:gd name="T6" fmla="*/ 572784 w 589914"/>
              <a:gd name="T7" fmla="*/ 126690 h 540385"/>
              <a:gd name="T8" fmla="*/ 469873 w 589914"/>
              <a:gd name="T9" fmla="*/ 0 h 540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9914" h="540385">
                <a:moveTo>
                  <a:pt x="483725" y="0"/>
                </a:moveTo>
                <a:lnTo>
                  <a:pt x="0" y="417540"/>
                </a:lnTo>
                <a:lnTo>
                  <a:pt x="105943" y="540275"/>
                </a:lnTo>
                <a:lnTo>
                  <a:pt x="589667" y="122736"/>
                </a:lnTo>
                <a:lnTo>
                  <a:pt x="48372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0" name="object 45">
            <a:extLst>
              <a:ext uri="{FF2B5EF4-FFF2-40B4-BE49-F238E27FC236}">
                <a16:creationId xmlns:a16="http://schemas.microsoft.com/office/drawing/2014/main" id="{93488141-CB33-DCB6-0B14-7DDF770D2D20}"/>
              </a:ext>
            </a:extLst>
          </p:cNvPr>
          <p:cNvSpPr txBox="1"/>
          <p:nvPr/>
        </p:nvSpPr>
        <p:spPr>
          <a:xfrm rot="19200000">
            <a:off x="2501900" y="3763963"/>
            <a:ext cx="509588"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30" dirty="0">
                <a:latin typeface="Lucida Sans"/>
                <a:cs typeface="Lucida Sans"/>
              </a:rPr>
              <a:t> </a:t>
            </a:r>
            <a:r>
              <a:rPr sz="1050" dirty="0">
                <a:latin typeface="Lucida Sans"/>
                <a:cs typeface="Lucida Sans"/>
              </a:rPr>
              <a:t>/</a:t>
            </a:r>
            <a:r>
              <a:rPr sz="1050" spc="-20" dirty="0">
                <a:latin typeface="Lucida Sans"/>
                <a:cs typeface="Lucida Sans"/>
              </a:rPr>
              <a:t> </a:t>
            </a:r>
            <a:r>
              <a:rPr sz="1575" spc="-37" baseline="2645" dirty="0">
                <a:latin typeface="Lucida Sans"/>
                <a:cs typeface="Lucida Sans"/>
              </a:rPr>
              <a:t>10</a:t>
            </a:r>
            <a:endParaRPr sz="1575" baseline="2645">
              <a:latin typeface="Lucida Sans"/>
              <a:cs typeface="Lucida Sans"/>
            </a:endParaRPr>
          </a:p>
        </p:txBody>
      </p:sp>
      <p:sp>
        <p:nvSpPr>
          <p:cNvPr id="51" name="object 46">
            <a:extLst>
              <a:ext uri="{FF2B5EF4-FFF2-40B4-BE49-F238E27FC236}">
                <a16:creationId xmlns:a16="http://schemas.microsoft.com/office/drawing/2014/main" id="{7C64875E-B1AE-E3DA-4139-89BD133DDC87}"/>
              </a:ext>
            </a:extLst>
          </p:cNvPr>
          <p:cNvSpPr txBox="1"/>
          <p:nvPr/>
        </p:nvSpPr>
        <p:spPr>
          <a:xfrm>
            <a:off x="6030913" y="4362450"/>
            <a:ext cx="514350" cy="185738"/>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10 / </a:t>
            </a:r>
            <a:r>
              <a:rPr sz="1050" spc="-25" dirty="0">
                <a:solidFill>
                  <a:srgbClr val="0048AA"/>
                </a:solidFill>
                <a:latin typeface="Lucida Sans"/>
                <a:cs typeface="Lucida Sans"/>
              </a:rPr>
              <a:t>10</a:t>
            </a:r>
            <a:endParaRPr sz="1050">
              <a:latin typeface="Lucida Sans"/>
              <a:cs typeface="Lucida Sans"/>
            </a:endParaRPr>
          </a:p>
        </p:txBody>
      </p:sp>
      <p:sp>
        <p:nvSpPr>
          <p:cNvPr id="94223" name="object 47">
            <a:extLst>
              <a:ext uri="{FF2B5EF4-FFF2-40B4-BE49-F238E27FC236}">
                <a16:creationId xmlns:a16="http://schemas.microsoft.com/office/drawing/2014/main" id="{0A59F824-079F-F2FD-8DC0-05EF4666A9BA}"/>
              </a:ext>
            </a:extLst>
          </p:cNvPr>
          <p:cNvSpPr>
            <a:spLocks/>
          </p:cNvSpPr>
          <p:nvPr/>
        </p:nvSpPr>
        <p:spPr bwMode="auto">
          <a:xfrm>
            <a:off x="2551113" y="4394200"/>
            <a:ext cx="428625" cy="161925"/>
          </a:xfrm>
          <a:custGeom>
            <a:avLst/>
            <a:gdLst>
              <a:gd name="T0" fmla="*/ 0 w 429260"/>
              <a:gd name="T1" fmla="*/ 0 h 162560"/>
              <a:gd name="T2" fmla="*/ 417897 w 429260"/>
              <a:gd name="T3" fmla="*/ 0 h 162560"/>
              <a:gd name="T4" fmla="*/ 417897 w 429260"/>
              <a:gd name="T5" fmla="*/ 151105 h 162560"/>
              <a:gd name="T6" fmla="*/ 0 w 429260"/>
              <a:gd name="T7" fmla="*/ 151105 h 162560"/>
              <a:gd name="T8" fmla="*/ 0 w 429260"/>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162560">
                <a:moveTo>
                  <a:pt x="0" y="0"/>
                </a:moveTo>
                <a:lnTo>
                  <a:pt x="429182" y="0"/>
                </a:lnTo>
                <a:lnTo>
                  <a:pt x="42918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3" name="object 48">
            <a:extLst>
              <a:ext uri="{FF2B5EF4-FFF2-40B4-BE49-F238E27FC236}">
                <a16:creationId xmlns:a16="http://schemas.microsoft.com/office/drawing/2014/main" id="{367064C4-4BD6-1E8F-CD20-CC1A1218C16A}"/>
              </a:ext>
            </a:extLst>
          </p:cNvPr>
          <p:cNvSpPr txBox="1"/>
          <p:nvPr/>
        </p:nvSpPr>
        <p:spPr>
          <a:xfrm>
            <a:off x="2592388" y="4362450"/>
            <a:ext cx="346075"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5</a:t>
            </a:r>
            <a:endParaRPr sz="1050">
              <a:latin typeface="Lucida Sans"/>
              <a:cs typeface="Lucida Sans"/>
            </a:endParaRPr>
          </a:p>
        </p:txBody>
      </p:sp>
      <p:grpSp>
        <p:nvGrpSpPr>
          <p:cNvPr id="94225" name="object 49">
            <a:extLst>
              <a:ext uri="{FF2B5EF4-FFF2-40B4-BE49-F238E27FC236}">
                <a16:creationId xmlns:a16="http://schemas.microsoft.com/office/drawing/2014/main" id="{3E3595F2-1756-1124-B1F3-C03B4ADE91E4}"/>
              </a:ext>
            </a:extLst>
          </p:cNvPr>
          <p:cNvGrpSpPr>
            <a:grpSpLocks/>
          </p:cNvGrpSpPr>
          <p:nvPr/>
        </p:nvGrpSpPr>
        <p:grpSpPr bwMode="auto">
          <a:xfrm>
            <a:off x="1878013" y="3001963"/>
            <a:ext cx="3811587" cy="2947987"/>
            <a:chOff x="1816367" y="4226199"/>
            <a:chExt cx="3811383" cy="2948431"/>
          </a:xfrm>
        </p:grpSpPr>
        <p:sp>
          <p:nvSpPr>
            <p:cNvPr id="94259" name="object 50">
              <a:extLst>
                <a:ext uri="{FF2B5EF4-FFF2-40B4-BE49-F238E27FC236}">
                  <a16:creationId xmlns:a16="http://schemas.microsoft.com/office/drawing/2014/main" id="{0001D0CD-E35B-AFBB-491C-111FD0FD749D}"/>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60" name="object 51">
              <a:extLst>
                <a:ext uri="{FF2B5EF4-FFF2-40B4-BE49-F238E27FC236}">
                  <a16:creationId xmlns:a16="http://schemas.microsoft.com/office/drawing/2014/main" id="{B3EF958C-AEB9-AC45-C70E-8AAE9FAAED64}"/>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61" name="object 52">
              <a:extLst>
                <a:ext uri="{FF2B5EF4-FFF2-40B4-BE49-F238E27FC236}">
                  <a16:creationId xmlns:a16="http://schemas.microsoft.com/office/drawing/2014/main" id="{1DD2CBD7-ED25-B921-D8C6-135D93B44EE1}"/>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62" name="object 53">
              <a:extLst>
                <a:ext uri="{FF2B5EF4-FFF2-40B4-BE49-F238E27FC236}">
                  <a16:creationId xmlns:a16="http://schemas.microsoft.com/office/drawing/2014/main" id="{97620DCF-0F7A-95CB-31C5-3DCA854AEC3B}"/>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63" name="object 54">
              <a:extLst>
                <a:ext uri="{FF2B5EF4-FFF2-40B4-BE49-F238E27FC236}">
                  <a16:creationId xmlns:a16="http://schemas.microsoft.com/office/drawing/2014/main" id="{A79D96B8-0747-E556-5E5F-8D3CBBE099D6}"/>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64" name="object 55">
              <a:extLst>
                <a:ext uri="{FF2B5EF4-FFF2-40B4-BE49-F238E27FC236}">
                  <a16:creationId xmlns:a16="http://schemas.microsoft.com/office/drawing/2014/main" id="{61BDE39B-749F-9C88-338D-7F4521E96CF6}"/>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65" name="object 56">
              <a:extLst>
                <a:ext uri="{FF2B5EF4-FFF2-40B4-BE49-F238E27FC236}">
                  <a16:creationId xmlns:a16="http://schemas.microsoft.com/office/drawing/2014/main" id="{E80960D5-84C5-1ED8-E47B-E42FBF92A34E}"/>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66" name="object 57">
              <a:extLst>
                <a:ext uri="{FF2B5EF4-FFF2-40B4-BE49-F238E27FC236}">
                  <a16:creationId xmlns:a16="http://schemas.microsoft.com/office/drawing/2014/main" id="{B6CBEF37-5013-7557-4FAC-4B76ADCE13FA}"/>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67" name="object 58">
              <a:extLst>
                <a:ext uri="{FF2B5EF4-FFF2-40B4-BE49-F238E27FC236}">
                  <a16:creationId xmlns:a16="http://schemas.microsoft.com/office/drawing/2014/main" id="{58019E19-F994-B0D4-8891-268D2865B665}"/>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68" name="object 59">
              <a:extLst>
                <a:ext uri="{FF2B5EF4-FFF2-40B4-BE49-F238E27FC236}">
                  <a16:creationId xmlns:a16="http://schemas.microsoft.com/office/drawing/2014/main" id="{638553C7-2BCE-2B05-2B73-B45A1924677C}"/>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69" name="object 61">
              <a:extLst>
                <a:ext uri="{FF2B5EF4-FFF2-40B4-BE49-F238E27FC236}">
                  <a16:creationId xmlns:a16="http://schemas.microsoft.com/office/drawing/2014/main" id="{8EF8F246-DA6A-3DBE-740C-BFBD28C865A2}"/>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70" name="object 62">
              <a:extLst>
                <a:ext uri="{FF2B5EF4-FFF2-40B4-BE49-F238E27FC236}">
                  <a16:creationId xmlns:a16="http://schemas.microsoft.com/office/drawing/2014/main" id="{0FA35047-DBF7-801E-E293-C60D5B4C5E33}"/>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4226" name="object 63">
            <a:extLst>
              <a:ext uri="{FF2B5EF4-FFF2-40B4-BE49-F238E27FC236}">
                <a16:creationId xmlns:a16="http://schemas.microsoft.com/office/drawing/2014/main" id="{E885B159-7B50-8E7B-9605-E1AEFC3DC8B3}"/>
              </a:ext>
            </a:extLst>
          </p:cNvPr>
          <p:cNvSpPr txBox="1">
            <a:spLocks noChangeArrowheads="1"/>
          </p:cNvSpPr>
          <p:nvPr/>
        </p:nvSpPr>
        <p:spPr bwMode="auto">
          <a:xfrm>
            <a:off x="1958975" y="4318000"/>
            <a:ext cx="103188"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s</a:t>
            </a:r>
            <a:endParaRPr lang="zh-CN" altLang="zh-CN" sz="1200">
              <a:latin typeface="Lucida Sans" panose="020B0602030504020204" pitchFamily="34" charset="0"/>
            </a:endParaRPr>
          </a:p>
        </p:txBody>
      </p:sp>
      <p:grpSp>
        <p:nvGrpSpPr>
          <p:cNvPr id="94227" name="object 64">
            <a:extLst>
              <a:ext uri="{FF2B5EF4-FFF2-40B4-BE49-F238E27FC236}">
                <a16:creationId xmlns:a16="http://schemas.microsoft.com/office/drawing/2014/main" id="{CC7412A8-3010-1993-3C7B-29E5B232A2AD}"/>
              </a:ext>
            </a:extLst>
          </p:cNvPr>
          <p:cNvGrpSpPr>
            <a:grpSpLocks/>
          </p:cNvGrpSpPr>
          <p:nvPr/>
        </p:nvGrpSpPr>
        <p:grpSpPr bwMode="auto">
          <a:xfrm>
            <a:off x="6945313" y="4311650"/>
            <a:ext cx="276225" cy="276225"/>
            <a:chOff x="6883621" y="5535110"/>
            <a:chExt cx="277495" cy="277495"/>
          </a:xfrm>
        </p:grpSpPr>
        <p:sp>
          <p:nvSpPr>
            <p:cNvPr id="94257" name="object 65">
              <a:extLst>
                <a:ext uri="{FF2B5EF4-FFF2-40B4-BE49-F238E27FC236}">
                  <a16:creationId xmlns:a16="http://schemas.microsoft.com/office/drawing/2014/main" id="{2561CD24-374A-6616-161A-6B4F1336E8E2}"/>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58" name="object 66">
              <a:extLst>
                <a:ext uri="{FF2B5EF4-FFF2-40B4-BE49-F238E27FC236}">
                  <a16:creationId xmlns:a16="http://schemas.microsoft.com/office/drawing/2014/main" id="{558E4768-EEB9-DE32-C6E3-928E375248F6}"/>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4228" name="object 67">
            <a:extLst>
              <a:ext uri="{FF2B5EF4-FFF2-40B4-BE49-F238E27FC236}">
                <a16:creationId xmlns:a16="http://schemas.microsoft.com/office/drawing/2014/main" id="{880DE68D-639A-AFE7-A1E0-B3E6C5B9115A}"/>
              </a:ext>
            </a:extLst>
          </p:cNvPr>
          <p:cNvSpPr txBox="1">
            <a:spLocks noChangeArrowheads="1"/>
          </p:cNvSpPr>
          <p:nvPr/>
        </p:nvSpPr>
        <p:spPr bwMode="auto">
          <a:xfrm>
            <a:off x="7042150" y="4321175"/>
            <a:ext cx="8255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t</a:t>
            </a:r>
            <a:endParaRPr lang="zh-CN" altLang="zh-CN" sz="1200">
              <a:latin typeface="Lucida Sans" panose="020B0602030504020204" pitchFamily="34" charset="0"/>
            </a:endParaRPr>
          </a:p>
        </p:txBody>
      </p:sp>
      <p:sp>
        <p:nvSpPr>
          <p:cNvPr id="94229" name="object 68">
            <a:extLst>
              <a:ext uri="{FF2B5EF4-FFF2-40B4-BE49-F238E27FC236}">
                <a16:creationId xmlns:a16="http://schemas.microsoft.com/office/drawing/2014/main" id="{DD78F76A-6624-BE8B-C39D-3B42035CCCD4}"/>
              </a:ext>
            </a:extLst>
          </p:cNvPr>
          <p:cNvSpPr>
            <a:spLocks/>
          </p:cNvSpPr>
          <p:nvPr/>
        </p:nvSpPr>
        <p:spPr bwMode="auto">
          <a:xfrm>
            <a:off x="4370388" y="5010150"/>
            <a:ext cx="449262" cy="368300"/>
          </a:xfrm>
          <a:custGeom>
            <a:avLst/>
            <a:gdLst>
              <a:gd name="T0" fmla="*/ 89199 w 448945"/>
              <a:gd name="T1" fmla="*/ 0 h 369570"/>
              <a:gd name="T2" fmla="*/ 0 w 448945"/>
              <a:gd name="T3" fmla="*/ 127953 h 369570"/>
              <a:gd name="T4" fmla="*/ 364969 w 448945"/>
              <a:gd name="T5" fmla="*/ 347067 h 369570"/>
              <a:gd name="T6" fmla="*/ 454165 w 448945"/>
              <a:gd name="T7" fmla="*/ 219115 h 369570"/>
              <a:gd name="T8" fmla="*/ 89199 w 448945"/>
              <a:gd name="T9" fmla="*/ 0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945" h="369570">
                <a:moveTo>
                  <a:pt x="88068" y="0"/>
                </a:moveTo>
                <a:lnTo>
                  <a:pt x="0" y="136132"/>
                </a:lnTo>
                <a:lnTo>
                  <a:pt x="360351" y="369253"/>
                </a:lnTo>
                <a:lnTo>
                  <a:pt x="448419" y="233121"/>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3" name="object 69">
            <a:extLst>
              <a:ext uri="{FF2B5EF4-FFF2-40B4-BE49-F238E27FC236}">
                <a16:creationId xmlns:a16="http://schemas.microsoft.com/office/drawing/2014/main" id="{0783EEB1-C17A-1358-D3A9-A6FCCBE5FB94}"/>
              </a:ext>
            </a:extLst>
          </p:cNvPr>
          <p:cNvSpPr txBox="1"/>
          <p:nvPr/>
        </p:nvSpPr>
        <p:spPr>
          <a:xfrm rot="1920000">
            <a:off x="4422775" y="5124450"/>
            <a:ext cx="349250" cy="133350"/>
          </a:xfrm>
          <a:prstGeom prst="rect">
            <a:avLst/>
          </a:prstGeom>
        </p:spPr>
        <p:txBody>
          <a:bodyPr lIns="0" tIns="0" rIns="0" bIns="0">
            <a:spAutoFit/>
          </a:bodyPr>
          <a:lstStyle/>
          <a:p>
            <a:pPr>
              <a:lnSpc>
                <a:spcPts val="1045"/>
              </a:lnSpc>
              <a:defRPr/>
            </a:pPr>
            <a:r>
              <a:rPr sz="1575" baseline="2645" dirty="0">
                <a:solidFill>
                  <a:srgbClr val="BABABA"/>
                </a:solidFill>
                <a:latin typeface="Lucida Sans"/>
                <a:cs typeface="Lucida Sans"/>
              </a:rPr>
              <a:t>0</a:t>
            </a:r>
            <a:r>
              <a:rPr sz="1575" spc="-30" baseline="2645" dirty="0">
                <a:solidFill>
                  <a:srgbClr val="BABABA"/>
                </a:solidFill>
                <a:latin typeface="Lucida Sans"/>
                <a:cs typeface="Lucida Sans"/>
              </a:rPr>
              <a:t> </a:t>
            </a:r>
            <a:r>
              <a:rPr sz="1050" dirty="0">
                <a:solidFill>
                  <a:srgbClr val="BABABA"/>
                </a:solidFill>
                <a:latin typeface="Lucida Sans"/>
                <a:cs typeface="Lucida Sans"/>
              </a:rPr>
              <a:t>/</a:t>
            </a:r>
            <a:r>
              <a:rPr sz="1050" spc="-20" dirty="0">
                <a:solidFill>
                  <a:srgbClr val="BABABA"/>
                </a:solidFill>
                <a:latin typeface="Lucida Sans"/>
                <a:cs typeface="Lucida Sans"/>
              </a:rPr>
              <a:t> </a:t>
            </a:r>
            <a:r>
              <a:rPr sz="1050" spc="-50" dirty="0">
                <a:solidFill>
                  <a:srgbClr val="BABABA"/>
                </a:solidFill>
                <a:latin typeface="Lucida Sans"/>
                <a:cs typeface="Lucida Sans"/>
              </a:rPr>
              <a:t>6</a:t>
            </a:r>
            <a:endParaRPr sz="1050">
              <a:latin typeface="Lucida Sans"/>
              <a:cs typeface="Lucida Sans"/>
            </a:endParaRPr>
          </a:p>
        </p:txBody>
      </p:sp>
      <p:sp>
        <p:nvSpPr>
          <p:cNvPr id="94231" name="object 70">
            <a:extLst>
              <a:ext uri="{FF2B5EF4-FFF2-40B4-BE49-F238E27FC236}">
                <a16:creationId xmlns:a16="http://schemas.microsoft.com/office/drawing/2014/main" id="{0AD437D5-093B-F638-7362-DC06D71DFBC3}"/>
              </a:ext>
            </a:extLst>
          </p:cNvPr>
          <p:cNvSpPr>
            <a:spLocks/>
          </p:cNvSpPr>
          <p:nvPr/>
        </p:nvSpPr>
        <p:spPr bwMode="auto">
          <a:xfrm>
            <a:off x="6075363" y="3552825"/>
            <a:ext cx="496887" cy="458788"/>
          </a:xfrm>
          <a:custGeom>
            <a:avLst/>
            <a:gdLst>
              <a:gd name="T0" fmla="*/ 106951 w 496570"/>
              <a:gd name="T1" fmla="*/ 0 h 459104"/>
              <a:gd name="T2" fmla="*/ 0 w 496570"/>
              <a:gd name="T3" fmla="*/ 121401 h 459104"/>
              <a:gd name="T4" fmla="*/ 394973 w 496570"/>
              <a:gd name="T5" fmla="*/ 453101 h 459104"/>
              <a:gd name="T6" fmla="*/ 501927 w 496570"/>
              <a:gd name="T7" fmla="*/ 331698 h 459104"/>
              <a:gd name="T8" fmla="*/ 106951 w 496570"/>
              <a:gd name="T9" fmla="*/ 0 h 459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570" h="459104">
                <a:moveTo>
                  <a:pt x="105727" y="0"/>
                </a:moveTo>
                <a:lnTo>
                  <a:pt x="0" y="122920"/>
                </a:lnTo>
                <a:lnTo>
                  <a:pt x="390453" y="458764"/>
                </a:lnTo>
                <a:lnTo>
                  <a:pt x="496182" y="335843"/>
                </a:lnTo>
                <a:lnTo>
                  <a:pt x="10572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5" name="object 71">
            <a:extLst>
              <a:ext uri="{FF2B5EF4-FFF2-40B4-BE49-F238E27FC236}">
                <a16:creationId xmlns:a16="http://schemas.microsoft.com/office/drawing/2014/main" id="{12CBEDB4-7379-D250-1351-7AA2F9ACDC1B}"/>
              </a:ext>
            </a:extLst>
          </p:cNvPr>
          <p:cNvSpPr txBox="1"/>
          <p:nvPr/>
        </p:nvSpPr>
        <p:spPr>
          <a:xfrm rot="2400000">
            <a:off x="6113463" y="3711575"/>
            <a:ext cx="428625" cy="133350"/>
          </a:xfrm>
          <a:prstGeom prst="rect">
            <a:avLst/>
          </a:prstGeom>
        </p:spPr>
        <p:txBody>
          <a:bodyPr lIns="0" tIns="0" rIns="0" bIns="0">
            <a:spAutoFit/>
          </a:bodyPr>
          <a:lstStyle/>
          <a:p>
            <a:pPr>
              <a:lnSpc>
                <a:spcPts val="1040"/>
              </a:lnSpc>
              <a:defRPr/>
            </a:pPr>
            <a:r>
              <a:rPr sz="1050" dirty="0">
                <a:latin typeface="Lucida Sans"/>
                <a:cs typeface="Lucida Sans"/>
              </a:rPr>
              <a:t>5</a:t>
            </a:r>
            <a:r>
              <a:rPr sz="1050" spc="-20"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10</a:t>
            </a:r>
            <a:endParaRPr sz="1050">
              <a:latin typeface="Lucida Sans"/>
              <a:cs typeface="Lucida Sans"/>
            </a:endParaRPr>
          </a:p>
        </p:txBody>
      </p:sp>
      <p:sp>
        <p:nvSpPr>
          <p:cNvPr id="94233" name="object 72">
            <a:extLst>
              <a:ext uri="{FF2B5EF4-FFF2-40B4-BE49-F238E27FC236}">
                <a16:creationId xmlns:a16="http://schemas.microsoft.com/office/drawing/2014/main" id="{986D390C-4212-E8EE-D6D0-E18D59692B51}"/>
              </a:ext>
            </a:extLst>
          </p:cNvPr>
          <p:cNvSpPr>
            <a:spLocks/>
          </p:cNvSpPr>
          <p:nvPr/>
        </p:nvSpPr>
        <p:spPr bwMode="auto">
          <a:xfrm>
            <a:off x="4343400" y="3036888"/>
            <a:ext cx="477838" cy="161925"/>
          </a:xfrm>
          <a:custGeom>
            <a:avLst/>
            <a:gdLst>
              <a:gd name="T0" fmla="*/ 0 w 476885"/>
              <a:gd name="T1" fmla="*/ 0 h 162560"/>
              <a:gd name="T2" fmla="*/ 494305 w 476885"/>
              <a:gd name="T3" fmla="*/ 0 h 162560"/>
              <a:gd name="T4" fmla="*/ 494305 w 476885"/>
              <a:gd name="T5" fmla="*/ 151105 h 162560"/>
              <a:gd name="T6" fmla="*/ 0 w 476885"/>
              <a:gd name="T7" fmla="*/ 151105 h 162560"/>
              <a:gd name="T8" fmla="*/ 0 w 4768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6885" h="162560">
                <a:moveTo>
                  <a:pt x="0" y="0"/>
                </a:moveTo>
                <a:lnTo>
                  <a:pt x="476869" y="0"/>
                </a:lnTo>
                <a:lnTo>
                  <a:pt x="476869"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7" name="object 73">
            <a:extLst>
              <a:ext uri="{FF2B5EF4-FFF2-40B4-BE49-F238E27FC236}">
                <a16:creationId xmlns:a16="http://schemas.microsoft.com/office/drawing/2014/main" id="{2F5ED413-9F99-C2F3-9D7A-169FCA62A263}"/>
              </a:ext>
            </a:extLst>
          </p:cNvPr>
          <p:cNvSpPr txBox="1"/>
          <p:nvPr/>
        </p:nvSpPr>
        <p:spPr>
          <a:xfrm>
            <a:off x="4410075" y="3005138"/>
            <a:ext cx="344488" cy="185737"/>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9</a:t>
            </a:r>
            <a:endParaRPr sz="1050">
              <a:latin typeface="Lucida Sans"/>
              <a:cs typeface="Lucida Sans"/>
            </a:endParaRPr>
          </a:p>
        </p:txBody>
      </p:sp>
      <p:sp>
        <p:nvSpPr>
          <p:cNvPr id="78" name="object 74">
            <a:extLst>
              <a:ext uri="{FF2B5EF4-FFF2-40B4-BE49-F238E27FC236}">
                <a16:creationId xmlns:a16="http://schemas.microsoft.com/office/drawing/2014/main" id="{20D5960E-6FB9-CA93-112D-37DAE487989E}"/>
              </a:ext>
            </a:extLst>
          </p:cNvPr>
          <p:cNvSpPr txBox="1"/>
          <p:nvPr/>
        </p:nvSpPr>
        <p:spPr>
          <a:xfrm>
            <a:off x="4405313" y="4359275"/>
            <a:ext cx="344487" cy="1873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5 / </a:t>
            </a:r>
            <a:r>
              <a:rPr sz="1050" spc="-50" dirty="0">
                <a:solidFill>
                  <a:srgbClr val="0048AA"/>
                </a:solidFill>
                <a:latin typeface="Lucida Sans"/>
                <a:cs typeface="Lucida Sans"/>
              </a:rPr>
              <a:t>8</a:t>
            </a:r>
            <a:endParaRPr sz="1050">
              <a:latin typeface="Lucida Sans"/>
              <a:cs typeface="Lucida Sans"/>
            </a:endParaRPr>
          </a:p>
        </p:txBody>
      </p:sp>
      <p:sp>
        <p:nvSpPr>
          <p:cNvPr id="94236" name="object 75">
            <a:extLst>
              <a:ext uri="{FF2B5EF4-FFF2-40B4-BE49-F238E27FC236}">
                <a16:creationId xmlns:a16="http://schemas.microsoft.com/office/drawing/2014/main" id="{D8B41CEC-A063-5825-3CF3-CE2D1C741799}"/>
              </a:ext>
            </a:extLst>
          </p:cNvPr>
          <p:cNvSpPr>
            <a:spLocks/>
          </p:cNvSpPr>
          <p:nvPr/>
        </p:nvSpPr>
        <p:spPr bwMode="auto">
          <a:xfrm>
            <a:off x="4321175" y="3584575"/>
            <a:ext cx="530225" cy="419100"/>
          </a:xfrm>
          <a:custGeom>
            <a:avLst/>
            <a:gdLst>
              <a:gd name="T0" fmla="*/ 89019 w 529589"/>
              <a:gd name="T1" fmla="*/ 0 h 419100"/>
              <a:gd name="T2" fmla="*/ 0 w 529589"/>
              <a:gd name="T3" fmla="*/ 136744 h 419100"/>
              <a:gd name="T4" fmla="*/ 452068 w 529589"/>
              <a:gd name="T5" fmla="*/ 418589 h 419100"/>
              <a:gd name="T6" fmla="*/ 541086 w 529589"/>
              <a:gd name="T7" fmla="*/ 281844 h 419100"/>
              <a:gd name="T8" fmla="*/ 89019 w 529589"/>
              <a:gd name="T9" fmla="*/ 0 h 419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589" h="419100">
                <a:moveTo>
                  <a:pt x="87115" y="0"/>
                </a:moveTo>
                <a:lnTo>
                  <a:pt x="0" y="136744"/>
                </a:lnTo>
                <a:lnTo>
                  <a:pt x="442407" y="418589"/>
                </a:lnTo>
                <a:lnTo>
                  <a:pt x="529522" y="281844"/>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0" name="object 76">
            <a:extLst>
              <a:ext uri="{FF2B5EF4-FFF2-40B4-BE49-F238E27FC236}">
                <a16:creationId xmlns:a16="http://schemas.microsoft.com/office/drawing/2014/main" id="{00BB0117-5205-9C77-4AFD-69E1402F6205}"/>
              </a:ext>
            </a:extLst>
          </p:cNvPr>
          <p:cNvSpPr txBox="1"/>
          <p:nvPr/>
        </p:nvSpPr>
        <p:spPr>
          <a:xfrm rot="1920000">
            <a:off x="4375150" y="3722688"/>
            <a:ext cx="428625" cy="133350"/>
          </a:xfrm>
          <a:prstGeom prst="rect">
            <a:avLst/>
          </a:prstGeom>
        </p:spPr>
        <p:txBody>
          <a:bodyPr lIns="0" tIns="0" rIns="0" bIns="0">
            <a:spAutoFit/>
          </a:bodyPr>
          <a:lstStyle/>
          <a:p>
            <a:pPr>
              <a:lnSpc>
                <a:spcPts val="1045"/>
              </a:lnSpc>
              <a:defRPr/>
            </a:pPr>
            <a:r>
              <a:rPr sz="1050" dirty="0">
                <a:solidFill>
                  <a:srgbClr val="0048AA"/>
                </a:solidFill>
                <a:latin typeface="Lucida Sans"/>
                <a:cs typeface="Lucida Sans"/>
              </a:rPr>
              <a:t>5</a:t>
            </a:r>
            <a:r>
              <a:rPr sz="1050" spc="-15" dirty="0">
                <a:solidFill>
                  <a:srgbClr val="0048AA"/>
                </a:solidFill>
                <a:latin typeface="Lucida Sans"/>
                <a:cs typeface="Lucida Sans"/>
              </a:rPr>
              <a:t> </a:t>
            </a:r>
            <a:r>
              <a:rPr sz="1050" dirty="0">
                <a:solidFill>
                  <a:srgbClr val="0048AA"/>
                </a:solidFill>
                <a:latin typeface="Lucida Sans"/>
                <a:cs typeface="Lucida Sans"/>
              </a:rPr>
              <a:t>/</a:t>
            </a:r>
            <a:r>
              <a:rPr sz="1050" spc="-15" dirty="0">
                <a:solidFill>
                  <a:srgbClr val="0048AA"/>
                </a:solidFill>
                <a:latin typeface="Lucida Sans"/>
                <a:cs typeface="Lucida Sans"/>
              </a:rPr>
              <a:t> </a:t>
            </a:r>
            <a:r>
              <a:rPr sz="1050" spc="-35" dirty="0">
                <a:solidFill>
                  <a:srgbClr val="0048AA"/>
                </a:solidFill>
                <a:latin typeface="Lucida Sans"/>
                <a:cs typeface="Lucida Sans"/>
              </a:rPr>
              <a:t>15</a:t>
            </a:r>
            <a:endParaRPr sz="1050">
              <a:latin typeface="Lucida Sans"/>
              <a:cs typeface="Lucida Sans"/>
            </a:endParaRPr>
          </a:p>
        </p:txBody>
      </p:sp>
      <p:grpSp>
        <p:nvGrpSpPr>
          <p:cNvPr id="94238" name="object 77">
            <a:extLst>
              <a:ext uri="{FF2B5EF4-FFF2-40B4-BE49-F238E27FC236}">
                <a16:creationId xmlns:a16="http://schemas.microsoft.com/office/drawing/2014/main" id="{9B0F92E5-4D46-F736-9A15-A9C51E477666}"/>
              </a:ext>
            </a:extLst>
          </p:cNvPr>
          <p:cNvGrpSpPr>
            <a:grpSpLocks/>
          </p:cNvGrpSpPr>
          <p:nvPr/>
        </p:nvGrpSpPr>
        <p:grpSpPr bwMode="auto">
          <a:xfrm>
            <a:off x="3408363" y="2997200"/>
            <a:ext cx="3214687" cy="2382838"/>
            <a:chOff x="3346642" y="4221119"/>
            <a:chExt cx="3215640" cy="2383155"/>
          </a:xfrm>
        </p:grpSpPr>
        <p:sp>
          <p:nvSpPr>
            <p:cNvPr id="94254" name="object 78">
              <a:extLst>
                <a:ext uri="{FF2B5EF4-FFF2-40B4-BE49-F238E27FC236}">
                  <a16:creationId xmlns:a16="http://schemas.microsoft.com/office/drawing/2014/main" id="{A7D062F7-8F12-2CFC-8FCB-FB4BF7CD96FD}"/>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4255" name="object 79">
              <a:extLst>
                <a:ext uri="{FF2B5EF4-FFF2-40B4-BE49-F238E27FC236}">
                  <a16:creationId xmlns:a16="http://schemas.microsoft.com/office/drawing/2014/main" id="{BF8C4E39-511E-A8B6-9FE1-6FBFC863C629}"/>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56" name="object 80">
              <a:extLst>
                <a:ext uri="{FF2B5EF4-FFF2-40B4-BE49-F238E27FC236}">
                  <a16:creationId xmlns:a16="http://schemas.microsoft.com/office/drawing/2014/main" id="{A99C2D7D-95D7-B2CF-0F53-6F568F618A14}"/>
                </a:ext>
              </a:extLst>
            </p:cNvPr>
            <p:cNvSpPr>
              <a:spLocks/>
            </p:cNvSpPr>
            <p:nvPr/>
          </p:nvSpPr>
          <p:spPr bwMode="auto">
            <a:xfrm>
              <a:off x="6002439" y="6086831"/>
              <a:ext cx="559435" cy="517525"/>
            </a:xfrm>
            <a:custGeom>
              <a:avLst/>
              <a:gdLst>
                <a:gd name="T0" fmla="*/ 452800 w 559434"/>
                <a:gd name="T1" fmla="*/ 0 h 517525"/>
                <a:gd name="T2" fmla="*/ 0 w 559434"/>
                <a:gd name="T3" fmla="*/ 394987 h 517525"/>
                <a:gd name="T4" fmla="*/ 106583 w 559434"/>
                <a:gd name="T5" fmla="*/ 517167 h 517525"/>
                <a:gd name="T6" fmla="*/ 559384 w 559434"/>
                <a:gd name="T7" fmla="*/ 122179 h 517525"/>
                <a:gd name="T8" fmla="*/ 452800 w 559434"/>
                <a:gd name="T9" fmla="*/ 0 h 517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9434" h="517525">
                  <a:moveTo>
                    <a:pt x="452782" y="0"/>
                  </a:moveTo>
                  <a:lnTo>
                    <a:pt x="0" y="394987"/>
                  </a:lnTo>
                  <a:lnTo>
                    <a:pt x="106583" y="517167"/>
                  </a:lnTo>
                  <a:lnTo>
                    <a:pt x="559366" y="122179"/>
                  </a:lnTo>
                  <a:lnTo>
                    <a:pt x="4527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85" name="object 81">
            <a:extLst>
              <a:ext uri="{FF2B5EF4-FFF2-40B4-BE49-F238E27FC236}">
                <a16:creationId xmlns:a16="http://schemas.microsoft.com/office/drawing/2014/main" id="{27109B3A-699A-DF6C-C1C7-223A54D53251}"/>
              </a:ext>
            </a:extLst>
          </p:cNvPr>
          <p:cNvSpPr txBox="1"/>
          <p:nvPr/>
        </p:nvSpPr>
        <p:spPr>
          <a:xfrm rot="19140000">
            <a:off x="6086475" y="5049838"/>
            <a:ext cx="506413"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5" dirty="0">
                <a:latin typeface="Lucida Sans"/>
                <a:cs typeface="Lucida Sans"/>
              </a:rPr>
              <a:t> </a:t>
            </a:r>
            <a:r>
              <a:rPr sz="1050" dirty="0">
                <a:latin typeface="Lucida Sans"/>
                <a:cs typeface="Lucida Sans"/>
              </a:rPr>
              <a:t>/</a:t>
            </a:r>
            <a:r>
              <a:rPr sz="1050" spc="-5" dirty="0">
                <a:latin typeface="Lucida Sans"/>
                <a:cs typeface="Lucida Sans"/>
              </a:rPr>
              <a:t> </a:t>
            </a:r>
            <a:r>
              <a:rPr sz="1050" spc="-35" dirty="0">
                <a:latin typeface="Lucida Sans"/>
                <a:cs typeface="Lucida Sans"/>
              </a:rPr>
              <a:t>10</a:t>
            </a:r>
            <a:endParaRPr sz="1050">
              <a:latin typeface="Lucida Sans"/>
              <a:cs typeface="Lucida Sans"/>
            </a:endParaRPr>
          </a:p>
        </p:txBody>
      </p:sp>
      <p:sp>
        <p:nvSpPr>
          <p:cNvPr id="94240" name="object 82">
            <a:extLst>
              <a:ext uri="{FF2B5EF4-FFF2-40B4-BE49-F238E27FC236}">
                <a16:creationId xmlns:a16="http://schemas.microsoft.com/office/drawing/2014/main" id="{98472BA3-FD7F-CA56-1902-4587F7B2E62C}"/>
              </a:ext>
            </a:extLst>
          </p:cNvPr>
          <p:cNvSpPr>
            <a:spLocks/>
          </p:cNvSpPr>
          <p:nvPr/>
        </p:nvSpPr>
        <p:spPr bwMode="auto">
          <a:xfrm>
            <a:off x="2460625" y="4873625"/>
            <a:ext cx="585788" cy="547688"/>
          </a:xfrm>
          <a:custGeom>
            <a:avLst/>
            <a:gdLst>
              <a:gd name="T0" fmla="*/ 108919 w 585469"/>
              <a:gd name="T1" fmla="*/ 0 h 546734"/>
              <a:gd name="T2" fmla="*/ 0 w 585469"/>
              <a:gd name="T3" fmla="*/ 124912 h 546734"/>
              <a:gd name="T4" fmla="*/ 481796 w 585469"/>
              <a:gd name="T5" fmla="*/ 563540 h 546734"/>
              <a:gd name="T6" fmla="*/ 590715 w 585469"/>
              <a:gd name="T7" fmla="*/ 438626 h 546734"/>
              <a:gd name="T8" fmla="*/ 108919 w 585469"/>
              <a:gd name="T9" fmla="*/ 0 h 546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469" h="546734">
                <a:moveTo>
                  <a:pt x="107857" y="0"/>
                </a:moveTo>
                <a:lnTo>
                  <a:pt x="0" y="121056"/>
                </a:lnTo>
                <a:lnTo>
                  <a:pt x="477105" y="546142"/>
                </a:lnTo>
                <a:lnTo>
                  <a:pt x="584963" y="425085"/>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7" name="object 83">
            <a:extLst>
              <a:ext uri="{FF2B5EF4-FFF2-40B4-BE49-F238E27FC236}">
                <a16:creationId xmlns:a16="http://schemas.microsoft.com/office/drawing/2014/main" id="{2D18F5A9-6602-A325-2FA7-E9044B0A85C9}"/>
              </a:ext>
            </a:extLst>
          </p:cNvPr>
          <p:cNvSpPr txBox="1"/>
          <p:nvPr/>
        </p:nvSpPr>
        <p:spPr>
          <a:xfrm rot="2460000">
            <a:off x="2501900" y="5076825"/>
            <a:ext cx="508000" cy="133350"/>
          </a:xfrm>
          <a:prstGeom prst="rect">
            <a:avLst/>
          </a:prstGeom>
        </p:spPr>
        <p:txBody>
          <a:bodyPr lIns="0" tIns="0" rIns="0" bIns="0">
            <a:spAutoFit/>
          </a:bodyPr>
          <a:lstStyle/>
          <a:p>
            <a:pPr>
              <a:lnSpc>
                <a:spcPts val="1045"/>
              </a:lnSpc>
              <a:defRPr/>
            </a:pPr>
            <a:r>
              <a:rPr sz="1575" baseline="2645" dirty="0">
                <a:latin typeface="Lucida Sans"/>
                <a:cs typeface="Lucida Sans"/>
              </a:rPr>
              <a:t>10</a:t>
            </a:r>
            <a:r>
              <a:rPr sz="1575" spc="-44" baseline="2645"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15</a:t>
            </a:r>
            <a:endParaRPr sz="1050">
              <a:latin typeface="Lucida Sans"/>
              <a:cs typeface="Lucida Sans"/>
            </a:endParaRPr>
          </a:p>
        </p:txBody>
      </p:sp>
      <p:sp>
        <p:nvSpPr>
          <p:cNvPr id="94242" name="object 84">
            <a:extLst>
              <a:ext uri="{FF2B5EF4-FFF2-40B4-BE49-F238E27FC236}">
                <a16:creationId xmlns:a16="http://schemas.microsoft.com/office/drawing/2014/main" id="{B6F83976-0F30-CADD-5429-DEBFC93E31FE}"/>
              </a:ext>
            </a:extLst>
          </p:cNvPr>
          <p:cNvSpPr>
            <a:spLocks/>
          </p:cNvSpPr>
          <p:nvPr/>
        </p:nvSpPr>
        <p:spPr bwMode="auto">
          <a:xfrm>
            <a:off x="4219575" y="5710238"/>
            <a:ext cx="658813" cy="238125"/>
          </a:xfrm>
          <a:custGeom>
            <a:avLst/>
            <a:gdLst>
              <a:gd name="T0" fmla="*/ 0 w 658495"/>
              <a:gd name="T1" fmla="*/ 0 h 238759"/>
              <a:gd name="T2" fmla="*/ 663810 w 658495"/>
              <a:gd name="T3" fmla="*/ 0 h 238759"/>
              <a:gd name="T4" fmla="*/ 663810 w 658495"/>
              <a:gd name="T5" fmla="*/ 227293 h 238759"/>
              <a:gd name="T6" fmla="*/ 0 w 658495"/>
              <a:gd name="T7" fmla="*/ 227293 h 238759"/>
              <a:gd name="T8" fmla="*/ 0 w 658495"/>
              <a:gd name="T9" fmla="*/ 0 h 2387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495" h="238759">
                <a:moveTo>
                  <a:pt x="0" y="0"/>
                </a:moveTo>
                <a:lnTo>
                  <a:pt x="658079" y="0"/>
                </a:lnTo>
                <a:lnTo>
                  <a:pt x="658079" y="238435"/>
                </a:lnTo>
                <a:lnTo>
                  <a:pt x="0" y="2384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9" name="object 86">
            <a:extLst>
              <a:ext uri="{FF2B5EF4-FFF2-40B4-BE49-F238E27FC236}">
                <a16:creationId xmlns:a16="http://schemas.microsoft.com/office/drawing/2014/main" id="{A2071BD8-2AF6-2F49-C9C4-BA1233034573}"/>
              </a:ext>
            </a:extLst>
          </p:cNvPr>
          <p:cNvSpPr txBox="1"/>
          <p:nvPr/>
        </p:nvSpPr>
        <p:spPr>
          <a:xfrm>
            <a:off x="3616325" y="2246313"/>
            <a:ext cx="347663" cy="207962"/>
          </a:xfrm>
          <a:prstGeom prst="rect">
            <a:avLst/>
          </a:prstGeom>
        </p:spPr>
        <p:txBody>
          <a:bodyPr lIns="0" tIns="12700" rIns="0" bIns="0">
            <a:spAutoFit/>
          </a:bodyPr>
          <a:lstStyle/>
          <a:p>
            <a:pPr marL="12700">
              <a:spcBef>
                <a:spcPts val="100"/>
              </a:spcBef>
              <a:defRPr/>
            </a:pPr>
            <a:r>
              <a:rPr sz="1200" spc="-20" dirty="0">
                <a:solidFill>
                  <a:srgbClr val="8D3124"/>
                </a:solidFill>
                <a:latin typeface="Lucida Sans"/>
                <a:cs typeface="Lucida Sans"/>
              </a:rPr>
              <a:t>flow</a:t>
            </a:r>
            <a:endParaRPr sz="1200" dirty="0">
              <a:latin typeface="Lucida Sans"/>
              <a:cs typeface="Lucida Sans"/>
            </a:endParaRPr>
          </a:p>
        </p:txBody>
      </p:sp>
      <p:grpSp>
        <p:nvGrpSpPr>
          <p:cNvPr id="94244" name="object 87">
            <a:extLst>
              <a:ext uri="{FF2B5EF4-FFF2-40B4-BE49-F238E27FC236}">
                <a16:creationId xmlns:a16="http://schemas.microsoft.com/office/drawing/2014/main" id="{DDAA8B4E-DC02-A93C-D0C4-C6D42568897F}"/>
              </a:ext>
            </a:extLst>
          </p:cNvPr>
          <p:cNvGrpSpPr>
            <a:grpSpLocks/>
          </p:cNvGrpSpPr>
          <p:nvPr/>
        </p:nvGrpSpPr>
        <p:grpSpPr bwMode="auto">
          <a:xfrm>
            <a:off x="3881438" y="2471738"/>
            <a:ext cx="571500" cy="1093787"/>
            <a:chOff x="3819523" y="3696474"/>
            <a:chExt cx="572770" cy="1092835"/>
          </a:xfrm>
        </p:grpSpPr>
        <p:sp>
          <p:nvSpPr>
            <p:cNvPr id="94252" name="object 88">
              <a:extLst>
                <a:ext uri="{FF2B5EF4-FFF2-40B4-BE49-F238E27FC236}">
                  <a16:creationId xmlns:a16="http://schemas.microsoft.com/office/drawing/2014/main" id="{409C6BB7-99B9-3338-D62C-807C62906904}"/>
                </a:ext>
              </a:extLst>
            </p:cNvPr>
            <p:cNvSpPr>
              <a:spLocks/>
            </p:cNvSpPr>
            <p:nvPr/>
          </p:nvSpPr>
          <p:spPr bwMode="auto">
            <a:xfrm>
              <a:off x="3829365" y="3706316"/>
              <a:ext cx="535305" cy="1030605"/>
            </a:xfrm>
            <a:custGeom>
              <a:avLst/>
              <a:gdLst>
                <a:gd name="T0" fmla="*/ 535118 w 535304"/>
                <a:gd name="T1" fmla="*/ 1030365 h 1030604"/>
                <a:gd name="T2" fmla="*/ 530722 w 535304"/>
                <a:gd name="T3" fmla="*/ 1021902 h 1030604"/>
                <a:gd name="T4" fmla="*/ 0 w 535304"/>
                <a:gd name="T5" fmla="*/ 0 h 1030604"/>
                <a:gd name="T6" fmla="*/ 0 60000 65536"/>
                <a:gd name="T7" fmla="*/ 0 60000 65536"/>
                <a:gd name="T8" fmla="*/ 0 60000 65536"/>
              </a:gdLst>
              <a:ahLst/>
              <a:cxnLst>
                <a:cxn ang="T6">
                  <a:pos x="T0" y="T1"/>
                </a:cxn>
                <a:cxn ang="T7">
                  <a:pos x="T2" y="T3"/>
                </a:cxn>
                <a:cxn ang="T8">
                  <a:pos x="T4" y="T5"/>
                </a:cxn>
              </a:cxnLst>
              <a:rect l="0" t="0" r="r" b="b"/>
              <a:pathLst>
                <a:path w="535304" h="1030604">
                  <a:moveTo>
                    <a:pt x="535100" y="1030347"/>
                  </a:moveTo>
                  <a:lnTo>
                    <a:pt x="530704" y="1021884"/>
                  </a:lnTo>
                  <a:lnTo>
                    <a:pt x="0"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4253" name="object 89">
              <a:extLst>
                <a:ext uri="{FF2B5EF4-FFF2-40B4-BE49-F238E27FC236}">
                  <a16:creationId xmlns:a16="http://schemas.microsoft.com/office/drawing/2014/main" id="{3977D126-EE7F-1D4A-5948-3D282261911D}"/>
                </a:ext>
              </a:extLst>
            </p:cNvPr>
            <p:cNvSpPr>
              <a:spLocks/>
            </p:cNvSpPr>
            <p:nvPr/>
          </p:nvSpPr>
          <p:spPr bwMode="auto">
            <a:xfrm>
              <a:off x="4308892" y="4686787"/>
              <a:ext cx="83185" cy="102870"/>
            </a:xfrm>
            <a:custGeom>
              <a:avLst/>
              <a:gdLst>
                <a:gd name="T0" fmla="*/ 81255 w 83185"/>
                <a:gd name="T1" fmla="*/ 0 h 102870"/>
                <a:gd name="T2" fmla="*/ 51177 w 83185"/>
                <a:gd name="T3" fmla="*/ 41412 h 102870"/>
                <a:gd name="T4" fmla="*/ 0 w 83185"/>
                <a:gd name="T5" fmla="*/ 42197 h 102870"/>
                <a:gd name="T6" fmla="*/ 82825 w 83185"/>
                <a:gd name="T7" fmla="*/ 102354 h 102870"/>
                <a:gd name="T8" fmla="*/ 81255 w 83185"/>
                <a:gd name="T9" fmla="*/ 0 h 102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185" h="102870">
                  <a:moveTo>
                    <a:pt x="81255" y="0"/>
                  </a:moveTo>
                  <a:lnTo>
                    <a:pt x="51177" y="41412"/>
                  </a:lnTo>
                  <a:lnTo>
                    <a:pt x="0" y="42197"/>
                  </a:lnTo>
                  <a:lnTo>
                    <a:pt x="82825" y="102354"/>
                  </a:lnTo>
                  <a:lnTo>
                    <a:pt x="81255" y="0"/>
                  </a:lnTo>
                  <a:close/>
                </a:path>
              </a:pathLst>
            </a:custGeom>
            <a:solidFill>
              <a:srgbClr val="8D312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3" name="object 90">
            <a:extLst>
              <a:ext uri="{FF2B5EF4-FFF2-40B4-BE49-F238E27FC236}">
                <a16:creationId xmlns:a16="http://schemas.microsoft.com/office/drawing/2014/main" id="{D1690F75-EB62-1545-A007-4EF037966F11}"/>
              </a:ext>
            </a:extLst>
          </p:cNvPr>
          <p:cNvSpPr txBox="1"/>
          <p:nvPr/>
        </p:nvSpPr>
        <p:spPr>
          <a:xfrm>
            <a:off x="4803775" y="2227263"/>
            <a:ext cx="636588" cy="207962"/>
          </a:xfrm>
          <a:prstGeom prst="rect">
            <a:avLst/>
          </a:prstGeom>
        </p:spPr>
        <p:txBody>
          <a:bodyPr lIns="0" tIns="12700" rIns="0" bIns="0">
            <a:spAutoFit/>
          </a:bodyPr>
          <a:lstStyle/>
          <a:p>
            <a:pPr marL="12700">
              <a:spcBef>
                <a:spcPts val="100"/>
              </a:spcBef>
              <a:defRPr/>
            </a:pPr>
            <a:r>
              <a:rPr sz="1200" spc="-10" dirty="0">
                <a:solidFill>
                  <a:srgbClr val="8D3124"/>
                </a:solidFill>
                <a:latin typeface="Lucida Sans"/>
                <a:cs typeface="Lucida Sans"/>
              </a:rPr>
              <a:t>capacity</a:t>
            </a:r>
            <a:endParaRPr sz="1200" dirty="0">
              <a:latin typeface="Lucida Sans"/>
              <a:cs typeface="Lucida Sans"/>
            </a:endParaRPr>
          </a:p>
        </p:txBody>
      </p:sp>
      <p:grpSp>
        <p:nvGrpSpPr>
          <p:cNvPr id="94246" name="object 91">
            <a:extLst>
              <a:ext uri="{FF2B5EF4-FFF2-40B4-BE49-F238E27FC236}">
                <a16:creationId xmlns:a16="http://schemas.microsoft.com/office/drawing/2014/main" id="{C465CAE6-37A3-119E-B622-D73B92C2130E}"/>
              </a:ext>
            </a:extLst>
          </p:cNvPr>
          <p:cNvGrpSpPr>
            <a:grpSpLocks/>
          </p:cNvGrpSpPr>
          <p:nvPr/>
        </p:nvGrpSpPr>
        <p:grpSpPr bwMode="auto">
          <a:xfrm>
            <a:off x="4710113" y="2471738"/>
            <a:ext cx="1135062" cy="1417637"/>
            <a:chOff x="4648240" y="3695168"/>
            <a:chExt cx="1136015" cy="1418590"/>
          </a:xfrm>
        </p:grpSpPr>
        <p:sp>
          <p:nvSpPr>
            <p:cNvPr id="94249" name="object 92">
              <a:extLst>
                <a:ext uri="{FF2B5EF4-FFF2-40B4-BE49-F238E27FC236}">
                  <a16:creationId xmlns:a16="http://schemas.microsoft.com/office/drawing/2014/main" id="{A4F90B63-3CEE-511B-D6D9-59164F2FD191}"/>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4250" name="object 93">
              <a:extLst>
                <a:ext uri="{FF2B5EF4-FFF2-40B4-BE49-F238E27FC236}">
                  <a16:creationId xmlns:a16="http://schemas.microsoft.com/office/drawing/2014/main" id="{6501239D-0AE0-1BA0-C9D0-964568E65D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51" name="object 94">
              <a:extLst>
                <a:ext uri="{FF2B5EF4-FFF2-40B4-BE49-F238E27FC236}">
                  <a16:creationId xmlns:a16="http://schemas.microsoft.com/office/drawing/2014/main" id="{A1D699EB-66E2-889F-0C59-AEE874AB675D}"/>
                </a:ext>
              </a:extLst>
            </p:cNvPr>
            <p:cNvSpPr>
              <a:spLocks/>
            </p:cNvSpPr>
            <p:nvPr/>
          </p:nvSpPr>
          <p:spPr bwMode="auto">
            <a:xfrm>
              <a:off x="5259621" y="4827291"/>
              <a:ext cx="525145" cy="286385"/>
            </a:xfrm>
            <a:custGeom>
              <a:avLst/>
              <a:gdLst>
                <a:gd name="T0" fmla="*/ 0 w 525145"/>
                <a:gd name="T1" fmla="*/ 0 h 286385"/>
                <a:gd name="T2" fmla="*/ 524556 w 525145"/>
                <a:gd name="T3" fmla="*/ 0 h 286385"/>
                <a:gd name="T4" fmla="*/ 524556 w 525145"/>
                <a:gd name="T5" fmla="*/ 286122 h 286385"/>
                <a:gd name="T6" fmla="*/ 0 w 525145"/>
                <a:gd name="T7" fmla="*/ 286122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8" name="object 95">
            <a:extLst>
              <a:ext uri="{FF2B5EF4-FFF2-40B4-BE49-F238E27FC236}">
                <a16:creationId xmlns:a16="http://schemas.microsoft.com/office/drawing/2014/main" id="{F4F8FD05-3123-AE88-2FB9-79E093D27F24}"/>
              </a:ext>
            </a:extLst>
          </p:cNvPr>
          <p:cNvSpPr txBox="1"/>
          <p:nvPr/>
        </p:nvSpPr>
        <p:spPr>
          <a:xfrm>
            <a:off x="5368925" y="3638550"/>
            <a:ext cx="428625" cy="185738"/>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9" name="object 96">
            <a:extLst>
              <a:ext uri="{FF2B5EF4-FFF2-40B4-BE49-F238E27FC236}">
                <a16:creationId xmlns:a16="http://schemas.microsoft.com/office/drawing/2014/main" id="{3BD22C98-9650-FDBC-21FF-9483C363F7D2}"/>
              </a:ext>
            </a:extLst>
          </p:cNvPr>
          <p:cNvSpPr txBox="1"/>
          <p:nvPr/>
        </p:nvSpPr>
        <p:spPr>
          <a:xfrm>
            <a:off x="4292600" y="5734050"/>
            <a:ext cx="514350" cy="184150"/>
          </a:xfrm>
          <a:prstGeom prst="rect">
            <a:avLst/>
          </a:prstGeom>
        </p:spPr>
        <p:txBody>
          <a:bodyPr lIns="0" tIns="4445" rIns="0" bIns="0">
            <a:spAutoFit/>
          </a:bodyPr>
          <a:lstStyle/>
          <a:p>
            <a:pPr marL="12700">
              <a:spcBef>
                <a:spcPts val="35"/>
              </a:spcBef>
              <a:defRPr/>
            </a:pPr>
            <a:r>
              <a:rPr sz="1050" dirty="0">
                <a:latin typeface="Lucida Sans"/>
                <a:cs typeface="Lucida Sans"/>
              </a:rPr>
              <a:t>10 / </a:t>
            </a:r>
            <a:r>
              <a:rPr sz="1050" spc="-25" dirty="0">
                <a:latin typeface="Lucida Sans"/>
                <a:cs typeface="Lucida Sans"/>
              </a:rPr>
              <a:t>16</a:t>
            </a:r>
            <a:endParaRPr sz="1050">
              <a:latin typeface="Lucida Sans"/>
              <a:cs typeface="Lucida Sans"/>
            </a:endParaRPr>
          </a:p>
        </p:txBody>
      </p:sp>
    </p:spTree>
  </p:cSld>
  <p:clrMapOvr>
    <a:masterClrMapping/>
  </p:clrMapOvr>
  <p:transition>
    <p:blinds dir="ver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a:extLst>
              <a:ext uri="{FF2B5EF4-FFF2-40B4-BE49-F238E27FC236}">
                <a16:creationId xmlns:a16="http://schemas.microsoft.com/office/drawing/2014/main" id="{5CE4784C-6127-3256-7542-0AC06B3874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66A15A93-D80D-4571-81F2-D2EE77E116B9}" type="slidenum">
              <a:rPr lang="zh-CN" altLang="en-US" sz="1200">
                <a:solidFill>
                  <a:schemeClr val="tx1"/>
                </a:solidFill>
                <a:latin typeface="Garamond" panose="02020404030301010803" pitchFamily="18" charset="0"/>
                <a:ea typeface="宋体" panose="02010600030101010101" pitchFamily="2" charset="-122"/>
              </a:rPr>
              <a:pPr/>
              <a:t>60</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0243" name="Rectangle 2">
            <a:extLst>
              <a:ext uri="{FF2B5EF4-FFF2-40B4-BE49-F238E27FC236}">
                <a16:creationId xmlns:a16="http://schemas.microsoft.com/office/drawing/2014/main" id="{90C2F581-7D67-A7DE-2807-A9B2637202F8}"/>
              </a:ext>
            </a:extLst>
          </p:cNvPr>
          <p:cNvSpPr>
            <a:spLocks noGrp="1" noChangeArrowheads="1"/>
          </p:cNvSpPr>
          <p:nvPr>
            <p:ph type="body" idx="1"/>
          </p:nvPr>
        </p:nvSpPr>
        <p:spPr>
          <a:xfrm>
            <a:off x="301625" y="404813"/>
            <a:ext cx="8540750" cy="6264275"/>
          </a:xfrm>
        </p:spPr>
        <p:txBody>
          <a:bodyPr/>
          <a:lstStyle/>
          <a:p>
            <a:pPr marL="0" indent="0">
              <a:lnSpc>
                <a:spcPct val="13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3</a:t>
            </a:r>
            <a:r>
              <a:rPr lang="zh-CN" altLang="en-US" sz="2000" b="1" dirty="0">
                <a:solidFill>
                  <a:schemeClr val="hlink"/>
                </a:solidFill>
              </a:rPr>
              <a:t>） 可行流</a:t>
            </a:r>
            <a:endParaRPr lang="zh-CN" altLang="en-US" sz="2000" dirty="0">
              <a:solidFill>
                <a:schemeClr val="hlink"/>
              </a:solidFill>
            </a:endParaRPr>
          </a:p>
          <a:p>
            <a:pPr marL="0" indent="0">
              <a:lnSpc>
                <a:spcPct val="130000"/>
              </a:lnSpc>
              <a:buFont typeface="Wingdings" panose="05000000000000000000" pitchFamily="2" charset="2"/>
              <a:buNone/>
              <a:defRPr/>
            </a:pPr>
            <a:r>
              <a:rPr lang="zh-CN" altLang="en-US" sz="2000" dirty="0"/>
              <a:t>满足下述条件的流</a:t>
            </a:r>
            <a:r>
              <a:rPr lang="en-US" altLang="zh-CN" sz="2000" dirty="0"/>
              <a:t>flow</a:t>
            </a:r>
            <a:r>
              <a:rPr lang="zh-CN" altLang="en-US" sz="2000" dirty="0"/>
              <a:t>称为</a:t>
            </a:r>
            <a:r>
              <a:rPr lang="zh-CN" altLang="en-US" sz="2000" b="1" dirty="0">
                <a:solidFill>
                  <a:schemeClr val="hlink"/>
                </a:solidFill>
              </a:rPr>
              <a:t>可行流</a:t>
            </a:r>
            <a:r>
              <a:rPr lang="zh-CN" altLang="en-US" sz="2000" dirty="0"/>
              <a:t>：</a:t>
            </a:r>
            <a:endParaRPr lang="zh-CN" altLang="en-US" sz="2000" b="1" dirty="0"/>
          </a:p>
          <a:p>
            <a:pPr marL="0" indent="0">
              <a:lnSpc>
                <a:spcPct val="130000"/>
              </a:lnSpc>
              <a:buFont typeface="Wingdings" panose="05000000000000000000" pitchFamily="2" charset="2"/>
              <a:buNone/>
              <a:defRPr/>
            </a:pPr>
            <a:r>
              <a:rPr lang="en-US" altLang="zh-CN" sz="2000" b="1" dirty="0">
                <a:solidFill>
                  <a:schemeClr val="hlink"/>
                </a:solidFill>
              </a:rPr>
              <a:t>(3.1)</a:t>
            </a:r>
            <a:r>
              <a:rPr lang="zh-CN" altLang="en-US" sz="2000" b="1" dirty="0">
                <a:solidFill>
                  <a:schemeClr val="hlink"/>
                </a:solidFill>
              </a:rPr>
              <a:t>容量约束：</a:t>
            </a:r>
            <a:r>
              <a:rPr lang="zh-CN" altLang="en-US" sz="2000" dirty="0"/>
              <a:t>对每一条边</a:t>
            </a:r>
            <a:r>
              <a:rPr lang="en-US" altLang="zh-CN" sz="2000" dirty="0"/>
              <a:t>(</a:t>
            </a:r>
            <a:r>
              <a:rPr lang="en-US" altLang="zh-CN" sz="2000" dirty="0" err="1"/>
              <a:t>v,w</a:t>
            </a:r>
            <a:r>
              <a:rPr lang="en-US" altLang="zh-CN" sz="2000" dirty="0"/>
              <a:t>)∈E</a:t>
            </a:r>
            <a:r>
              <a:rPr lang="zh-CN" altLang="en-US" sz="2000" dirty="0"/>
              <a:t>，</a:t>
            </a:r>
            <a:r>
              <a:rPr lang="en-US" altLang="zh-CN" sz="2000" dirty="0"/>
              <a:t>0≤flow(</a:t>
            </a:r>
            <a:r>
              <a:rPr lang="en-US" altLang="zh-CN" sz="2000" dirty="0" err="1"/>
              <a:t>v,w</a:t>
            </a:r>
            <a:r>
              <a:rPr lang="en-US" altLang="zh-CN" sz="2000" dirty="0"/>
              <a:t>)≤cap(</a:t>
            </a:r>
            <a:r>
              <a:rPr lang="en-US" altLang="zh-CN" sz="2000" dirty="0" err="1"/>
              <a:t>v,w</a:t>
            </a:r>
            <a:r>
              <a:rPr lang="en-US" altLang="zh-CN" sz="2000" dirty="0"/>
              <a:t>)</a:t>
            </a:r>
            <a:r>
              <a:rPr lang="zh-CN" altLang="en-US" sz="2000" dirty="0"/>
              <a:t>。</a:t>
            </a:r>
            <a:endParaRPr lang="zh-CN" altLang="en-US" sz="2000" b="1" dirty="0"/>
          </a:p>
          <a:p>
            <a:pPr marL="0" indent="0">
              <a:lnSpc>
                <a:spcPct val="130000"/>
              </a:lnSpc>
              <a:buFont typeface="Wingdings" panose="05000000000000000000" pitchFamily="2" charset="2"/>
              <a:buNone/>
              <a:defRPr/>
            </a:pPr>
            <a:r>
              <a:rPr lang="en-US" altLang="zh-CN" sz="2000" b="1" dirty="0">
                <a:solidFill>
                  <a:schemeClr val="hlink"/>
                </a:solidFill>
              </a:rPr>
              <a:t>(3.2)</a:t>
            </a:r>
            <a:r>
              <a:rPr lang="zh-CN" altLang="en-US" sz="2000" b="1" dirty="0">
                <a:solidFill>
                  <a:schemeClr val="hlink"/>
                </a:solidFill>
              </a:rPr>
              <a:t>平衡约束：</a:t>
            </a:r>
          </a:p>
          <a:p>
            <a:pPr marL="0" indent="0">
              <a:lnSpc>
                <a:spcPct val="130000"/>
              </a:lnSpc>
              <a:buFont typeface="Wingdings" panose="05000000000000000000" pitchFamily="2" charset="2"/>
              <a:buNone/>
              <a:defRPr/>
            </a:pPr>
            <a:r>
              <a:rPr lang="zh-CN" altLang="en-US" sz="2000" u="sng" dirty="0"/>
              <a:t>对于中间顶点</a:t>
            </a:r>
            <a:r>
              <a:rPr lang="zh-CN" altLang="en-US" sz="2000" dirty="0"/>
              <a:t>：流出量</a:t>
            </a:r>
            <a:r>
              <a:rPr lang="en-US" altLang="zh-CN" sz="2000" dirty="0"/>
              <a:t>=</a:t>
            </a:r>
            <a:r>
              <a:rPr lang="zh-CN" altLang="en-US" sz="2000" dirty="0"/>
              <a:t>流入量，</a:t>
            </a:r>
          </a:p>
          <a:p>
            <a:pPr marL="0" indent="0">
              <a:lnSpc>
                <a:spcPct val="200000"/>
              </a:lnSpc>
              <a:buFont typeface="Wingdings" panose="05000000000000000000" pitchFamily="2" charset="2"/>
              <a:buNone/>
              <a:defRPr/>
            </a:pPr>
            <a:endParaRPr lang="en-US" altLang="zh-CN" sz="1000" u="sng" dirty="0"/>
          </a:p>
          <a:p>
            <a:pPr marL="0" indent="0">
              <a:lnSpc>
                <a:spcPct val="200000"/>
              </a:lnSpc>
              <a:buFont typeface="Wingdings" panose="05000000000000000000" pitchFamily="2" charset="2"/>
              <a:buNone/>
              <a:defRPr/>
            </a:pPr>
            <a:r>
              <a:rPr lang="zh-CN" altLang="en-US" sz="2000" u="sng" dirty="0"/>
              <a:t>对于源</a:t>
            </a:r>
            <a:r>
              <a:rPr lang="en-US" altLang="zh-CN" sz="2000" u="sng" dirty="0"/>
              <a:t>s</a:t>
            </a:r>
            <a:r>
              <a:rPr lang="zh-CN" altLang="en-US" sz="2000" dirty="0"/>
              <a:t>：</a:t>
            </a:r>
            <a:r>
              <a:rPr lang="en-US" altLang="zh-CN" sz="2000" dirty="0"/>
              <a:t>s</a:t>
            </a:r>
            <a:r>
              <a:rPr lang="zh-CN" altLang="en-US" sz="2000" dirty="0"/>
              <a:t>的流出量－</a:t>
            </a:r>
            <a:r>
              <a:rPr lang="en-US" altLang="zh-CN" sz="2000" dirty="0"/>
              <a:t>s</a:t>
            </a:r>
            <a:r>
              <a:rPr lang="zh-CN" altLang="en-US" sz="2000" dirty="0"/>
              <a:t>的流入量</a:t>
            </a:r>
            <a:r>
              <a:rPr lang="en-US" altLang="zh-CN" sz="2000" dirty="0"/>
              <a:t>=</a:t>
            </a:r>
            <a:r>
              <a:rPr lang="zh-CN" altLang="en-US" sz="2000" dirty="0"/>
              <a:t>源的净输出量</a:t>
            </a:r>
            <a:r>
              <a:rPr lang="en-US" altLang="zh-CN" sz="2000" dirty="0"/>
              <a:t>f</a:t>
            </a:r>
          </a:p>
          <a:p>
            <a:pPr marL="0" indent="0">
              <a:lnSpc>
                <a:spcPct val="200000"/>
              </a:lnSpc>
              <a:buFont typeface="Wingdings" panose="05000000000000000000" pitchFamily="2" charset="2"/>
              <a:buNone/>
              <a:defRPr/>
            </a:pPr>
            <a:endParaRPr lang="zh-CN" altLang="en-US" sz="1000" dirty="0"/>
          </a:p>
          <a:p>
            <a:pPr marL="0" indent="0">
              <a:lnSpc>
                <a:spcPct val="200000"/>
              </a:lnSpc>
              <a:buFont typeface="Wingdings" panose="05000000000000000000" pitchFamily="2" charset="2"/>
              <a:buNone/>
              <a:defRPr/>
            </a:pPr>
            <a:r>
              <a:rPr lang="zh-CN" altLang="en-US" sz="2000" u="sng" dirty="0"/>
              <a:t>对于汇</a:t>
            </a:r>
            <a:r>
              <a:rPr lang="en-US" altLang="zh-CN" sz="2000" u="sng" dirty="0"/>
              <a:t>t</a:t>
            </a:r>
            <a:r>
              <a:rPr lang="zh-CN" altLang="en-US" sz="2000" dirty="0"/>
              <a:t>：</a:t>
            </a:r>
            <a:r>
              <a:rPr lang="en-US" altLang="zh-CN" sz="2000" dirty="0"/>
              <a:t>t</a:t>
            </a:r>
            <a:r>
              <a:rPr lang="zh-CN" altLang="en-US" sz="2000" dirty="0"/>
              <a:t>的流入量－</a:t>
            </a:r>
            <a:r>
              <a:rPr lang="en-US" altLang="zh-CN" sz="2000" dirty="0"/>
              <a:t>t</a:t>
            </a:r>
            <a:r>
              <a:rPr lang="zh-CN" altLang="en-US" sz="2000" dirty="0"/>
              <a:t>的流出量的</a:t>
            </a:r>
            <a:r>
              <a:rPr lang="en-US" altLang="zh-CN" sz="2000" dirty="0"/>
              <a:t>=</a:t>
            </a:r>
            <a:r>
              <a:rPr lang="zh-CN" altLang="en-US" sz="2000" dirty="0"/>
              <a:t>汇的净输入量</a:t>
            </a:r>
            <a:r>
              <a:rPr lang="en-US" altLang="zh-CN" sz="2000" dirty="0"/>
              <a:t>f</a:t>
            </a:r>
          </a:p>
          <a:p>
            <a:pPr marL="0" indent="0">
              <a:lnSpc>
                <a:spcPct val="200000"/>
              </a:lnSpc>
              <a:buFont typeface="Wingdings" panose="05000000000000000000" pitchFamily="2" charset="2"/>
              <a:buNone/>
              <a:defRPr/>
            </a:pPr>
            <a:endParaRPr lang="zh-CN" altLang="en-US" sz="1000" dirty="0"/>
          </a:p>
          <a:p>
            <a:pPr marL="0" indent="0">
              <a:lnSpc>
                <a:spcPct val="200000"/>
              </a:lnSpc>
              <a:buFont typeface="Wingdings" panose="05000000000000000000" pitchFamily="2" charset="2"/>
              <a:buNone/>
              <a:defRPr/>
            </a:pPr>
            <a:r>
              <a:rPr lang="zh-CN" altLang="en-US" sz="2000" dirty="0"/>
              <a:t>式中</a:t>
            </a:r>
            <a:r>
              <a:rPr lang="en-US" altLang="zh-CN" sz="2000" dirty="0">
                <a:solidFill>
                  <a:srgbClr val="FF0000"/>
                </a:solidFill>
              </a:rPr>
              <a:t>f </a:t>
            </a:r>
            <a:r>
              <a:rPr lang="zh-CN" altLang="en-US" sz="2000" dirty="0">
                <a:solidFill>
                  <a:srgbClr val="FF0000"/>
                </a:solidFill>
              </a:rPr>
              <a:t>称为这个可行流的流量，即源的净输出量</a:t>
            </a:r>
            <a:r>
              <a:rPr lang="en-US" altLang="zh-CN" sz="2000" dirty="0">
                <a:solidFill>
                  <a:srgbClr val="FF0000"/>
                </a:solidFill>
              </a:rPr>
              <a:t>(</a:t>
            </a:r>
            <a:r>
              <a:rPr lang="zh-CN" altLang="en-US" sz="2000" dirty="0">
                <a:solidFill>
                  <a:srgbClr val="FF0000"/>
                </a:solidFill>
              </a:rPr>
              <a:t>或汇的净输入量</a:t>
            </a:r>
            <a:r>
              <a:rPr lang="en-US" altLang="zh-CN" sz="2000" dirty="0">
                <a:solidFill>
                  <a:srgbClr val="FF0000"/>
                </a:solidFill>
              </a:rPr>
              <a:t>)</a:t>
            </a:r>
            <a:r>
              <a:rPr lang="zh-CN" altLang="en-US" sz="2000" dirty="0"/>
              <a:t>。</a:t>
            </a:r>
          </a:p>
          <a:p>
            <a:pPr marL="0" indent="0">
              <a:lnSpc>
                <a:spcPct val="130000"/>
              </a:lnSpc>
              <a:buFont typeface="Wingdings" panose="05000000000000000000" pitchFamily="2" charset="2"/>
              <a:buNone/>
              <a:defRPr/>
            </a:pPr>
            <a:r>
              <a:rPr lang="zh-CN" altLang="en-US" sz="2000" dirty="0"/>
              <a:t>可行流总是存在的。例如，所有边的流量</a:t>
            </a:r>
            <a:r>
              <a:rPr lang="en-US" altLang="zh-CN" sz="2000" dirty="0"/>
              <a:t>flow(</a:t>
            </a:r>
            <a:r>
              <a:rPr lang="en-US" altLang="zh-CN" sz="2000" dirty="0" err="1"/>
              <a:t>v,w</a:t>
            </a:r>
            <a:r>
              <a:rPr lang="en-US" altLang="zh-CN" sz="2000" dirty="0"/>
              <a:t>)=0</a:t>
            </a:r>
            <a:r>
              <a:rPr lang="zh-CN" altLang="en-US" sz="2000" dirty="0"/>
              <a:t>，就得到一个流量</a:t>
            </a:r>
            <a:r>
              <a:rPr lang="en-US" altLang="zh-CN" sz="2000" dirty="0"/>
              <a:t>f=0</a:t>
            </a:r>
            <a:r>
              <a:rPr lang="zh-CN" altLang="en-US" sz="2000" dirty="0"/>
              <a:t>的可行流</a:t>
            </a:r>
            <a:r>
              <a:rPr lang="en-US" altLang="zh-CN" sz="2000" dirty="0"/>
              <a:t>(</a:t>
            </a:r>
            <a:r>
              <a:rPr lang="zh-CN" altLang="en-US" sz="2000" dirty="0"/>
              <a:t>称为</a:t>
            </a:r>
            <a:r>
              <a:rPr lang="en-US" altLang="zh-CN" sz="2000" dirty="0"/>
              <a:t>0</a:t>
            </a:r>
            <a:r>
              <a:rPr lang="zh-CN" altLang="en-US" sz="2000" dirty="0"/>
              <a:t>流</a:t>
            </a:r>
            <a:r>
              <a:rPr lang="en-US" altLang="zh-CN" sz="2000" dirty="0"/>
              <a:t>)</a:t>
            </a:r>
            <a:endParaRPr lang="zh-CN" altLang="en-US" sz="2000" dirty="0"/>
          </a:p>
        </p:txBody>
      </p:sp>
      <p:graphicFrame>
        <p:nvGraphicFramePr>
          <p:cNvPr id="10244" name="Object 3">
            <a:extLst>
              <a:ext uri="{FF2B5EF4-FFF2-40B4-BE49-F238E27FC236}">
                <a16:creationId xmlns:a16="http://schemas.microsoft.com/office/drawing/2014/main" id="{A17E71AC-7FE7-D218-B59C-DCEBA9DB8C95}"/>
              </a:ext>
            </a:extLst>
          </p:cNvPr>
          <p:cNvGraphicFramePr>
            <a:graphicFrameLocks noChangeAspect="1"/>
          </p:cNvGraphicFramePr>
          <p:nvPr/>
        </p:nvGraphicFramePr>
        <p:xfrm>
          <a:off x="4140200" y="2230438"/>
          <a:ext cx="3384550" cy="541337"/>
        </p:xfrm>
        <a:graphic>
          <a:graphicData uri="http://schemas.openxmlformats.org/presentationml/2006/ole">
            <mc:AlternateContent xmlns:mc="http://schemas.openxmlformats.org/markup-compatibility/2006">
              <mc:Choice xmlns:v="urn:schemas-microsoft-com:vml" Requires="v">
                <p:oleObj name="公式" r:id="rId2" imgW="2197100" imgH="355600" progId="Equation.3">
                  <p:embed/>
                </p:oleObj>
              </mc:Choice>
              <mc:Fallback>
                <p:oleObj name="公式" r:id="rId2" imgW="2197100" imgH="355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2230438"/>
                        <a:ext cx="33845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7" name="Rectangle 4">
            <a:extLst>
              <a:ext uri="{FF2B5EF4-FFF2-40B4-BE49-F238E27FC236}">
                <a16:creationId xmlns:a16="http://schemas.microsoft.com/office/drawing/2014/main" id="{8DDF9CF7-5ABE-50EB-282C-D968FAAEB69B}"/>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aphicFrame>
        <p:nvGraphicFramePr>
          <p:cNvPr id="10246" name="Object 5">
            <a:extLst>
              <a:ext uri="{FF2B5EF4-FFF2-40B4-BE49-F238E27FC236}">
                <a16:creationId xmlns:a16="http://schemas.microsoft.com/office/drawing/2014/main" id="{7D49BEF5-F705-62CD-03B8-1D903920D5A0}"/>
              </a:ext>
            </a:extLst>
          </p:cNvPr>
          <p:cNvGraphicFramePr>
            <a:graphicFrameLocks noChangeAspect="1"/>
          </p:cNvGraphicFramePr>
          <p:nvPr/>
        </p:nvGraphicFramePr>
        <p:xfrm>
          <a:off x="2124075" y="3714750"/>
          <a:ext cx="3095625" cy="509588"/>
        </p:xfrm>
        <a:graphic>
          <a:graphicData uri="http://schemas.openxmlformats.org/presentationml/2006/ole">
            <mc:AlternateContent xmlns:mc="http://schemas.openxmlformats.org/markup-compatibility/2006">
              <mc:Choice xmlns:v="urn:schemas-microsoft-com:vml" Requires="v">
                <p:oleObj name="公式" r:id="rId4" imgW="2133600" imgH="355600" progId="Equation.3">
                  <p:embed/>
                </p:oleObj>
              </mc:Choice>
              <mc:Fallback>
                <p:oleObj name="公式" r:id="rId4" imgW="2133600" imgH="355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3714750"/>
                        <a:ext cx="30956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39" name="Rectangle 6">
            <a:extLst>
              <a:ext uri="{FF2B5EF4-FFF2-40B4-BE49-F238E27FC236}">
                <a16:creationId xmlns:a16="http://schemas.microsoft.com/office/drawing/2014/main" id="{FA52D934-F1AD-B17F-28DF-156470A88928}"/>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aphicFrame>
        <p:nvGraphicFramePr>
          <p:cNvPr id="10248" name="Object 7">
            <a:extLst>
              <a:ext uri="{FF2B5EF4-FFF2-40B4-BE49-F238E27FC236}">
                <a16:creationId xmlns:a16="http://schemas.microsoft.com/office/drawing/2014/main" id="{4AE7EFB0-4C93-B76B-FC8A-277C18387CBC}"/>
              </a:ext>
            </a:extLst>
          </p:cNvPr>
          <p:cNvGraphicFramePr>
            <a:graphicFrameLocks noChangeAspect="1"/>
          </p:cNvGraphicFramePr>
          <p:nvPr/>
        </p:nvGraphicFramePr>
        <p:xfrm>
          <a:off x="2268538" y="4700588"/>
          <a:ext cx="3095625" cy="522287"/>
        </p:xfrm>
        <a:graphic>
          <a:graphicData uri="http://schemas.openxmlformats.org/presentationml/2006/ole">
            <mc:AlternateContent xmlns:mc="http://schemas.openxmlformats.org/markup-compatibility/2006">
              <mc:Choice xmlns:v="urn:schemas-microsoft-com:vml" Requires="v">
                <p:oleObj name="公式" r:id="rId6" imgW="2082800" imgH="355600" progId="Equation.3">
                  <p:embed/>
                </p:oleObj>
              </mc:Choice>
              <mc:Fallback>
                <p:oleObj name="公式" r:id="rId6" imgW="2082800" imgH="3556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8538" y="4700588"/>
                        <a:ext cx="30956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4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4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a:extLst>
              <a:ext uri="{FF2B5EF4-FFF2-40B4-BE49-F238E27FC236}">
                <a16:creationId xmlns:a16="http://schemas.microsoft.com/office/drawing/2014/main" id="{314A7BE6-9993-676F-F46C-02CD72A9BF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2AD8D43A-4B27-49BC-8515-8385F581004D}" type="slidenum">
              <a:rPr lang="zh-CN" altLang="en-US" sz="1200">
                <a:solidFill>
                  <a:schemeClr val="tx1"/>
                </a:solidFill>
                <a:latin typeface="Garamond" panose="02020404030301010803" pitchFamily="18" charset="0"/>
                <a:ea typeface="宋体" panose="02010600030101010101" pitchFamily="2" charset="-122"/>
              </a:rPr>
              <a:pPr/>
              <a:t>61</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84995" name="Rectangle 2">
            <a:extLst>
              <a:ext uri="{FF2B5EF4-FFF2-40B4-BE49-F238E27FC236}">
                <a16:creationId xmlns:a16="http://schemas.microsoft.com/office/drawing/2014/main" id="{9EDE262C-A286-0681-F219-4064467B1E8C}"/>
              </a:ext>
            </a:extLst>
          </p:cNvPr>
          <p:cNvSpPr>
            <a:spLocks noGrp="1" noChangeArrowheads="1"/>
          </p:cNvSpPr>
          <p:nvPr>
            <p:ph type="body" idx="1"/>
          </p:nvPr>
        </p:nvSpPr>
        <p:spPr>
          <a:xfrm>
            <a:off x="301625" y="404813"/>
            <a:ext cx="8540750" cy="6264275"/>
          </a:xfrm>
        </p:spPr>
        <p:txBody>
          <a:bodyPr/>
          <a:lstStyle/>
          <a:p>
            <a:pPr marL="0" indent="0">
              <a:lnSpc>
                <a:spcPct val="130000"/>
              </a:lnSpc>
              <a:buFont typeface="Wingdings" panose="05000000000000000000" pitchFamily="2" charset="2"/>
              <a:buNone/>
              <a:defRPr/>
            </a:pPr>
            <a:r>
              <a:rPr lang="zh-CN" altLang="en-US" sz="1600" b="1">
                <a:solidFill>
                  <a:schemeClr val="hlink"/>
                </a:solidFill>
              </a:rPr>
              <a:t>（</a:t>
            </a:r>
            <a:r>
              <a:rPr lang="en-US" altLang="zh-CN" sz="1600" b="1">
                <a:solidFill>
                  <a:schemeClr val="hlink"/>
                </a:solidFill>
              </a:rPr>
              <a:t>3</a:t>
            </a:r>
            <a:r>
              <a:rPr lang="zh-CN" altLang="en-US" sz="1600" b="1">
                <a:solidFill>
                  <a:schemeClr val="hlink"/>
                </a:solidFill>
              </a:rPr>
              <a:t>） 可行流</a:t>
            </a:r>
            <a:endParaRPr lang="zh-CN" altLang="en-US" sz="1600">
              <a:solidFill>
                <a:schemeClr val="hlink"/>
              </a:solidFill>
            </a:endParaRPr>
          </a:p>
          <a:p>
            <a:pPr marL="0" indent="0">
              <a:lnSpc>
                <a:spcPct val="130000"/>
              </a:lnSpc>
              <a:buFont typeface="Wingdings" panose="05000000000000000000" pitchFamily="2" charset="2"/>
              <a:buNone/>
              <a:defRPr/>
            </a:pPr>
            <a:r>
              <a:rPr lang="zh-CN" altLang="en-US" sz="1600"/>
              <a:t>满足下述条件的流</a:t>
            </a:r>
            <a:r>
              <a:rPr lang="en-US" altLang="zh-CN" sz="1600"/>
              <a:t>flow</a:t>
            </a:r>
            <a:r>
              <a:rPr lang="zh-CN" altLang="en-US" sz="1600"/>
              <a:t>称为</a:t>
            </a:r>
            <a:r>
              <a:rPr lang="zh-CN" altLang="en-US" sz="1600" b="1">
                <a:solidFill>
                  <a:schemeClr val="hlink"/>
                </a:solidFill>
              </a:rPr>
              <a:t>可行流</a:t>
            </a:r>
            <a:r>
              <a:rPr lang="zh-CN" altLang="en-US" sz="1600"/>
              <a:t>：</a:t>
            </a:r>
            <a:endParaRPr lang="zh-CN" altLang="en-US" sz="1600" b="1"/>
          </a:p>
          <a:p>
            <a:pPr marL="0" indent="0">
              <a:lnSpc>
                <a:spcPct val="130000"/>
              </a:lnSpc>
              <a:buFont typeface="Wingdings" panose="05000000000000000000" pitchFamily="2" charset="2"/>
              <a:buNone/>
              <a:defRPr/>
            </a:pPr>
            <a:r>
              <a:rPr lang="en-US" altLang="zh-CN" sz="1600" b="1">
                <a:solidFill>
                  <a:schemeClr val="hlink"/>
                </a:solidFill>
              </a:rPr>
              <a:t>(3.1)</a:t>
            </a:r>
            <a:r>
              <a:rPr lang="zh-CN" altLang="en-US" sz="1600" b="1">
                <a:solidFill>
                  <a:schemeClr val="hlink"/>
                </a:solidFill>
              </a:rPr>
              <a:t>容量约束：</a:t>
            </a:r>
            <a:r>
              <a:rPr lang="zh-CN" altLang="en-US" sz="1600"/>
              <a:t>对每一条边</a:t>
            </a:r>
            <a:r>
              <a:rPr lang="en-US" altLang="zh-CN" sz="1600"/>
              <a:t>(v,w)∈E</a:t>
            </a:r>
            <a:r>
              <a:rPr lang="zh-CN" altLang="en-US" sz="1600"/>
              <a:t>，</a:t>
            </a:r>
            <a:r>
              <a:rPr lang="en-US" altLang="zh-CN" sz="1600"/>
              <a:t>0≤flow(v,w)≤cap(v,w)</a:t>
            </a:r>
            <a:r>
              <a:rPr lang="zh-CN" altLang="en-US" sz="1600"/>
              <a:t>。</a:t>
            </a:r>
            <a:endParaRPr lang="zh-CN" altLang="en-US" sz="1600" b="1"/>
          </a:p>
          <a:p>
            <a:pPr marL="0" indent="0">
              <a:lnSpc>
                <a:spcPct val="130000"/>
              </a:lnSpc>
              <a:buFont typeface="Wingdings" panose="05000000000000000000" pitchFamily="2" charset="2"/>
              <a:buNone/>
              <a:defRPr/>
            </a:pPr>
            <a:r>
              <a:rPr lang="en-US" altLang="zh-CN" sz="1600" b="1">
                <a:solidFill>
                  <a:schemeClr val="hlink"/>
                </a:solidFill>
              </a:rPr>
              <a:t>(3.2)</a:t>
            </a:r>
            <a:r>
              <a:rPr lang="zh-CN" altLang="en-US" sz="1600" b="1">
                <a:solidFill>
                  <a:schemeClr val="hlink"/>
                </a:solidFill>
              </a:rPr>
              <a:t>平衡约束：</a:t>
            </a:r>
          </a:p>
          <a:p>
            <a:pPr marL="0" indent="0">
              <a:lnSpc>
                <a:spcPct val="130000"/>
              </a:lnSpc>
              <a:buFont typeface="Wingdings" panose="05000000000000000000" pitchFamily="2" charset="2"/>
              <a:buNone/>
              <a:defRPr/>
            </a:pPr>
            <a:r>
              <a:rPr lang="zh-CN" altLang="en-US" sz="1600">
                <a:solidFill>
                  <a:srgbClr val="FF0000"/>
                </a:solidFill>
              </a:rPr>
              <a:t>对于中间顶点：</a:t>
            </a:r>
            <a:endParaRPr lang="en-US" altLang="zh-CN" sz="1600">
              <a:solidFill>
                <a:srgbClr val="FF0000"/>
              </a:solidFill>
            </a:endParaRPr>
          </a:p>
        </p:txBody>
      </p:sp>
      <p:graphicFrame>
        <p:nvGraphicFramePr>
          <p:cNvPr id="96260" name="Object 3">
            <a:extLst>
              <a:ext uri="{FF2B5EF4-FFF2-40B4-BE49-F238E27FC236}">
                <a16:creationId xmlns:a16="http://schemas.microsoft.com/office/drawing/2014/main" id="{E94AD05A-4407-D6A9-85C2-93EB92C4E0E2}"/>
              </a:ext>
            </a:extLst>
          </p:cNvPr>
          <p:cNvGraphicFramePr>
            <a:graphicFrameLocks noChangeAspect="1"/>
          </p:cNvGraphicFramePr>
          <p:nvPr/>
        </p:nvGraphicFramePr>
        <p:xfrm>
          <a:off x="2044700" y="1763713"/>
          <a:ext cx="3384550" cy="541337"/>
        </p:xfrm>
        <a:graphic>
          <a:graphicData uri="http://schemas.openxmlformats.org/presentationml/2006/ole">
            <mc:AlternateContent xmlns:mc="http://schemas.openxmlformats.org/markup-compatibility/2006">
              <mc:Choice xmlns:v="urn:schemas-microsoft-com:vml" Requires="v">
                <p:oleObj name="公式" r:id="rId2" imgW="2197100" imgH="355600" progId="Equation.3">
                  <p:embed/>
                </p:oleObj>
              </mc:Choice>
              <mc:Fallback>
                <p:oleObj name="公式" r:id="rId2" imgW="2197100" imgH="355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763713"/>
                        <a:ext cx="33845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1" name="Rectangle 4">
            <a:extLst>
              <a:ext uri="{FF2B5EF4-FFF2-40B4-BE49-F238E27FC236}">
                <a16:creationId xmlns:a16="http://schemas.microsoft.com/office/drawing/2014/main" id="{CEBE3BF3-649B-E431-13BB-E8DC5805A7A7}"/>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96262" name="Rectangle 6">
            <a:extLst>
              <a:ext uri="{FF2B5EF4-FFF2-40B4-BE49-F238E27FC236}">
                <a16:creationId xmlns:a16="http://schemas.microsoft.com/office/drawing/2014/main" id="{209DC61D-FDF0-228E-C2F7-6C63A70C3ED7}"/>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pSp>
        <p:nvGrpSpPr>
          <p:cNvPr id="96263" name="object 3">
            <a:extLst>
              <a:ext uri="{FF2B5EF4-FFF2-40B4-BE49-F238E27FC236}">
                <a16:creationId xmlns:a16="http://schemas.microsoft.com/office/drawing/2014/main" id="{5010F5A1-5237-43F3-999D-12D08CD99993}"/>
              </a:ext>
            </a:extLst>
          </p:cNvPr>
          <p:cNvGrpSpPr>
            <a:grpSpLocks/>
          </p:cNvGrpSpPr>
          <p:nvPr/>
        </p:nvGrpSpPr>
        <p:grpSpPr bwMode="auto">
          <a:xfrm>
            <a:off x="1187450" y="3221038"/>
            <a:ext cx="4999038" cy="2811462"/>
            <a:chOff x="1913077" y="4302790"/>
            <a:chExt cx="4998085" cy="2811780"/>
          </a:xfrm>
        </p:grpSpPr>
        <p:sp>
          <p:nvSpPr>
            <p:cNvPr id="96322" name="object 4">
              <a:extLst>
                <a:ext uri="{FF2B5EF4-FFF2-40B4-BE49-F238E27FC236}">
                  <a16:creationId xmlns:a16="http://schemas.microsoft.com/office/drawing/2014/main" id="{75376805-42F4-1E6C-031C-9DECAA2EA976}"/>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23" name="object 5">
              <a:extLst>
                <a:ext uri="{FF2B5EF4-FFF2-40B4-BE49-F238E27FC236}">
                  <a16:creationId xmlns:a16="http://schemas.microsoft.com/office/drawing/2014/main" id="{238FB5A1-BE3D-A0D5-0458-3543F517386C}"/>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24" name="object 6">
              <a:extLst>
                <a:ext uri="{FF2B5EF4-FFF2-40B4-BE49-F238E27FC236}">
                  <a16:creationId xmlns:a16="http://schemas.microsoft.com/office/drawing/2014/main" id="{8597B607-F0B0-603B-0C33-7B5C485D255F}"/>
                </a:ext>
              </a:extLst>
            </p:cNvPr>
            <p:cNvSpPr>
              <a:spLocks/>
            </p:cNvSpPr>
            <p:nvPr/>
          </p:nvSpPr>
          <p:spPr bwMode="auto">
            <a:xfrm>
              <a:off x="1922919" y="5701057"/>
              <a:ext cx="1350645" cy="0"/>
            </a:xfrm>
            <a:custGeom>
              <a:avLst/>
              <a:gdLst>
                <a:gd name="T0" fmla="*/ 0 w 1350645"/>
                <a:gd name="T1" fmla="*/ 566778 w 1350645"/>
                <a:gd name="T2" fmla="*/ 995960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66778" y="0"/>
                  </a:lnTo>
                </a:path>
                <a:path w="1350645">
                  <a:moveTo>
                    <a:pt x="995960" y="0"/>
                  </a:moveTo>
                  <a:lnTo>
                    <a:pt x="1350289"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25" name="object 7">
              <a:extLst>
                <a:ext uri="{FF2B5EF4-FFF2-40B4-BE49-F238E27FC236}">
                  <a16:creationId xmlns:a16="http://schemas.microsoft.com/office/drawing/2014/main" id="{DA13DC6C-C4A7-6577-D7A4-316D60FDAE50}"/>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26" name="object 8">
              <a:extLst>
                <a:ext uri="{FF2B5EF4-FFF2-40B4-BE49-F238E27FC236}">
                  <a16:creationId xmlns:a16="http://schemas.microsoft.com/office/drawing/2014/main" id="{B050C4B0-0593-1D97-9753-E36F508489BA}"/>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27" name="object 9">
              <a:extLst>
                <a:ext uri="{FF2B5EF4-FFF2-40B4-BE49-F238E27FC236}">
                  <a16:creationId xmlns:a16="http://schemas.microsoft.com/office/drawing/2014/main" id="{4AD30953-FC39-3D4D-FC68-4F7E00384AF7}"/>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28" name="object 10">
              <a:extLst>
                <a:ext uri="{FF2B5EF4-FFF2-40B4-BE49-F238E27FC236}">
                  <a16:creationId xmlns:a16="http://schemas.microsoft.com/office/drawing/2014/main" id="{02783717-62DA-F360-EE33-4A39AC3DE9D7}"/>
                </a:ext>
              </a:extLst>
            </p:cNvPr>
            <p:cNvSpPr>
              <a:spLocks/>
            </p:cNvSpPr>
            <p:nvPr/>
          </p:nvSpPr>
          <p:spPr bwMode="auto">
            <a:xfrm>
              <a:off x="3510181" y="4370083"/>
              <a:ext cx="772795" cy="0"/>
            </a:xfrm>
            <a:custGeom>
              <a:avLst/>
              <a:gdLst>
                <a:gd name="T0" fmla="*/ 0 w 772795"/>
                <a:gd name="T1" fmla="*/ 772705 w 772795"/>
                <a:gd name="T2" fmla="*/ 0 60000 65536"/>
                <a:gd name="T3" fmla="*/ 0 60000 65536"/>
              </a:gdLst>
              <a:ahLst/>
              <a:cxnLst>
                <a:cxn ang="T2">
                  <a:pos x="T0" y="0"/>
                </a:cxn>
                <a:cxn ang="T3">
                  <a:pos x="T1" y="0"/>
                </a:cxn>
              </a:cxnLst>
              <a:rect l="0" t="0" r="r" b="b"/>
              <a:pathLst>
                <a:path w="772795">
                  <a:moveTo>
                    <a:pt x="0" y="0"/>
                  </a:moveTo>
                  <a:lnTo>
                    <a:pt x="772705"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29" name="object 11">
              <a:extLst>
                <a:ext uri="{FF2B5EF4-FFF2-40B4-BE49-F238E27FC236}">
                  <a16:creationId xmlns:a16="http://schemas.microsoft.com/office/drawing/2014/main" id="{837E4800-35D1-74F6-0241-E98E0892B731}"/>
                </a:ext>
              </a:extLst>
            </p:cNvPr>
            <p:cNvSpPr>
              <a:spLocks/>
            </p:cNvSpPr>
            <p:nvPr/>
          </p:nvSpPr>
          <p:spPr bwMode="auto">
            <a:xfrm>
              <a:off x="3487352" y="4362520"/>
              <a:ext cx="0" cy="526415"/>
            </a:xfrm>
            <a:custGeom>
              <a:avLst/>
              <a:gdLst>
                <a:gd name="T0" fmla="*/ 0 h 526414"/>
                <a:gd name="T1" fmla="*/ 525813 h 526414"/>
                <a:gd name="T2" fmla="*/ 0 60000 65536"/>
                <a:gd name="T3" fmla="*/ 0 60000 65536"/>
              </a:gdLst>
              <a:ahLst/>
              <a:cxnLst>
                <a:cxn ang="T2">
                  <a:pos x="0" y="T0"/>
                </a:cxn>
                <a:cxn ang="T3">
                  <a:pos x="0" y="T1"/>
                </a:cxn>
              </a:cxnLst>
              <a:rect l="0" t="0" r="r" b="b"/>
              <a:pathLst>
                <a:path h="526414">
                  <a:moveTo>
                    <a:pt x="0" y="0"/>
                  </a:moveTo>
                  <a:lnTo>
                    <a:pt x="0" y="525795"/>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30" name="object 12">
              <a:extLst>
                <a:ext uri="{FF2B5EF4-FFF2-40B4-BE49-F238E27FC236}">
                  <a16:creationId xmlns:a16="http://schemas.microsoft.com/office/drawing/2014/main" id="{35D13FB7-97FB-47A2-DDB5-90F034D673A1}"/>
                </a:ext>
              </a:extLst>
            </p:cNvPr>
            <p:cNvSpPr>
              <a:spLocks/>
            </p:cNvSpPr>
            <p:nvPr/>
          </p:nvSpPr>
          <p:spPr bwMode="auto">
            <a:xfrm>
              <a:off x="4759756" y="4370083"/>
              <a:ext cx="521970" cy="0"/>
            </a:xfrm>
            <a:custGeom>
              <a:avLst/>
              <a:gdLst>
                <a:gd name="T0" fmla="*/ 0 w 521970"/>
                <a:gd name="T1" fmla="*/ 521691 w 521970"/>
                <a:gd name="T2" fmla="*/ 0 60000 65536"/>
                <a:gd name="T3" fmla="*/ 0 60000 65536"/>
              </a:gdLst>
              <a:ahLst/>
              <a:cxnLst>
                <a:cxn ang="T2">
                  <a:pos x="T0" y="0"/>
                </a:cxn>
                <a:cxn ang="T3">
                  <a:pos x="T1" y="0"/>
                </a:cxn>
              </a:cxnLst>
              <a:rect l="0" t="0" r="r" b="b"/>
              <a:pathLst>
                <a:path w="521970">
                  <a:moveTo>
                    <a:pt x="0" y="0"/>
                  </a:moveTo>
                  <a:lnTo>
                    <a:pt x="521691"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31" name="object 13">
              <a:extLst>
                <a:ext uri="{FF2B5EF4-FFF2-40B4-BE49-F238E27FC236}">
                  <a16:creationId xmlns:a16="http://schemas.microsoft.com/office/drawing/2014/main" id="{B99A782D-84D3-2E79-482D-B2F7D7548D94}"/>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32" name="object 14">
              <a:extLst>
                <a:ext uri="{FF2B5EF4-FFF2-40B4-BE49-F238E27FC236}">
                  <a16:creationId xmlns:a16="http://schemas.microsoft.com/office/drawing/2014/main" id="{4B3CD23D-5B4E-6975-659A-94E67025FAD7}"/>
                </a:ext>
              </a:extLst>
            </p:cNvPr>
            <p:cNvSpPr>
              <a:spLocks/>
            </p:cNvSpPr>
            <p:nvPr/>
          </p:nvSpPr>
          <p:spPr bwMode="auto">
            <a:xfrm>
              <a:off x="3487352" y="5174438"/>
              <a:ext cx="0" cy="272415"/>
            </a:xfrm>
            <a:custGeom>
              <a:avLst/>
              <a:gdLst>
                <a:gd name="T0" fmla="*/ 0 h 272414"/>
                <a:gd name="T1" fmla="*/ 272292 h 272414"/>
                <a:gd name="T2" fmla="*/ 0 60000 65536"/>
                <a:gd name="T3" fmla="*/ 0 60000 65536"/>
              </a:gdLst>
              <a:ahLst/>
              <a:cxnLst>
                <a:cxn ang="T2">
                  <a:pos x="0" y="T0"/>
                </a:cxn>
                <a:cxn ang="T3">
                  <a:pos x="0" y="T1"/>
                </a:cxn>
              </a:cxnLst>
              <a:rect l="0" t="0" r="r" b="b"/>
              <a:pathLst>
                <a:path h="272414">
                  <a:moveTo>
                    <a:pt x="0" y="0"/>
                  </a:moveTo>
                  <a:lnTo>
                    <a:pt x="0" y="272274"/>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6333" name="object 15">
              <a:extLst>
                <a:ext uri="{FF2B5EF4-FFF2-40B4-BE49-F238E27FC236}">
                  <a16:creationId xmlns:a16="http://schemas.microsoft.com/office/drawing/2014/main" id="{A75A9D27-D040-ABC8-ECB3-B86706DB4E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34" name="object 16">
              <a:extLst>
                <a:ext uri="{FF2B5EF4-FFF2-40B4-BE49-F238E27FC236}">
                  <a16:creationId xmlns:a16="http://schemas.microsoft.com/office/drawing/2014/main" id="{29AB778B-F842-188F-C0F5-673DE86FF46E}"/>
                </a:ext>
              </a:extLst>
            </p:cNvPr>
            <p:cNvSpPr>
              <a:spLocks/>
            </p:cNvSpPr>
            <p:nvPr/>
          </p:nvSpPr>
          <p:spPr bwMode="auto">
            <a:xfrm>
              <a:off x="3495948" y="4374441"/>
              <a:ext cx="1778635" cy="1134745"/>
            </a:xfrm>
            <a:custGeom>
              <a:avLst/>
              <a:gdLst>
                <a:gd name="T0" fmla="*/ 1778233 w 1778635"/>
                <a:gd name="T1" fmla="*/ 1134661 h 1134745"/>
                <a:gd name="T2" fmla="*/ 1758132 w 1778635"/>
                <a:gd name="T3" fmla="*/ 1121837 h 1134745"/>
                <a:gd name="T4" fmla="*/ 0 w 1778635"/>
                <a:gd name="T5" fmla="*/ 0 h 1134745"/>
                <a:gd name="T6" fmla="*/ 0 60000 65536"/>
                <a:gd name="T7" fmla="*/ 0 60000 65536"/>
                <a:gd name="T8" fmla="*/ 0 60000 65536"/>
              </a:gdLst>
              <a:ahLst/>
              <a:cxnLst>
                <a:cxn ang="T6">
                  <a:pos x="T0" y="T1"/>
                </a:cxn>
                <a:cxn ang="T7">
                  <a:pos x="T2" y="T3"/>
                </a:cxn>
                <a:cxn ang="T8">
                  <a:pos x="T4" y="T5"/>
                </a:cxn>
              </a:cxnLst>
              <a:rect l="0" t="0" r="r" b="b"/>
              <a:pathLst>
                <a:path w="1778635" h="1134745">
                  <a:moveTo>
                    <a:pt x="1778233" y="1134661"/>
                  </a:moveTo>
                  <a:lnTo>
                    <a:pt x="1758132" y="1121837"/>
                  </a:lnTo>
                  <a:lnTo>
                    <a:pt x="0"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35" name="object 17">
              <a:extLst>
                <a:ext uri="{FF2B5EF4-FFF2-40B4-BE49-F238E27FC236}">
                  <a16:creationId xmlns:a16="http://schemas.microsoft.com/office/drawing/2014/main" id="{CA3DD421-741A-2E2A-A3EF-4ABCE6C9AE21}"/>
                </a:ext>
              </a:extLst>
            </p:cNvPr>
            <p:cNvSpPr>
              <a:spLocks/>
            </p:cNvSpPr>
            <p:nvPr/>
          </p:nvSpPr>
          <p:spPr bwMode="auto">
            <a:xfrm>
              <a:off x="5160747" y="5388104"/>
              <a:ext cx="216535" cy="186690"/>
            </a:xfrm>
            <a:custGeom>
              <a:avLst/>
              <a:gdLst>
                <a:gd name="T0" fmla="*/ 104655 w 216535"/>
                <a:gd name="T1" fmla="*/ 0 h 186689"/>
                <a:gd name="T2" fmla="*/ 93332 w 216535"/>
                <a:gd name="T3" fmla="*/ 108191 h 186689"/>
                <a:gd name="T4" fmla="*/ 0 w 216535"/>
                <a:gd name="T5" fmla="*/ 164037 h 186689"/>
                <a:gd name="T6" fmla="*/ 216345 w 216535"/>
                <a:gd name="T7" fmla="*/ 186683 h 186689"/>
                <a:gd name="T8" fmla="*/ 104655 w 216535"/>
                <a:gd name="T9" fmla="*/ 0 h 1866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535" h="186689">
                  <a:moveTo>
                    <a:pt x="104655" y="0"/>
                  </a:moveTo>
                  <a:lnTo>
                    <a:pt x="93332" y="108173"/>
                  </a:lnTo>
                  <a:lnTo>
                    <a:pt x="0" y="164019"/>
                  </a:lnTo>
                  <a:lnTo>
                    <a:pt x="216345" y="186665"/>
                  </a:lnTo>
                  <a:lnTo>
                    <a:pt x="104655"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36" name="object 18">
              <a:extLst>
                <a:ext uri="{FF2B5EF4-FFF2-40B4-BE49-F238E27FC236}">
                  <a16:creationId xmlns:a16="http://schemas.microsoft.com/office/drawing/2014/main" id="{81C25FFB-2C25-34C8-214F-93783422D301}"/>
                </a:ext>
              </a:extLst>
            </p:cNvPr>
            <p:cNvSpPr>
              <a:spLocks/>
            </p:cNvSpPr>
            <p:nvPr/>
          </p:nvSpPr>
          <p:spPr bwMode="auto">
            <a:xfrm>
              <a:off x="3510182" y="7068544"/>
              <a:ext cx="1772920" cy="0"/>
            </a:xfrm>
            <a:custGeom>
              <a:avLst/>
              <a:gdLst>
                <a:gd name="T0" fmla="*/ 0 w 1772920"/>
                <a:gd name="T1" fmla="*/ 648559 w 1772920"/>
                <a:gd name="T2" fmla="*/ 1306638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648559" y="0"/>
                  </a:lnTo>
                </a:path>
                <a:path w="1772920">
                  <a:moveTo>
                    <a:pt x="1306638" y="0"/>
                  </a:moveTo>
                  <a:lnTo>
                    <a:pt x="177240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37" name="object 19">
              <a:extLst>
                <a:ext uri="{FF2B5EF4-FFF2-40B4-BE49-F238E27FC236}">
                  <a16:creationId xmlns:a16="http://schemas.microsoft.com/office/drawing/2014/main" id="{A4483128-88E2-0468-7688-5DF0BBB6A086}"/>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38" name="object 20">
              <a:extLst>
                <a:ext uri="{FF2B5EF4-FFF2-40B4-BE49-F238E27FC236}">
                  <a16:creationId xmlns:a16="http://schemas.microsoft.com/office/drawing/2014/main" id="{5C3B49B5-2043-4EA1-FC81-ED1116F55793}"/>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39" name="object 21">
              <a:extLst>
                <a:ext uri="{FF2B5EF4-FFF2-40B4-BE49-F238E27FC236}">
                  <a16:creationId xmlns:a16="http://schemas.microsoft.com/office/drawing/2014/main" id="{A6D16D89-1954-B797-C47F-3B15F5CA00AD}"/>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40" name="object 22">
              <a:extLst>
                <a:ext uri="{FF2B5EF4-FFF2-40B4-BE49-F238E27FC236}">
                  <a16:creationId xmlns:a16="http://schemas.microsoft.com/office/drawing/2014/main" id="{562883C5-569C-4421-B031-805C94388ABE}"/>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6341" name="object 23">
              <a:extLst>
                <a:ext uri="{FF2B5EF4-FFF2-40B4-BE49-F238E27FC236}">
                  <a16:creationId xmlns:a16="http://schemas.microsoft.com/office/drawing/2014/main" id="{29B495C6-4D72-E5F2-E701-EE067A5C9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42" name="object 24">
              <a:extLst>
                <a:ext uri="{FF2B5EF4-FFF2-40B4-BE49-F238E27FC236}">
                  <a16:creationId xmlns:a16="http://schemas.microsoft.com/office/drawing/2014/main" id="{7DD89062-608F-CD3E-B1DB-9940A5A91AE1}"/>
                </a:ext>
              </a:extLst>
            </p:cNvPr>
            <p:cNvSpPr>
              <a:spLocks/>
            </p:cNvSpPr>
            <p:nvPr/>
          </p:nvSpPr>
          <p:spPr bwMode="auto">
            <a:xfrm>
              <a:off x="3439332" y="5701055"/>
              <a:ext cx="1779270" cy="0"/>
            </a:xfrm>
            <a:custGeom>
              <a:avLst/>
              <a:gdLst>
                <a:gd name="T0" fmla="*/ 0 w 1779270"/>
                <a:gd name="T1" fmla="*/ 862630 w 1779270"/>
                <a:gd name="T2" fmla="*/ 1291812 w 1779270"/>
                <a:gd name="T3" fmla="*/ 1779169 w 177927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9270">
                  <a:moveTo>
                    <a:pt x="0" y="0"/>
                  </a:moveTo>
                  <a:lnTo>
                    <a:pt x="862630" y="0"/>
                  </a:lnTo>
                </a:path>
                <a:path w="1779270">
                  <a:moveTo>
                    <a:pt x="1291812" y="0"/>
                  </a:moveTo>
                  <a:lnTo>
                    <a:pt x="1779169"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43" name="object 25">
              <a:extLst>
                <a:ext uri="{FF2B5EF4-FFF2-40B4-BE49-F238E27FC236}">
                  <a16:creationId xmlns:a16="http://schemas.microsoft.com/office/drawing/2014/main" id="{088CC4E0-68BE-3BBF-3E85-234AC324B53C}"/>
                </a:ext>
              </a:extLst>
            </p:cNvPr>
            <p:cNvSpPr>
              <a:spLocks/>
            </p:cNvSpPr>
            <p:nvPr/>
          </p:nvSpPr>
          <p:spPr bwMode="auto">
            <a:xfrm>
              <a:off x="5146017" y="5603774"/>
              <a:ext cx="194945" cy="194945"/>
            </a:xfrm>
            <a:custGeom>
              <a:avLst/>
              <a:gdLst>
                <a:gd name="T0" fmla="*/ 0 w 194945"/>
                <a:gd name="T1" fmla="*/ 0 h 194945"/>
                <a:gd name="T2" fmla="*/ 48641 w 194945"/>
                <a:gd name="T3" fmla="*/ 97280 h 194945"/>
                <a:gd name="T4" fmla="*/ 0 w 194945"/>
                <a:gd name="T5" fmla="*/ 194562 h 194945"/>
                <a:gd name="T6" fmla="*/ 194563 w 194945"/>
                <a:gd name="T7" fmla="*/ 97280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1" y="97280"/>
                  </a:lnTo>
                  <a:lnTo>
                    <a:pt x="0" y="194562"/>
                  </a:lnTo>
                  <a:lnTo>
                    <a:pt x="194563" y="97280"/>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44" name="object 26">
              <a:extLst>
                <a:ext uri="{FF2B5EF4-FFF2-40B4-BE49-F238E27FC236}">
                  <a16:creationId xmlns:a16="http://schemas.microsoft.com/office/drawing/2014/main" id="{E0A90A13-EE05-B4CB-6083-2F836A2401EC}"/>
                </a:ext>
              </a:extLst>
            </p:cNvPr>
            <p:cNvSpPr>
              <a:spLocks/>
            </p:cNvSpPr>
            <p:nvPr/>
          </p:nvSpPr>
          <p:spPr bwMode="auto">
            <a:xfrm>
              <a:off x="5464417" y="5701063"/>
              <a:ext cx="461645" cy="0"/>
            </a:xfrm>
            <a:custGeom>
              <a:avLst/>
              <a:gdLst>
                <a:gd name="T0" fmla="*/ 0 w 461645"/>
                <a:gd name="T1" fmla="*/ 461574 w 461645"/>
                <a:gd name="T2" fmla="*/ 0 60000 65536"/>
                <a:gd name="T3" fmla="*/ 0 60000 65536"/>
              </a:gdLst>
              <a:ahLst/>
              <a:cxnLst>
                <a:cxn ang="T2">
                  <a:pos x="T0" y="0"/>
                </a:cxn>
                <a:cxn ang="T3">
                  <a:pos x="T1" y="0"/>
                </a:cxn>
              </a:cxnLst>
              <a:rect l="0" t="0" r="r" b="b"/>
              <a:pathLst>
                <a:path w="461645">
                  <a:moveTo>
                    <a:pt x="0" y="0"/>
                  </a:moveTo>
                  <a:lnTo>
                    <a:pt x="461574"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45" name="object 27">
              <a:extLst>
                <a:ext uri="{FF2B5EF4-FFF2-40B4-BE49-F238E27FC236}">
                  <a16:creationId xmlns:a16="http://schemas.microsoft.com/office/drawing/2014/main" id="{D74D98B8-A3A1-C901-101A-AE2D8E08099B}"/>
                </a:ext>
              </a:extLst>
            </p:cNvPr>
            <p:cNvSpPr>
              <a:spLocks/>
            </p:cNvSpPr>
            <p:nvPr/>
          </p:nvSpPr>
          <p:spPr bwMode="auto">
            <a:xfrm>
              <a:off x="5534051" y="5825418"/>
              <a:ext cx="1332230" cy="1162050"/>
            </a:xfrm>
            <a:custGeom>
              <a:avLst/>
              <a:gdLst>
                <a:gd name="T0" fmla="*/ 1332066 w 1332229"/>
                <a:gd name="T1" fmla="*/ 0 h 1162050"/>
                <a:gd name="T2" fmla="*/ 1324878 w 1332229"/>
                <a:gd name="T3" fmla="*/ 6269 h 1162050"/>
                <a:gd name="T4" fmla="*/ 0 w 1332229"/>
                <a:gd name="T5" fmla="*/ 1161947 h 1162050"/>
                <a:gd name="T6" fmla="*/ 0 60000 65536"/>
                <a:gd name="T7" fmla="*/ 0 60000 65536"/>
                <a:gd name="T8" fmla="*/ 0 60000 65536"/>
              </a:gdLst>
              <a:ahLst/>
              <a:cxnLst>
                <a:cxn ang="T6">
                  <a:pos x="T0" y="T1"/>
                </a:cxn>
                <a:cxn ang="T7">
                  <a:pos x="T2" y="T3"/>
                </a:cxn>
                <a:cxn ang="T8">
                  <a:pos x="T4" y="T5"/>
                </a:cxn>
              </a:cxnLst>
              <a:rect l="0" t="0" r="r" b="b"/>
              <a:pathLst>
                <a:path w="1332229" h="1162050">
                  <a:moveTo>
                    <a:pt x="1332048" y="0"/>
                  </a:moveTo>
                  <a:lnTo>
                    <a:pt x="1324860" y="6269"/>
                  </a:lnTo>
                  <a:lnTo>
                    <a:pt x="0" y="1161947"/>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46" name="object 28">
              <a:extLst>
                <a:ext uri="{FF2B5EF4-FFF2-40B4-BE49-F238E27FC236}">
                  <a16:creationId xmlns:a16="http://schemas.microsoft.com/office/drawing/2014/main" id="{2F955A5D-3212-A9A7-D5F3-20843063DC2D}"/>
                </a:ext>
              </a:extLst>
            </p:cNvPr>
            <p:cNvSpPr>
              <a:spLocks/>
            </p:cNvSpPr>
            <p:nvPr/>
          </p:nvSpPr>
          <p:spPr bwMode="auto">
            <a:xfrm>
              <a:off x="6811568" y="5786548"/>
              <a:ext cx="99695" cy="95250"/>
            </a:xfrm>
            <a:custGeom>
              <a:avLst/>
              <a:gdLst>
                <a:gd name="T0" fmla="*/ 99090 w 99695"/>
                <a:gd name="T1" fmla="*/ 0 h 95250"/>
                <a:gd name="T2" fmla="*/ 0 w 99695"/>
                <a:gd name="T3" fmla="*/ 25687 h 95250"/>
                <a:gd name="T4" fmla="*/ 47343 w 99695"/>
                <a:gd name="T5" fmla="*/ 45139 h 95250"/>
                <a:gd name="T6" fmla="*/ 60186 w 99695"/>
                <a:gd name="T7" fmla="*/ 94684 h 95250"/>
                <a:gd name="T8" fmla="*/ 99090 w 99695"/>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5250">
                  <a:moveTo>
                    <a:pt x="99090" y="0"/>
                  </a:moveTo>
                  <a:lnTo>
                    <a:pt x="0" y="25687"/>
                  </a:lnTo>
                  <a:lnTo>
                    <a:pt x="47343" y="45139"/>
                  </a:lnTo>
                  <a:lnTo>
                    <a:pt x="60186" y="94684"/>
                  </a:lnTo>
                  <a:lnTo>
                    <a:pt x="9909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47" name="object 29">
              <a:extLst>
                <a:ext uri="{FF2B5EF4-FFF2-40B4-BE49-F238E27FC236}">
                  <a16:creationId xmlns:a16="http://schemas.microsoft.com/office/drawing/2014/main" id="{FCEF3B87-7700-1169-9426-4AC6E5AFD1BE}"/>
                </a:ext>
              </a:extLst>
            </p:cNvPr>
            <p:cNvSpPr>
              <a:spLocks/>
            </p:cNvSpPr>
            <p:nvPr/>
          </p:nvSpPr>
          <p:spPr bwMode="auto">
            <a:xfrm>
              <a:off x="5451599" y="4312632"/>
              <a:ext cx="1407160" cy="1209040"/>
            </a:xfrm>
            <a:custGeom>
              <a:avLst/>
              <a:gdLst>
                <a:gd name="T0" fmla="*/ 1406928 w 1407159"/>
                <a:gd name="T1" fmla="*/ 1209010 h 1209039"/>
                <a:gd name="T2" fmla="*/ 1399695 w 1407159"/>
                <a:gd name="T3" fmla="*/ 1202795 h 1209039"/>
                <a:gd name="T4" fmla="*/ 0 w 1407159"/>
                <a:gd name="T5" fmla="*/ 0 h 1209039"/>
                <a:gd name="T6" fmla="*/ 0 60000 65536"/>
                <a:gd name="T7" fmla="*/ 0 60000 65536"/>
                <a:gd name="T8" fmla="*/ 0 60000 65536"/>
              </a:gdLst>
              <a:ahLst/>
              <a:cxnLst>
                <a:cxn ang="T6">
                  <a:pos x="T0" y="T1"/>
                </a:cxn>
                <a:cxn ang="T7">
                  <a:pos x="T2" y="T3"/>
                </a:cxn>
                <a:cxn ang="T8">
                  <a:pos x="T4" y="T5"/>
                </a:cxn>
              </a:cxnLst>
              <a:rect l="0" t="0" r="r" b="b"/>
              <a:pathLst>
                <a:path w="1407159" h="1209039">
                  <a:moveTo>
                    <a:pt x="1406910" y="1208992"/>
                  </a:moveTo>
                  <a:lnTo>
                    <a:pt x="1399677" y="1202777"/>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48" name="object 30">
              <a:extLst>
                <a:ext uri="{FF2B5EF4-FFF2-40B4-BE49-F238E27FC236}">
                  <a16:creationId xmlns:a16="http://schemas.microsoft.com/office/drawing/2014/main" id="{2094358E-A896-09BB-ADEC-503A3B1CCEC3}"/>
                </a:ext>
              </a:extLst>
            </p:cNvPr>
            <p:cNvSpPr>
              <a:spLocks/>
            </p:cNvSpPr>
            <p:nvPr/>
          </p:nvSpPr>
          <p:spPr bwMode="auto">
            <a:xfrm>
              <a:off x="6804079" y="5465770"/>
              <a:ext cx="99695" cy="94615"/>
            </a:xfrm>
            <a:custGeom>
              <a:avLst/>
              <a:gdLst>
                <a:gd name="T0" fmla="*/ 59673 w 99695"/>
                <a:gd name="T1" fmla="*/ 0 h 94614"/>
                <a:gd name="T2" fmla="*/ 47197 w 99695"/>
                <a:gd name="T3" fmla="*/ 49657 h 94614"/>
                <a:gd name="T4" fmla="*/ 0 w 99695"/>
                <a:gd name="T5" fmla="*/ 69459 h 94614"/>
                <a:gd name="T6" fmla="*/ 99278 w 99695"/>
                <a:gd name="T7" fmla="*/ 94412 h 94614"/>
                <a:gd name="T8" fmla="*/ 59673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59673" y="0"/>
                  </a:moveTo>
                  <a:lnTo>
                    <a:pt x="47197" y="49639"/>
                  </a:lnTo>
                  <a:lnTo>
                    <a:pt x="0" y="69441"/>
                  </a:lnTo>
                  <a:lnTo>
                    <a:pt x="99278" y="94394"/>
                  </a:lnTo>
                  <a:lnTo>
                    <a:pt x="59673"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49" name="object 31">
              <a:extLst>
                <a:ext uri="{FF2B5EF4-FFF2-40B4-BE49-F238E27FC236}">
                  <a16:creationId xmlns:a16="http://schemas.microsoft.com/office/drawing/2014/main" id="{18D31BD8-67A2-7E2B-2116-480C2DA4FA4D}"/>
                </a:ext>
              </a:extLst>
            </p:cNvPr>
            <p:cNvSpPr>
              <a:spLocks/>
            </p:cNvSpPr>
            <p:nvPr/>
          </p:nvSpPr>
          <p:spPr bwMode="auto">
            <a:xfrm>
              <a:off x="6526848" y="5701063"/>
              <a:ext cx="225425" cy="0"/>
            </a:xfrm>
            <a:custGeom>
              <a:avLst/>
              <a:gdLst>
                <a:gd name="T0" fmla="*/ 0 w 225425"/>
                <a:gd name="T1" fmla="*/ 225220 w 225425"/>
                <a:gd name="T2" fmla="*/ 0 60000 65536"/>
                <a:gd name="T3" fmla="*/ 0 60000 65536"/>
              </a:gdLst>
              <a:ahLst/>
              <a:cxnLst>
                <a:cxn ang="T2">
                  <a:pos x="T0" y="0"/>
                </a:cxn>
                <a:cxn ang="T3">
                  <a:pos x="T1" y="0"/>
                </a:cxn>
              </a:cxnLst>
              <a:rect l="0" t="0" r="r" b="b"/>
              <a:pathLst>
                <a:path w="225425">
                  <a:moveTo>
                    <a:pt x="0" y="0"/>
                  </a:moveTo>
                  <a:lnTo>
                    <a:pt x="225220"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50" name="object 32">
              <a:extLst>
                <a:ext uri="{FF2B5EF4-FFF2-40B4-BE49-F238E27FC236}">
                  <a16:creationId xmlns:a16="http://schemas.microsoft.com/office/drawing/2014/main" id="{A78EE1A3-8221-08D3-CF67-D7CF301EF2A7}"/>
                </a:ext>
              </a:extLst>
            </p:cNvPr>
            <p:cNvSpPr>
              <a:spLocks/>
            </p:cNvSpPr>
            <p:nvPr/>
          </p:nvSpPr>
          <p:spPr bwMode="auto">
            <a:xfrm>
              <a:off x="6679584" y="5603777"/>
              <a:ext cx="194945" cy="194945"/>
            </a:xfrm>
            <a:custGeom>
              <a:avLst/>
              <a:gdLst>
                <a:gd name="T0" fmla="*/ 0 w 194945"/>
                <a:gd name="T1" fmla="*/ 0 h 194945"/>
                <a:gd name="T2" fmla="*/ 48642 w 194945"/>
                <a:gd name="T3" fmla="*/ 97281 h 194945"/>
                <a:gd name="T4" fmla="*/ 2 w 194945"/>
                <a:gd name="T5" fmla="*/ 194562 h 194945"/>
                <a:gd name="T6" fmla="*/ 194563 w 194945"/>
                <a:gd name="T7" fmla="*/ 97279 h 194945"/>
                <a:gd name="T8" fmla="*/ 0 w 194945"/>
                <a:gd name="T9" fmla="*/ 0 h 1949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4945" h="194945">
                  <a:moveTo>
                    <a:pt x="0" y="0"/>
                  </a:moveTo>
                  <a:lnTo>
                    <a:pt x="48642" y="97281"/>
                  </a:lnTo>
                  <a:lnTo>
                    <a:pt x="2" y="194562"/>
                  </a:lnTo>
                  <a:lnTo>
                    <a:pt x="194563" y="97279"/>
                  </a:lnTo>
                  <a:lnTo>
                    <a:pt x="0"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51" name="object 33">
              <a:extLst>
                <a:ext uri="{FF2B5EF4-FFF2-40B4-BE49-F238E27FC236}">
                  <a16:creationId xmlns:a16="http://schemas.microsoft.com/office/drawing/2014/main" id="{9F7112B8-FA5D-256F-291C-6C7F5F2E8C00}"/>
                </a:ext>
              </a:extLst>
            </p:cNvPr>
            <p:cNvSpPr>
              <a:spLocks/>
            </p:cNvSpPr>
            <p:nvPr/>
          </p:nvSpPr>
          <p:spPr bwMode="auto">
            <a:xfrm>
              <a:off x="5496050" y="4501123"/>
              <a:ext cx="0" cy="897255"/>
            </a:xfrm>
            <a:custGeom>
              <a:avLst/>
              <a:gdLst>
                <a:gd name="T0" fmla="*/ 612308 h 897254"/>
                <a:gd name="T1" fmla="*/ 897266 h 897254"/>
                <a:gd name="T2" fmla="*/ 0 h 897254"/>
                <a:gd name="T3" fmla="*/ 326168 h 8972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897254">
                  <a:moveTo>
                    <a:pt x="0" y="612290"/>
                  </a:moveTo>
                  <a:lnTo>
                    <a:pt x="0" y="897248"/>
                  </a:lnTo>
                </a:path>
                <a:path h="897254">
                  <a:moveTo>
                    <a:pt x="0" y="0"/>
                  </a:moveTo>
                  <a:lnTo>
                    <a:pt x="0" y="326168"/>
                  </a:lnTo>
                </a:path>
              </a:pathLst>
            </a:custGeom>
            <a:noFill/>
            <a:ln w="4776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6352" name="object 34">
              <a:extLst>
                <a:ext uri="{FF2B5EF4-FFF2-40B4-BE49-F238E27FC236}">
                  <a16:creationId xmlns:a16="http://schemas.microsoft.com/office/drawing/2014/main" id="{40FD693E-852F-F3FC-C33C-B415847265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8800" y="5325878"/>
              <a:ext cx="194563" cy="194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53" name="object 35">
              <a:extLst>
                <a:ext uri="{FF2B5EF4-FFF2-40B4-BE49-F238E27FC236}">
                  <a16:creationId xmlns:a16="http://schemas.microsoft.com/office/drawing/2014/main" id="{D82FE818-9E72-7BC5-82D2-925253F17FC1}"/>
                </a:ext>
              </a:extLst>
            </p:cNvPr>
            <p:cNvSpPr>
              <a:spLocks/>
            </p:cNvSpPr>
            <p:nvPr/>
          </p:nvSpPr>
          <p:spPr bwMode="auto">
            <a:xfrm>
              <a:off x="5495343" y="5754933"/>
              <a:ext cx="0" cy="1027430"/>
            </a:xfrm>
            <a:custGeom>
              <a:avLst/>
              <a:gdLst>
                <a:gd name="T0" fmla="*/ 716130 h 1027429"/>
                <a:gd name="T1" fmla="*/ 1026866 h 1027429"/>
                <a:gd name="T2" fmla="*/ 0 h 1027429"/>
                <a:gd name="T3" fmla="*/ 458602 h 102742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27429">
                  <a:moveTo>
                    <a:pt x="0" y="716112"/>
                  </a:moveTo>
                  <a:lnTo>
                    <a:pt x="0" y="1026848"/>
                  </a:lnTo>
                </a:path>
                <a:path h="1027429">
                  <a:moveTo>
                    <a:pt x="0" y="0"/>
                  </a:moveTo>
                  <a:lnTo>
                    <a:pt x="0" y="458602"/>
                  </a:lnTo>
                </a:path>
              </a:pathLst>
            </a:custGeom>
            <a:noFill/>
            <a:ln w="47785">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6354" name="object 36">
              <a:extLst>
                <a:ext uri="{FF2B5EF4-FFF2-40B4-BE49-F238E27FC236}">
                  <a16:creationId xmlns:a16="http://schemas.microsoft.com/office/drawing/2014/main" id="{5AD64236-0699-1B47-7691-92390CAF92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8103" y="6709288"/>
              <a:ext cx="194563" cy="194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55" name="object 37">
              <a:extLst>
                <a:ext uri="{FF2B5EF4-FFF2-40B4-BE49-F238E27FC236}">
                  <a16:creationId xmlns:a16="http://schemas.microsoft.com/office/drawing/2014/main" id="{B7CF1F0F-1347-944B-39BE-E729C792B0DB}"/>
                </a:ext>
              </a:extLst>
            </p:cNvPr>
            <p:cNvSpPr>
              <a:spLocks/>
            </p:cNvSpPr>
            <p:nvPr/>
          </p:nvSpPr>
          <p:spPr bwMode="auto">
            <a:xfrm>
              <a:off x="3278986" y="4888316"/>
              <a:ext cx="429259" cy="286385"/>
            </a:xfrm>
            <a:custGeom>
              <a:avLst/>
              <a:gdLst>
                <a:gd name="T0" fmla="*/ 0 w 429260"/>
                <a:gd name="T1" fmla="*/ 0 h 286385"/>
                <a:gd name="T2" fmla="*/ 429165 w 429260"/>
                <a:gd name="T3" fmla="*/ 0 h 286385"/>
                <a:gd name="T4" fmla="*/ 429165 w 429260"/>
                <a:gd name="T5" fmla="*/ 286122 h 286385"/>
                <a:gd name="T6" fmla="*/ 0 w 429260"/>
                <a:gd name="T7" fmla="*/ 286122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3" y="0"/>
                  </a:lnTo>
                  <a:lnTo>
                    <a:pt x="429183"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44" name="object 39">
            <a:extLst>
              <a:ext uri="{FF2B5EF4-FFF2-40B4-BE49-F238E27FC236}">
                <a16:creationId xmlns:a16="http://schemas.microsoft.com/office/drawing/2014/main" id="{72F8356F-60FE-FDB3-A837-5D35D4DA462B}"/>
              </a:ext>
            </a:extLst>
          </p:cNvPr>
          <p:cNvSpPr txBox="1"/>
          <p:nvPr/>
        </p:nvSpPr>
        <p:spPr>
          <a:xfrm>
            <a:off x="2595563" y="3841750"/>
            <a:ext cx="344487" cy="185738"/>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6265" name="object 40">
            <a:extLst>
              <a:ext uri="{FF2B5EF4-FFF2-40B4-BE49-F238E27FC236}">
                <a16:creationId xmlns:a16="http://schemas.microsoft.com/office/drawing/2014/main" id="{A333E7EA-CEF4-006C-BA48-8265F6DCD0E1}"/>
              </a:ext>
            </a:extLst>
          </p:cNvPr>
          <p:cNvSpPr>
            <a:spLocks/>
          </p:cNvSpPr>
          <p:nvPr/>
        </p:nvSpPr>
        <p:spPr bwMode="auto">
          <a:xfrm>
            <a:off x="2555875" y="5180013"/>
            <a:ext cx="428625" cy="285750"/>
          </a:xfrm>
          <a:custGeom>
            <a:avLst/>
            <a:gdLst>
              <a:gd name="T0" fmla="*/ 0 w 429260"/>
              <a:gd name="T1" fmla="*/ 0 h 286384"/>
              <a:gd name="T2" fmla="*/ 417897 w 429260"/>
              <a:gd name="T3" fmla="*/ 0 h 286384"/>
              <a:gd name="T4" fmla="*/ 417897 w 429260"/>
              <a:gd name="T5" fmla="*/ 274933 h 286384"/>
              <a:gd name="T6" fmla="*/ 0 w 429260"/>
              <a:gd name="T7" fmla="*/ 274933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6" name="object 41">
            <a:extLst>
              <a:ext uri="{FF2B5EF4-FFF2-40B4-BE49-F238E27FC236}">
                <a16:creationId xmlns:a16="http://schemas.microsoft.com/office/drawing/2014/main" id="{09BF1329-A404-A650-BA36-910090775BE4}"/>
              </a:ext>
            </a:extLst>
          </p:cNvPr>
          <p:cNvSpPr txBox="1"/>
          <p:nvPr/>
        </p:nvSpPr>
        <p:spPr>
          <a:xfrm>
            <a:off x="2598738" y="5214938"/>
            <a:ext cx="344487" cy="185737"/>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6267" name="object 42">
            <a:extLst>
              <a:ext uri="{FF2B5EF4-FFF2-40B4-BE49-F238E27FC236}">
                <a16:creationId xmlns:a16="http://schemas.microsoft.com/office/drawing/2014/main" id="{2D88CF1E-57B5-5861-31A1-37E34308025D}"/>
              </a:ext>
            </a:extLst>
          </p:cNvPr>
          <p:cNvSpPr>
            <a:spLocks/>
          </p:cNvSpPr>
          <p:nvPr/>
        </p:nvSpPr>
        <p:spPr bwMode="auto">
          <a:xfrm>
            <a:off x="4518025" y="5132388"/>
            <a:ext cx="525463" cy="257175"/>
          </a:xfrm>
          <a:custGeom>
            <a:avLst/>
            <a:gdLst>
              <a:gd name="T0" fmla="*/ 0 w 525145"/>
              <a:gd name="T1" fmla="*/ 0 h 257810"/>
              <a:gd name="T2" fmla="*/ 530304 w 525145"/>
              <a:gd name="T3" fmla="*/ 0 h 257810"/>
              <a:gd name="T4" fmla="*/ 530304 w 525145"/>
              <a:gd name="T5" fmla="*/ 246330 h 257810"/>
              <a:gd name="T6" fmla="*/ 0 w 525145"/>
              <a:gd name="T7" fmla="*/ 246330 h 257810"/>
              <a:gd name="T8" fmla="*/ 0 w 525145"/>
              <a:gd name="T9" fmla="*/ 0 h 2578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57810">
                <a:moveTo>
                  <a:pt x="0" y="0"/>
                </a:moveTo>
                <a:lnTo>
                  <a:pt x="524556" y="0"/>
                </a:lnTo>
                <a:lnTo>
                  <a:pt x="524556" y="257510"/>
                </a:lnTo>
                <a:lnTo>
                  <a:pt x="0" y="257510"/>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8" name="object 43">
            <a:extLst>
              <a:ext uri="{FF2B5EF4-FFF2-40B4-BE49-F238E27FC236}">
                <a16:creationId xmlns:a16="http://schemas.microsoft.com/office/drawing/2014/main" id="{AA5B3A42-B23C-3594-8357-19AFAB84C798}"/>
              </a:ext>
            </a:extLst>
          </p:cNvPr>
          <p:cNvSpPr txBox="1"/>
          <p:nvPr/>
        </p:nvSpPr>
        <p:spPr>
          <a:xfrm>
            <a:off x="4565650" y="5157788"/>
            <a:ext cx="430213" cy="185737"/>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6269" name="object 44">
            <a:extLst>
              <a:ext uri="{FF2B5EF4-FFF2-40B4-BE49-F238E27FC236}">
                <a16:creationId xmlns:a16="http://schemas.microsoft.com/office/drawing/2014/main" id="{58265480-EA38-2CBA-D23B-F242208A2861}"/>
              </a:ext>
            </a:extLst>
          </p:cNvPr>
          <p:cNvSpPr>
            <a:spLocks/>
          </p:cNvSpPr>
          <p:nvPr/>
        </p:nvSpPr>
        <p:spPr bwMode="auto">
          <a:xfrm>
            <a:off x="1677988" y="3706813"/>
            <a:ext cx="590550" cy="539750"/>
          </a:xfrm>
          <a:custGeom>
            <a:avLst/>
            <a:gdLst>
              <a:gd name="T0" fmla="*/ 493199 w 589914"/>
              <a:gd name="T1" fmla="*/ 0 h 540385"/>
              <a:gd name="T2" fmla="*/ 0 w 589914"/>
              <a:gd name="T3" fmla="*/ 408796 h 540385"/>
              <a:gd name="T4" fmla="*/ 108017 w 589914"/>
              <a:gd name="T5" fmla="*/ 528961 h 540385"/>
              <a:gd name="T6" fmla="*/ 601215 w 589914"/>
              <a:gd name="T7" fmla="*/ 120165 h 540385"/>
              <a:gd name="T8" fmla="*/ 493199 w 589914"/>
              <a:gd name="T9" fmla="*/ 0 h 540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9914" h="540385">
                <a:moveTo>
                  <a:pt x="483725" y="0"/>
                </a:moveTo>
                <a:lnTo>
                  <a:pt x="0" y="417540"/>
                </a:lnTo>
                <a:lnTo>
                  <a:pt x="105943" y="540275"/>
                </a:lnTo>
                <a:lnTo>
                  <a:pt x="589667" y="122736"/>
                </a:lnTo>
                <a:lnTo>
                  <a:pt x="48372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0" name="object 45">
            <a:extLst>
              <a:ext uri="{FF2B5EF4-FFF2-40B4-BE49-F238E27FC236}">
                <a16:creationId xmlns:a16="http://schemas.microsoft.com/office/drawing/2014/main" id="{2ED4567B-7CE3-AFC6-F54F-A5877C03C960}"/>
              </a:ext>
            </a:extLst>
          </p:cNvPr>
          <p:cNvSpPr txBox="1"/>
          <p:nvPr/>
        </p:nvSpPr>
        <p:spPr>
          <a:xfrm rot="19200000">
            <a:off x="1716088" y="3906838"/>
            <a:ext cx="508000"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30" dirty="0">
                <a:latin typeface="Lucida Sans"/>
                <a:cs typeface="Lucida Sans"/>
              </a:rPr>
              <a:t> </a:t>
            </a:r>
            <a:r>
              <a:rPr sz="1050" dirty="0">
                <a:latin typeface="Lucida Sans"/>
                <a:cs typeface="Lucida Sans"/>
              </a:rPr>
              <a:t>/</a:t>
            </a:r>
            <a:r>
              <a:rPr sz="1050" spc="-20" dirty="0">
                <a:latin typeface="Lucida Sans"/>
                <a:cs typeface="Lucida Sans"/>
              </a:rPr>
              <a:t> </a:t>
            </a:r>
            <a:r>
              <a:rPr sz="1575" spc="-37" baseline="2645" dirty="0">
                <a:latin typeface="Lucida Sans"/>
                <a:cs typeface="Lucida Sans"/>
              </a:rPr>
              <a:t>10</a:t>
            </a:r>
            <a:endParaRPr sz="1575" baseline="2645">
              <a:latin typeface="Lucida Sans"/>
              <a:cs typeface="Lucida Sans"/>
            </a:endParaRPr>
          </a:p>
        </p:txBody>
      </p:sp>
      <p:sp>
        <p:nvSpPr>
          <p:cNvPr id="51" name="object 46">
            <a:extLst>
              <a:ext uri="{FF2B5EF4-FFF2-40B4-BE49-F238E27FC236}">
                <a16:creationId xmlns:a16="http://schemas.microsoft.com/office/drawing/2014/main" id="{8389033F-DA20-658B-C511-BD6E5E433824}"/>
              </a:ext>
            </a:extLst>
          </p:cNvPr>
          <p:cNvSpPr txBox="1"/>
          <p:nvPr/>
        </p:nvSpPr>
        <p:spPr>
          <a:xfrm>
            <a:off x="5243513" y="4505325"/>
            <a:ext cx="514350" cy="185738"/>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10 / </a:t>
            </a:r>
            <a:r>
              <a:rPr sz="1050" spc="-25" dirty="0">
                <a:solidFill>
                  <a:srgbClr val="0048AA"/>
                </a:solidFill>
                <a:latin typeface="Lucida Sans"/>
                <a:cs typeface="Lucida Sans"/>
              </a:rPr>
              <a:t>10</a:t>
            </a:r>
            <a:endParaRPr sz="1050">
              <a:latin typeface="Lucida Sans"/>
              <a:cs typeface="Lucida Sans"/>
            </a:endParaRPr>
          </a:p>
        </p:txBody>
      </p:sp>
      <p:sp>
        <p:nvSpPr>
          <p:cNvPr id="96272" name="object 47">
            <a:extLst>
              <a:ext uri="{FF2B5EF4-FFF2-40B4-BE49-F238E27FC236}">
                <a16:creationId xmlns:a16="http://schemas.microsoft.com/office/drawing/2014/main" id="{F28CB510-85FF-76DB-91DF-FDD845109DDD}"/>
              </a:ext>
            </a:extLst>
          </p:cNvPr>
          <p:cNvSpPr>
            <a:spLocks/>
          </p:cNvSpPr>
          <p:nvPr/>
        </p:nvSpPr>
        <p:spPr bwMode="auto">
          <a:xfrm>
            <a:off x="1763713" y="4537075"/>
            <a:ext cx="430212" cy="161925"/>
          </a:xfrm>
          <a:custGeom>
            <a:avLst/>
            <a:gdLst>
              <a:gd name="T0" fmla="*/ 0 w 429260"/>
              <a:gd name="T1" fmla="*/ 0 h 162560"/>
              <a:gd name="T2" fmla="*/ 446641 w 429260"/>
              <a:gd name="T3" fmla="*/ 0 h 162560"/>
              <a:gd name="T4" fmla="*/ 446641 w 429260"/>
              <a:gd name="T5" fmla="*/ 151105 h 162560"/>
              <a:gd name="T6" fmla="*/ 0 w 429260"/>
              <a:gd name="T7" fmla="*/ 151105 h 162560"/>
              <a:gd name="T8" fmla="*/ 0 w 429260"/>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162560">
                <a:moveTo>
                  <a:pt x="0" y="0"/>
                </a:moveTo>
                <a:lnTo>
                  <a:pt x="429182" y="0"/>
                </a:lnTo>
                <a:lnTo>
                  <a:pt x="42918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53" name="object 48">
            <a:extLst>
              <a:ext uri="{FF2B5EF4-FFF2-40B4-BE49-F238E27FC236}">
                <a16:creationId xmlns:a16="http://schemas.microsoft.com/office/drawing/2014/main" id="{F8B1CCDD-4893-77D4-D07F-B5847353C6F9}"/>
              </a:ext>
            </a:extLst>
          </p:cNvPr>
          <p:cNvSpPr txBox="1"/>
          <p:nvPr/>
        </p:nvSpPr>
        <p:spPr>
          <a:xfrm>
            <a:off x="1806575" y="4505325"/>
            <a:ext cx="344488"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5</a:t>
            </a:r>
            <a:endParaRPr sz="1050">
              <a:latin typeface="Lucida Sans"/>
              <a:cs typeface="Lucida Sans"/>
            </a:endParaRPr>
          </a:p>
        </p:txBody>
      </p:sp>
      <p:grpSp>
        <p:nvGrpSpPr>
          <p:cNvPr id="96274" name="object 49">
            <a:extLst>
              <a:ext uri="{FF2B5EF4-FFF2-40B4-BE49-F238E27FC236}">
                <a16:creationId xmlns:a16="http://schemas.microsoft.com/office/drawing/2014/main" id="{31D7FB41-948E-3B17-AC23-CCD3F82501CB}"/>
              </a:ext>
            </a:extLst>
          </p:cNvPr>
          <p:cNvGrpSpPr>
            <a:grpSpLocks/>
          </p:cNvGrpSpPr>
          <p:nvPr/>
        </p:nvGrpSpPr>
        <p:grpSpPr bwMode="auto">
          <a:xfrm>
            <a:off x="1090613" y="3144838"/>
            <a:ext cx="3811587" cy="2947987"/>
            <a:chOff x="1816367" y="4226199"/>
            <a:chExt cx="3811383" cy="2948431"/>
          </a:xfrm>
        </p:grpSpPr>
        <p:sp>
          <p:nvSpPr>
            <p:cNvPr id="96310" name="object 50">
              <a:extLst>
                <a:ext uri="{FF2B5EF4-FFF2-40B4-BE49-F238E27FC236}">
                  <a16:creationId xmlns:a16="http://schemas.microsoft.com/office/drawing/2014/main" id="{390DB596-0138-B515-1244-B507EDD9C18A}"/>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11" name="object 51">
              <a:extLst>
                <a:ext uri="{FF2B5EF4-FFF2-40B4-BE49-F238E27FC236}">
                  <a16:creationId xmlns:a16="http://schemas.microsoft.com/office/drawing/2014/main" id="{0E7CF8B1-BDB6-18C9-2659-855C39536132}"/>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12" name="object 52">
              <a:extLst>
                <a:ext uri="{FF2B5EF4-FFF2-40B4-BE49-F238E27FC236}">
                  <a16:creationId xmlns:a16="http://schemas.microsoft.com/office/drawing/2014/main" id="{299B8487-9B6C-B3E6-BD7B-A1688E89D629}"/>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13" name="object 53">
              <a:extLst>
                <a:ext uri="{FF2B5EF4-FFF2-40B4-BE49-F238E27FC236}">
                  <a16:creationId xmlns:a16="http://schemas.microsoft.com/office/drawing/2014/main" id="{8A40FC1B-7E0B-C905-B205-E97BF08AB90D}"/>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14" name="object 54">
              <a:extLst>
                <a:ext uri="{FF2B5EF4-FFF2-40B4-BE49-F238E27FC236}">
                  <a16:creationId xmlns:a16="http://schemas.microsoft.com/office/drawing/2014/main" id="{0E51C093-102C-371B-69E8-DC8CB74BF124}"/>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15" name="object 55">
              <a:extLst>
                <a:ext uri="{FF2B5EF4-FFF2-40B4-BE49-F238E27FC236}">
                  <a16:creationId xmlns:a16="http://schemas.microsoft.com/office/drawing/2014/main" id="{52B1BCC8-258D-6827-DC67-0E682C1FA60E}"/>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16" name="object 56">
              <a:extLst>
                <a:ext uri="{FF2B5EF4-FFF2-40B4-BE49-F238E27FC236}">
                  <a16:creationId xmlns:a16="http://schemas.microsoft.com/office/drawing/2014/main" id="{0FA4E378-965B-982C-97AD-5D4A13DCA6FB}"/>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17" name="object 57">
              <a:extLst>
                <a:ext uri="{FF2B5EF4-FFF2-40B4-BE49-F238E27FC236}">
                  <a16:creationId xmlns:a16="http://schemas.microsoft.com/office/drawing/2014/main" id="{E1AF6826-826B-B4C2-2212-5AE8A27DCCFD}"/>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18" name="object 58">
              <a:extLst>
                <a:ext uri="{FF2B5EF4-FFF2-40B4-BE49-F238E27FC236}">
                  <a16:creationId xmlns:a16="http://schemas.microsoft.com/office/drawing/2014/main" id="{0DD95E4A-0CEF-8E32-1A3A-EC9DA7197814}"/>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19" name="object 59">
              <a:extLst>
                <a:ext uri="{FF2B5EF4-FFF2-40B4-BE49-F238E27FC236}">
                  <a16:creationId xmlns:a16="http://schemas.microsoft.com/office/drawing/2014/main" id="{B5F09559-896B-0EEE-F068-48AB80717E78}"/>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20" name="object 61">
              <a:extLst>
                <a:ext uri="{FF2B5EF4-FFF2-40B4-BE49-F238E27FC236}">
                  <a16:creationId xmlns:a16="http://schemas.microsoft.com/office/drawing/2014/main" id="{9189FEFF-E473-27F2-4843-64A455250E5F}"/>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21" name="object 62">
              <a:extLst>
                <a:ext uri="{FF2B5EF4-FFF2-40B4-BE49-F238E27FC236}">
                  <a16:creationId xmlns:a16="http://schemas.microsoft.com/office/drawing/2014/main" id="{38D8A0BE-72D7-CFF2-0E47-D89E4C18F4B2}"/>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6275" name="object 63">
            <a:extLst>
              <a:ext uri="{FF2B5EF4-FFF2-40B4-BE49-F238E27FC236}">
                <a16:creationId xmlns:a16="http://schemas.microsoft.com/office/drawing/2014/main" id="{A5E3566C-E944-DF41-00F0-00F3357E38D1}"/>
              </a:ext>
            </a:extLst>
          </p:cNvPr>
          <p:cNvSpPr txBox="1">
            <a:spLocks noChangeArrowheads="1"/>
          </p:cNvSpPr>
          <p:nvPr/>
        </p:nvSpPr>
        <p:spPr bwMode="auto">
          <a:xfrm>
            <a:off x="1173163" y="4460875"/>
            <a:ext cx="103187"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s</a:t>
            </a:r>
            <a:endParaRPr lang="zh-CN" altLang="zh-CN" sz="1200">
              <a:latin typeface="Lucida Sans" panose="020B0602030504020204" pitchFamily="34" charset="0"/>
            </a:endParaRPr>
          </a:p>
        </p:txBody>
      </p:sp>
      <p:grpSp>
        <p:nvGrpSpPr>
          <p:cNvPr id="96276" name="object 64">
            <a:extLst>
              <a:ext uri="{FF2B5EF4-FFF2-40B4-BE49-F238E27FC236}">
                <a16:creationId xmlns:a16="http://schemas.microsoft.com/office/drawing/2014/main" id="{DEC70E88-05D0-606E-200F-C82F69764F26}"/>
              </a:ext>
            </a:extLst>
          </p:cNvPr>
          <p:cNvGrpSpPr>
            <a:grpSpLocks/>
          </p:cNvGrpSpPr>
          <p:nvPr/>
        </p:nvGrpSpPr>
        <p:grpSpPr bwMode="auto">
          <a:xfrm>
            <a:off x="6157913" y="4454525"/>
            <a:ext cx="277812" cy="276225"/>
            <a:chOff x="6883621" y="5535110"/>
            <a:chExt cx="277495" cy="277495"/>
          </a:xfrm>
        </p:grpSpPr>
        <p:sp>
          <p:nvSpPr>
            <p:cNvPr id="96308" name="object 65">
              <a:extLst>
                <a:ext uri="{FF2B5EF4-FFF2-40B4-BE49-F238E27FC236}">
                  <a16:creationId xmlns:a16="http://schemas.microsoft.com/office/drawing/2014/main" id="{5E42EACE-977D-FC8A-7E20-F3F0131D9487}"/>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09" name="object 66">
              <a:extLst>
                <a:ext uri="{FF2B5EF4-FFF2-40B4-BE49-F238E27FC236}">
                  <a16:creationId xmlns:a16="http://schemas.microsoft.com/office/drawing/2014/main" id="{52DE7ED5-1B8A-E227-3DC8-8E026FE82F94}"/>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6277" name="object 67">
            <a:extLst>
              <a:ext uri="{FF2B5EF4-FFF2-40B4-BE49-F238E27FC236}">
                <a16:creationId xmlns:a16="http://schemas.microsoft.com/office/drawing/2014/main" id="{978315C2-7CA9-91B0-85C1-2C91B1C81B76}"/>
              </a:ext>
            </a:extLst>
          </p:cNvPr>
          <p:cNvSpPr txBox="1">
            <a:spLocks noChangeArrowheads="1"/>
          </p:cNvSpPr>
          <p:nvPr/>
        </p:nvSpPr>
        <p:spPr bwMode="auto">
          <a:xfrm>
            <a:off x="6254750" y="4464050"/>
            <a:ext cx="8255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t</a:t>
            </a:r>
            <a:endParaRPr lang="zh-CN" altLang="zh-CN" sz="1200">
              <a:latin typeface="Lucida Sans" panose="020B0602030504020204" pitchFamily="34" charset="0"/>
            </a:endParaRPr>
          </a:p>
        </p:txBody>
      </p:sp>
      <p:sp>
        <p:nvSpPr>
          <p:cNvPr id="96278" name="object 68">
            <a:extLst>
              <a:ext uri="{FF2B5EF4-FFF2-40B4-BE49-F238E27FC236}">
                <a16:creationId xmlns:a16="http://schemas.microsoft.com/office/drawing/2014/main" id="{6746A72E-BDAB-6B80-37BA-E24A73F7C5F3}"/>
              </a:ext>
            </a:extLst>
          </p:cNvPr>
          <p:cNvSpPr>
            <a:spLocks/>
          </p:cNvSpPr>
          <p:nvPr/>
        </p:nvSpPr>
        <p:spPr bwMode="auto">
          <a:xfrm>
            <a:off x="3582988" y="5153025"/>
            <a:ext cx="449262" cy="368300"/>
          </a:xfrm>
          <a:custGeom>
            <a:avLst/>
            <a:gdLst>
              <a:gd name="T0" fmla="*/ 89194 w 448945"/>
              <a:gd name="T1" fmla="*/ 0 h 369570"/>
              <a:gd name="T2" fmla="*/ 0 w 448945"/>
              <a:gd name="T3" fmla="*/ 127953 h 369570"/>
              <a:gd name="T4" fmla="*/ 364959 w 448945"/>
              <a:gd name="T5" fmla="*/ 347067 h 369570"/>
              <a:gd name="T6" fmla="*/ 454153 w 448945"/>
              <a:gd name="T7" fmla="*/ 219115 h 369570"/>
              <a:gd name="T8" fmla="*/ 89194 w 448945"/>
              <a:gd name="T9" fmla="*/ 0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945" h="369570">
                <a:moveTo>
                  <a:pt x="88068" y="0"/>
                </a:moveTo>
                <a:lnTo>
                  <a:pt x="0" y="136132"/>
                </a:lnTo>
                <a:lnTo>
                  <a:pt x="360351" y="369253"/>
                </a:lnTo>
                <a:lnTo>
                  <a:pt x="448419" y="233121"/>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3" name="object 69">
            <a:extLst>
              <a:ext uri="{FF2B5EF4-FFF2-40B4-BE49-F238E27FC236}">
                <a16:creationId xmlns:a16="http://schemas.microsoft.com/office/drawing/2014/main" id="{4C5A9EC5-E006-1A0C-156A-000E682F119B}"/>
              </a:ext>
            </a:extLst>
          </p:cNvPr>
          <p:cNvSpPr txBox="1"/>
          <p:nvPr/>
        </p:nvSpPr>
        <p:spPr>
          <a:xfrm rot="1920000">
            <a:off x="3636963" y="5265738"/>
            <a:ext cx="347662" cy="133350"/>
          </a:xfrm>
          <a:prstGeom prst="rect">
            <a:avLst/>
          </a:prstGeom>
        </p:spPr>
        <p:txBody>
          <a:bodyPr lIns="0" tIns="0" rIns="0" bIns="0">
            <a:spAutoFit/>
          </a:bodyPr>
          <a:lstStyle/>
          <a:p>
            <a:pPr>
              <a:lnSpc>
                <a:spcPts val="1045"/>
              </a:lnSpc>
              <a:defRPr/>
            </a:pPr>
            <a:r>
              <a:rPr sz="1575" baseline="2645" dirty="0">
                <a:solidFill>
                  <a:srgbClr val="BABABA"/>
                </a:solidFill>
                <a:latin typeface="Lucida Sans"/>
                <a:cs typeface="Lucida Sans"/>
              </a:rPr>
              <a:t>0</a:t>
            </a:r>
            <a:r>
              <a:rPr sz="1575" spc="-30" baseline="2645" dirty="0">
                <a:solidFill>
                  <a:srgbClr val="BABABA"/>
                </a:solidFill>
                <a:latin typeface="Lucida Sans"/>
                <a:cs typeface="Lucida Sans"/>
              </a:rPr>
              <a:t> </a:t>
            </a:r>
            <a:r>
              <a:rPr sz="1050" dirty="0">
                <a:solidFill>
                  <a:srgbClr val="BABABA"/>
                </a:solidFill>
                <a:latin typeface="Lucida Sans"/>
                <a:cs typeface="Lucida Sans"/>
              </a:rPr>
              <a:t>/</a:t>
            </a:r>
            <a:r>
              <a:rPr sz="1050" spc="-20" dirty="0">
                <a:solidFill>
                  <a:srgbClr val="BABABA"/>
                </a:solidFill>
                <a:latin typeface="Lucida Sans"/>
                <a:cs typeface="Lucida Sans"/>
              </a:rPr>
              <a:t> </a:t>
            </a:r>
            <a:r>
              <a:rPr sz="1050" spc="-50" dirty="0">
                <a:solidFill>
                  <a:srgbClr val="BABABA"/>
                </a:solidFill>
                <a:latin typeface="Lucida Sans"/>
                <a:cs typeface="Lucida Sans"/>
              </a:rPr>
              <a:t>6</a:t>
            </a:r>
            <a:endParaRPr sz="1050">
              <a:latin typeface="Lucida Sans"/>
              <a:cs typeface="Lucida Sans"/>
            </a:endParaRPr>
          </a:p>
        </p:txBody>
      </p:sp>
      <p:sp>
        <p:nvSpPr>
          <p:cNvPr id="96280" name="object 70">
            <a:extLst>
              <a:ext uri="{FF2B5EF4-FFF2-40B4-BE49-F238E27FC236}">
                <a16:creationId xmlns:a16="http://schemas.microsoft.com/office/drawing/2014/main" id="{21A824FF-C4F3-AA6A-EC62-A4A65CE78C45}"/>
              </a:ext>
            </a:extLst>
          </p:cNvPr>
          <p:cNvSpPr>
            <a:spLocks/>
          </p:cNvSpPr>
          <p:nvPr/>
        </p:nvSpPr>
        <p:spPr bwMode="auto">
          <a:xfrm>
            <a:off x="5289550" y="3695700"/>
            <a:ext cx="496888" cy="458788"/>
          </a:xfrm>
          <a:custGeom>
            <a:avLst/>
            <a:gdLst>
              <a:gd name="T0" fmla="*/ 106951 w 496570"/>
              <a:gd name="T1" fmla="*/ 0 h 459104"/>
              <a:gd name="T2" fmla="*/ 0 w 496570"/>
              <a:gd name="T3" fmla="*/ 121406 h 459104"/>
              <a:gd name="T4" fmla="*/ 394978 w 496570"/>
              <a:gd name="T5" fmla="*/ 453113 h 459104"/>
              <a:gd name="T6" fmla="*/ 501933 w 496570"/>
              <a:gd name="T7" fmla="*/ 331706 h 459104"/>
              <a:gd name="T8" fmla="*/ 106951 w 496570"/>
              <a:gd name="T9" fmla="*/ 0 h 459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570" h="459104">
                <a:moveTo>
                  <a:pt x="105727" y="0"/>
                </a:moveTo>
                <a:lnTo>
                  <a:pt x="0" y="122920"/>
                </a:lnTo>
                <a:lnTo>
                  <a:pt x="390453" y="458764"/>
                </a:lnTo>
                <a:lnTo>
                  <a:pt x="496182" y="335843"/>
                </a:lnTo>
                <a:lnTo>
                  <a:pt x="10572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5" name="object 71">
            <a:extLst>
              <a:ext uri="{FF2B5EF4-FFF2-40B4-BE49-F238E27FC236}">
                <a16:creationId xmlns:a16="http://schemas.microsoft.com/office/drawing/2014/main" id="{D38097C3-FDC8-A0AF-623D-ED7480802A01}"/>
              </a:ext>
            </a:extLst>
          </p:cNvPr>
          <p:cNvSpPr txBox="1"/>
          <p:nvPr/>
        </p:nvSpPr>
        <p:spPr>
          <a:xfrm rot="2400000">
            <a:off x="5327650" y="3854450"/>
            <a:ext cx="427038" cy="133350"/>
          </a:xfrm>
          <a:prstGeom prst="rect">
            <a:avLst/>
          </a:prstGeom>
        </p:spPr>
        <p:txBody>
          <a:bodyPr lIns="0" tIns="0" rIns="0" bIns="0">
            <a:spAutoFit/>
          </a:bodyPr>
          <a:lstStyle/>
          <a:p>
            <a:pPr>
              <a:lnSpc>
                <a:spcPts val="1040"/>
              </a:lnSpc>
              <a:defRPr/>
            </a:pPr>
            <a:r>
              <a:rPr sz="1050" dirty="0">
                <a:latin typeface="Lucida Sans"/>
                <a:cs typeface="Lucida Sans"/>
              </a:rPr>
              <a:t>5</a:t>
            </a:r>
            <a:r>
              <a:rPr sz="1050" spc="-20"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10</a:t>
            </a:r>
            <a:endParaRPr sz="1050">
              <a:latin typeface="Lucida Sans"/>
              <a:cs typeface="Lucida Sans"/>
            </a:endParaRPr>
          </a:p>
        </p:txBody>
      </p:sp>
      <p:sp>
        <p:nvSpPr>
          <p:cNvPr id="96282" name="object 72">
            <a:extLst>
              <a:ext uri="{FF2B5EF4-FFF2-40B4-BE49-F238E27FC236}">
                <a16:creationId xmlns:a16="http://schemas.microsoft.com/office/drawing/2014/main" id="{6E542BD6-AF2F-4B7D-0DFF-7E6925EF5F4B}"/>
              </a:ext>
            </a:extLst>
          </p:cNvPr>
          <p:cNvSpPr>
            <a:spLocks/>
          </p:cNvSpPr>
          <p:nvPr/>
        </p:nvSpPr>
        <p:spPr bwMode="auto">
          <a:xfrm>
            <a:off x="3557588" y="3178175"/>
            <a:ext cx="476250" cy="163513"/>
          </a:xfrm>
          <a:custGeom>
            <a:avLst/>
            <a:gdLst>
              <a:gd name="T0" fmla="*/ 0 w 476885"/>
              <a:gd name="T1" fmla="*/ 0 h 162560"/>
              <a:gd name="T2" fmla="*/ 465568 w 476885"/>
              <a:gd name="T3" fmla="*/ 0 h 162560"/>
              <a:gd name="T4" fmla="*/ 465568 w 476885"/>
              <a:gd name="T5" fmla="*/ 180127 h 162560"/>
              <a:gd name="T6" fmla="*/ 0 w 476885"/>
              <a:gd name="T7" fmla="*/ 180127 h 162560"/>
              <a:gd name="T8" fmla="*/ 0 w 4768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6885" h="162560">
                <a:moveTo>
                  <a:pt x="0" y="0"/>
                </a:moveTo>
                <a:lnTo>
                  <a:pt x="476869" y="0"/>
                </a:lnTo>
                <a:lnTo>
                  <a:pt x="476869"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7" name="object 73">
            <a:extLst>
              <a:ext uri="{FF2B5EF4-FFF2-40B4-BE49-F238E27FC236}">
                <a16:creationId xmlns:a16="http://schemas.microsoft.com/office/drawing/2014/main" id="{773AA90E-DCC4-7814-8EB0-22D9A04C170E}"/>
              </a:ext>
            </a:extLst>
          </p:cNvPr>
          <p:cNvSpPr txBox="1"/>
          <p:nvPr/>
        </p:nvSpPr>
        <p:spPr>
          <a:xfrm>
            <a:off x="3624263" y="3146425"/>
            <a:ext cx="344487" cy="187325"/>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9</a:t>
            </a:r>
            <a:endParaRPr sz="1050">
              <a:latin typeface="Lucida Sans"/>
              <a:cs typeface="Lucida Sans"/>
            </a:endParaRPr>
          </a:p>
        </p:txBody>
      </p:sp>
      <p:sp>
        <p:nvSpPr>
          <p:cNvPr id="78" name="object 74">
            <a:extLst>
              <a:ext uri="{FF2B5EF4-FFF2-40B4-BE49-F238E27FC236}">
                <a16:creationId xmlns:a16="http://schemas.microsoft.com/office/drawing/2014/main" id="{232264CD-37BA-7A31-5BE2-AA60FE2666E8}"/>
              </a:ext>
            </a:extLst>
          </p:cNvPr>
          <p:cNvSpPr txBox="1"/>
          <p:nvPr/>
        </p:nvSpPr>
        <p:spPr>
          <a:xfrm>
            <a:off x="3617913" y="4502150"/>
            <a:ext cx="346075" cy="1873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5 / </a:t>
            </a:r>
            <a:r>
              <a:rPr sz="1050" spc="-50" dirty="0">
                <a:solidFill>
                  <a:srgbClr val="0048AA"/>
                </a:solidFill>
                <a:latin typeface="Lucida Sans"/>
                <a:cs typeface="Lucida Sans"/>
              </a:rPr>
              <a:t>8</a:t>
            </a:r>
            <a:endParaRPr sz="1050">
              <a:latin typeface="Lucida Sans"/>
              <a:cs typeface="Lucida Sans"/>
            </a:endParaRPr>
          </a:p>
        </p:txBody>
      </p:sp>
      <p:sp>
        <p:nvSpPr>
          <p:cNvPr id="96285" name="object 75">
            <a:extLst>
              <a:ext uri="{FF2B5EF4-FFF2-40B4-BE49-F238E27FC236}">
                <a16:creationId xmlns:a16="http://schemas.microsoft.com/office/drawing/2014/main" id="{EFFAE1B5-EADE-E1D3-1033-9F04D53EF96E}"/>
              </a:ext>
            </a:extLst>
          </p:cNvPr>
          <p:cNvSpPr>
            <a:spLocks/>
          </p:cNvSpPr>
          <p:nvPr/>
        </p:nvSpPr>
        <p:spPr bwMode="auto">
          <a:xfrm>
            <a:off x="3535363" y="3725863"/>
            <a:ext cx="528637" cy="419100"/>
          </a:xfrm>
          <a:custGeom>
            <a:avLst/>
            <a:gdLst>
              <a:gd name="T0" fmla="*/ 84339 w 529589"/>
              <a:gd name="T1" fmla="*/ 0 h 419100"/>
              <a:gd name="T2" fmla="*/ 0 w 529589"/>
              <a:gd name="T3" fmla="*/ 136744 h 419100"/>
              <a:gd name="T4" fmla="*/ 428309 w 529589"/>
              <a:gd name="T5" fmla="*/ 418589 h 419100"/>
              <a:gd name="T6" fmla="*/ 512647 w 529589"/>
              <a:gd name="T7" fmla="*/ 281844 h 419100"/>
              <a:gd name="T8" fmla="*/ 84339 w 529589"/>
              <a:gd name="T9" fmla="*/ 0 h 419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589" h="419100">
                <a:moveTo>
                  <a:pt x="87115" y="0"/>
                </a:moveTo>
                <a:lnTo>
                  <a:pt x="0" y="136744"/>
                </a:lnTo>
                <a:lnTo>
                  <a:pt x="442407" y="418589"/>
                </a:lnTo>
                <a:lnTo>
                  <a:pt x="529522" y="281844"/>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0" name="object 76">
            <a:extLst>
              <a:ext uri="{FF2B5EF4-FFF2-40B4-BE49-F238E27FC236}">
                <a16:creationId xmlns:a16="http://schemas.microsoft.com/office/drawing/2014/main" id="{B9388179-396F-3CAA-5D11-FCBDA907A7BE}"/>
              </a:ext>
            </a:extLst>
          </p:cNvPr>
          <p:cNvSpPr txBox="1"/>
          <p:nvPr/>
        </p:nvSpPr>
        <p:spPr>
          <a:xfrm rot="1920000">
            <a:off x="3589338" y="3865563"/>
            <a:ext cx="427037" cy="133350"/>
          </a:xfrm>
          <a:prstGeom prst="rect">
            <a:avLst/>
          </a:prstGeom>
        </p:spPr>
        <p:txBody>
          <a:bodyPr lIns="0" tIns="0" rIns="0" bIns="0">
            <a:spAutoFit/>
          </a:bodyPr>
          <a:lstStyle/>
          <a:p>
            <a:pPr>
              <a:lnSpc>
                <a:spcPts val="1045"/>
              </a:lnSpc>
              <a:defRPr/>
            </a:pPr>
            <a:r>
              <a:rPr sz="1050" dirty="0">
                <a:solidFill>
                  <a:srgbClr val="0048AA"/>
                </a:solidFill>
                <a:latin typeface="Lucida Sans"/>
                <a:cs typeface="Lucida Sans"/>
              </a:rPr>
              <a:t>5</a:t>
            </a:r>
            <a:r>
              <a:rPr sz="1050" spc="-15" dirty="0">
                <a:solidFill>
                  <a:srgbClr val="0048AA"/>
                </a:solidFill>
                <a:latin typeface="Lucida Sans"/>
                <a:cs typeface="Lucida Sans"/>
              </a:rPr>
              <a:t> </a:t>
            </a:r>
            <a:r>
              <a:rPr sz="1050" dirty="0">
                <a:solidFill>
                  <a:srgbClr val="0048AA"/>
                </a:solidFill>
                <a:latin typeface="Lucida Sans"/>
                <a:cs typeface="Lucida Sans"/>
              </a:rPr>
              <a:t>/</a:t>
            </a:r>
            <a:r>
              <a:rPr sz="1050" spc="-15" dirty="0">
                <a:solidFill>
                  <a:srgbClr val="0048AA"/>
                </a:solidFill>
                <a:latin typeface="Lucida Sans"/>
                <a:cs typeface="Lucida Sans"/>
              </a:rPr>
              <a:t> </a:t>
            </a:r>
            <a:r>
              <a:rPr sz="1050" spc="-35" dirty="0">
                <a:solidFill>
                  <a:srgbClr val="0048AA"/>
                </a:solidFill>
                <a:latin typeface="Lucida Sans"/>
                <a:cs typeface="Lucida Sans"/>
              </a:rPr>
              <a:t>15</a:t>
            </a:r>
            <a:endParaRPr sz="1050">
              <a:latin typeface="Lucida Sans"/>
              <a:cs typeface="Lucida Sans"/>
            </a:endParaRPr>
          </a:p>
        </p:txBody>
      </p:sp>
      <p:grpSp>
        <p:nvGrpSpPr>
          <p:cNvPr id="96287" name="object 77">
            <a:extLst>
              <a:ext uri="{FF2B5EF4-FFF2-40B4-BE49-F238E27FC236}">
                <a16:creationId xmlns:a16="http://schemas.microsoft.com/office/drawing/2014/main" id="{9EF5B569-50CA-E4ED-7197-453A5FD5F4E9}"/>
              </a:ext>
            </a:extLst>
          </p:cNvPr>
          <p:cNvGrpSpPr>
            <a:grpSpLocks/>
          </p:cNvGrpSpPr>
          <p:nvPr/>
        </p:nvGrpSpPr>
        <p:grpSpPr bwMode="auto">
          <a:xfrm>
            <a:off x="2620963" y="3140075"/>
            <a:ext cx="3216275" cy="2382838"/>
            <a:chOff x="3346642" y="4221119"/>
            <a:chExt cx="3215640" cy="2383155"/>
          </a:xfrm>
        </p:grpSpPr>
        <p:sp>
          <p:nvSpPr>
            <p:cNvPr id="96305" name="object 78">
              <a:extLst>
                <a:ext uri="{FF2B5EF4-FFF2-40B4-BE49-F238E27FC236}">
                  <a16:creationId xmlns:a16="http://schemas.microsoft.com/office/drawing/2014/main" id="{EFF21F7F-CD38-310C-65E9-0402F2F06888}"/>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6306" name="object 79">
              <a:extLst>
                <a:ext uri="{FF2B5EF4-FFF2-40B4-BE49-F238E27FC236}">
                  <a16:creationId xmlns:a16="http://schemas.microsoft.com/office/drawing/2014/main" id="{DD275804-1005-B723-41ED-B07DFAFF1974}"/>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07" name="object 80">
              <a:extLst>
                <a:ext uri="{FF2B5EF4-FFF2-40B4-BE49-F238E27FC236}">
                  <a16:creationId xmlns:a16="http://schemas.microsoft.com/office/drawing/2014/main" id="{ED713877-F08D-BA7F-D345-E2FB11EACC40}"/>
                </a:ext>
              </a:extLst>
            </p:cNvPr>
            <p:cNvSpPr>
              <a:spLocks/>
            </p:cNvSpPr>
            <p:nvPr/>
          </p:nvSpPr>
          <p:spPr bwMode="auto">
            <a:xfrm>
              <a:off x="6002439" y="6086831"/>
              <a:ext cx="559435" cy="517525"/>
            </a:xfrm>
            <a:custGeom>
              <a:avLst/>
              <a:gdLst>
                <a:gd name="T0" fmla="*/ 452800 w 559434"/>
                <a:gd name="T1" fmla="*/ 0 h 517525"/>
                <a:gd name="T2" fmla="*/ 0 w 559434"/>
                <a:gd name="T3" fmla="*/ 394987 h 517525"/>
                <a:gd name="T4" fmla="*/ 106583 w 559434"/>
                <a:gd name="T5" fmla="*/ 517167 h 517525"/>
                <a:gd name="T6" fmla="*/ 559384 w 559434"/>
                <a:gd name="T7" fmla="*/ 122179 h 517525"/>
                <a:gd name="T8" fmla="*/ 452800 w 559434"/>
                <a:gd name="T9" fmla="*/ 0 h 517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9434" h="517525">
                  <a:moveTo>
                    <a:pt x="452782" y="0"/>
                  </a:moveTo>
                  <a:lnTo>
                    <a:pt x="0" y="394987"/>
                  </a:lnTo>
                  <a:lnTo>
                    <a:pt x="106583" y="517167"/>
                  </a:lnTo>
                  <a:lnTo>
                    <a:pt x="559366" y="122179"/>
                  </a:lnTo>
                  <a:lnTo>
                    <a:pt x="4527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85" name="object 81">
            <a:extLst>
              <a:ext uri="{FF2B5EF4-FFF2-40B4-BE49-F238E27FC236}">
                <a16:creationId xmlns:a16="http://schemas.microsoft.com/office/drawing/2014/main" id="{78AD1FDF-8A64-07CA-6821-D661AAA80E5C}"/>
              </a:ext>
            </a:extLst>
          </p:cNvPr>
          <p:cNvSpPr txBox="1"/>
          <p:nvPr/>
        </p:nvSpPr>
        <p:spPr>
          <a:xfrm rot="19140000">
            <a:off x="5299075" y="5192713"/>
            <a:ext cx="508000"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5" dirty="0">
                <a:latin typeface="Lucida Sans"/>
                <a:cs typeface="Lucida Sans"/>
              </a:rPr>
              <a:t> </a:t>
            </a:r>
            <a:r>
              <a:rPr sz="1050" dirty="0">
                <a:latin typeface="Lucida Sans"/>
                <a:cs typeface="Lucida Sans"/>
              </a:rPr>
              <a:t>/</a:t>
            </a:r>
            <a:r>
              <a:rPr sz="1050" spc="-5" dirty="0">
                <a:latin typeface="Lucida Sans"/>
                <a:cs typeface="Lucida Sans"/>
              </a:rPr>
              <a:t> </a:t>
            </a:r>
            <a:r>
              <a:rPr sz="1050" spc="-35" dirty="0">
                <a:latin typeface="Lucida Sans"/>
                <a:cs typeface="Lucida Sans"/>
              </a:rPr>
              <a:t>10</a:t>
            </a:r>
            <a:endParaRPr sz="1050">
              <a:latin typeface="Lucida Sans"/>
              <a:cs typeface="Lucida Sans"/>
            </a:endParaRPr>
          </a:p>
        </p:txBody>
      </p:sp>
      <p:sp>
        <p:nvSpPr>
          <p:cNvPr id="96289" name="object 82">
            <a:extLst>
              <a:ext uri="{FF2B5EF4-FFF2-40B4-BE49-F238E27FC236}">
                <a16:creationId xmlns:a16="http://schemas.microsoft.com/office/drawing/2014/main" id="{704E9F90-50D0-EE95-B5D6-8DC8C317F3F3}"/>
              </a:ext>
            </a:extLst>
          </p:cNvPr>
          <p:cNvSpPr>
            <a:spLocks/>
          </p:cNvSpPr>
          <p:nvPr/>
        </p:nvSpPr>
        <p:spPr bwMode="auto">
          <a:xfrm>
            <a:off x="1673225" y="5016500"/>
            <a:ext cx="585788" cy="546100"/>
          </a:xfrm>
          <a:custGeom>
            <a:avLst/>
            <a:gdLst>
              <a:gd name="T0" fmla="*/ 108919 w 585469"/>
              <a:gd name="T1" fmla="*/ 0 h 546734"/>
              <a:gd name="T2" fmla="*/ 0 w 585469"/>
              <a:gd name="T3" fmla="*/ 118554 h 546734"/>
              <a:gd name="T4" fmla="*/ 481806 w 585469"/>
              <a:gd name="T5" fmla="*/ 534854 h 546734"/>
              <a:gd name="T6" fmla="*/ 590727 w 585469"/>
              <a:gd name="T7" fmla="*/ 416299 h 546734"/>
              <a:gd name="T8" fmla="*/ 108919 w 585469"/>
              <a:gd name="T9" fmla="*/ 0 h 546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469" h="546734">
                <a:moveTo>
                  <a:pt x="107857" y="0"/>
                </a:moveTo>
                <a:lnTo>
                  <a:pt x="0" y="121056"/>
                </a:lnTo>
                <a:lnTo>
                  <a:pt x="477105" y="546142"/>
                </a:lnTo>
                <a:lnTo>
                  <a:pt x="584963" y="425085"/>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7" name="object 83">
            <a:extLst>
              <a:ext uri="{FF2B5EF4-FFF2-40B4-BE49-F238E27FC236}">
                <a16:creationId xmlns:a16="http://schemas.microsoft.com/office/drawing/2014/main" id="{E6BF5D71-AFED-41CE-D3E6-D2D715DF3246}"/>
              </a:ext>
            </a:extLst>
          </p:cNvPr>
          <p:cNvSpPr txBox="1"/>
          <p:nvPr/>
        </p:nvSpPr>
        <p:spPr>
          <a:xfrm rot="2460000">
            <a:off x="1714500" y="5219700"/>
            <a:ext cx="509588" cy="133350"/>
          </a:xfrm>
          <a:prstGeom prst="rect">
            <a:avLst/>
          </a:prstGeom>
        </p:spPr>
        <p:txBody>
          <a:bodyPr lIns="0" tIns="0" rIns="0" bIns="0">
            <a:spAutoFit/>
          </a:bodyPr>
          <a:lstStyle/>
          <a:p>
            <a:pPr>
              <a:lnSpc>
                <a:spcPts val="1045"/>
              </a:lnSpc>
              <a:defRPr/>
            </a:pPr>
            <a:r>
              <a:rPr sz="1575" baseline="2645" dirty="0">
                <a:latin typeface="Lucida Sans"/>
                <a:cs typeface="Lucida Sans"/>
              </a:rPr>
              <a:t>10</a:t>
            </a:r>
            <a:r>
              <a:rPr sz="1575" spc="-44" baseline="2645"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15</a:t>
            </a:r>
            <a:endParaRPr sz="1050">
              <a:latin typeface="Lucida Sans"/>
              <a:cs typeface="Lucida Sans"/>
            </a:endParaRPr>
          </a:p>
        </p:txBody>
      </p:sp>
      <p:sp>
        <p:nvSpPr>
          <p:cNvPr id="96291" name="object 84">
            <a:extLst>
              <a:ext uri="{FF2B5EF4-FFF2-40B4-BE49-F238E27FC236}">
                <a16:creationId xmlns:a16="http://schemas.microsoft.com/office/drawing/2014/main" id="{E0E4BC90-6F39-2CA6-8405-EC0F2B34F65A}"/>
              </a:ext>
            </a:extLst>
          </p:cNvPr>
          <p:cNvSpPr>
            <a:spLocks/>
          </p:cNvSpPr>
          <p:nvPr/>
        </p:nvSpPr>
        <p:spPr bwMode="auto">
          <a:xfrm>
            <a:off x="3433763" y="5853113"/>
            <a:ext cx="658812" cy="238125"/>
          </a:xfrm>
          <a:custGeom>
            <a:avLst/>
            <a:gdLst>
              <a:gd name="T0" fmla="*/ 0 w 658495"/>
              <a:gd name="T1" fmla="*/ 0 h 238759"/>
              <a:gd name="T2" fmla="*/ 663804 w 658495"/>
              <a:gd name="T3" fmla="*/ 0 h 238759"/>
              <a:gd name="T4" fmla="*/ 663804 w 658495"/>
              <a:gd name="T5" fmla="*/ 227293 h 238759"/>
              <a:gd name="T6" fmla="*/ 0 w 658495"/>
              <a:gd name="T7" fmla="*/ 227293 h 238759"/>
              <a:gd name="T8" fmla="*/ 0 w 658495"/>
              <a:gd name="T9" fmla="*/ 0 h 23875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8495" h="238759">
                <a:moveTo>
                  <a:pt x="0" y="0"/>
                </a:moveTo>
                <a:lnTo>
                  <a:pt x="658079" y="0"/>
                </a:lnTo>
                <a:lnTo>
                  <a:pt x="658079" y="238435"/>
                </a:lnTo>
                <a:lnTo>
                  <a:pt x="0" y="2384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9" name="object 86">
            <a:extLst>
              <a:ext uri="{FF2B5EF4-FFF2-40B4-BE49-F238E27FC236}">
                <a16:creationId xmlns:a16="http://schemas.microsoft.com/office/drawing/2014/main" id="{D6C2F8AE-F2C9-38D5-6FC1-D2A9767E6CE1}"/>
              </a:ext>
            </a:extLst>
          </p:cNvPr>
          <p:cNvSpPr txBox="1"/>
          <p:nvPr/>
        </p:nvSpPr>
        <p:spPr>
          <a:xfrm>
            <a:off x="2828925" y="2389188"/>
            <a:ext cx="349250" cy="207962"/>
          </a:xfrm>
          <a:prstGeom prst="rect">
            <a:avLst/>
          </a:prstGeom>
        </p:spPr>
        <p:txBody>
          <a:bodyPr lIns="0" tIns="12700" rIns="0" bIns="0">
            <a:spAutoFit/>
          </a:bodyPr>
          <a:lstStyle/>
          <a:p>
            <a:pPr marL="12700">
              <a:spcBef>
                <a:spcPts val="100"/>
              </a:spcBef>
              <a:defRPr/>
            </a:pPr>
            <a:r>
              <a:rPr sz="1200" spc="-20" dirty="0">
                <a:solidFill>
                  <a:srgbClr val="8D3124"/>
                </a:solidFill>
                <a:latin typeface="Lucida Sans"/>
                <a:cs typeface="Lucida Sans"/>
              </a:rPr>
              <a:t>flow</a:t>
            </a:r>
            <a:endParaRPr sz="1200">
              <a:latin typeface="Lucida Sans"/>
              <a:cs typeface="Lucida Sans"/>
            </a:endParaRPr>
          </a:p>
        </p:txBody>
      </p:sp>
      <p:grpSp>
        <p:nvGrpSpPr>
          <p:cNvPr id="96293" name="object 87">
            <a:extLst>
              <a:ext uri="{FF2B5EF4-FFF2-40B4-BE49-F238E27FC236}">
                <a16:creationId xmlns:a16="http://schemas.microsoft.com/office/drawing/2014/main" id="{1520BB51-4557-D662-8A5F-9CFBC1C265EB}"/>
              </a:ext>
            </a:extLst>
          </p:cNvPr>
          <p:cNvGrpSpPr>
            <a:grpSpLocks/>
          </p:cNvGrpSpPr>
          <p:nvPr/>
        </p:nvGrpSpPr>
        <p:grpSpPr bwMode="auto">
          <a:xfrm>
            <a:off x="3094038" y="2614613"/>
            <a:ext cx="573087" cy="1093787"/>
            <a:chOff x="3819523" y="3696474"/>
            <a:chExt cx="572770" cy="1092835"/>
          </a:xfrm>
        </p:grpSpPr>
        <p:sp>
          <p:nvSpPr>
            <p:cNvPr id="96303" name="object 88">
              <a:extLst>
                <a:ext uri="{FF2B5EF4-FFF2-40B4-BE49-F238E27FC236}">
                  <a16:creationId xmlns:a16="http://schemas.microsoft.com/office/drawing/2014/main" id="{4A86E438-B276-5A0B-2AE8-7C3BB795FEA1}"/>
                </a:ext>
              </a:extLst>
            </p:cNvPr>
            <p:cNvSpPr>
              <a:spLocks/>
            </p:cNvSpPr>
            <p:nvPr/>
          </p:nvSpPr>
          <p:spPr bwMode="auto">
            <a:xfrm>
              <a:off x="3829365" y="3706316"/>
              <a:ext cx="535305" cy="1030605"/>
            </a:xfrm>
            <a:custGeom>
              <a:avLst/>
              <a:gdLst>
                <a:gd name="T0" fmla="*/ 535118 w 535304"/>
                <a:gd name="T1" fmla="*/ 1030365 h 1030604"/>
                <a:gd name="T2" fmla="*/ 530722 w 535304"/>
                <a:gd name="T3" fmla="*/ 1021902 h 1030604"/>
                <a:gd name="T4" fmla="*/ 0 w 535304"/>
                <a:gd name="T5" fmla="*/ 0 h 1030604"/>
                <a:gd name="T6" fmla="*/ 0 60000 65536"/>
                <a:gd name="T7" fmla="*/ 0 60000 65536"/>
                <a:gd name="T8" fmla="*/ 0 60000 65536"/>
              </a:gdLst>
              <a:ahLst/>
              <a:cxnLst>
                <a:cxn ang="T6">
                  <a:pos x="T0" y="T1"/>
                </a:cxn>
                <a:cxn ang="T7">
                  <a:pos x="T2" y="T3"/>
                </a:cxn>
                <a:cxn ang="T8">
                  <a:pos x="T4" y="T5"/>
                </a:cxn>
              </a:cxnLst>
              <a:rect l="0" t="0" r="r" b="b"/>
              <a:pathLst>
                <a:path w="535304" h="1030604">
                  <a:moveTo>
                    <a:pt x="535100" y="1030347"/>
                  </a:moveTo>
                  <a:lnTo>
                    <a:pt x="530704" y="1021884"/>
                  </a:lnTo>
                  <a:lnTo>
                    <a:pt x="0"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6304" name="object 89">
              <a:extLst>
                <a:ext uri="{FF2B5EF4-FFF2-40B4-BE49-F238E27FC236}">
                  <a16:creationId xmlns:a16="http://schemas.microsoft.com/office/drawing/2014/main" id="{1935C8A7-D893-9117-E765-2238E7224246}"/>
                </a:ext>
              </a:extLst>
            </p:cNvPr>
            <p:cNvSpPr>
              <a:spLocks/>
            </p:cNvSpPr>
            <p:nvPr/>
          </p:nvSpPr>
          <p:spPr bwMode="auto">
            <a:xfrm>
              <a:off x="4308892" y="4686787"/>
              <a:ext cx="83185" cy="102870"/>
            </a:xfrm>
            <a:custGeom>
              <a:avLst/>
              <a:gdLst>
                <a:gd name="T0" fmla="*/ 81255 w 83185"/>
                <a:gd name="T1" fmla="*/ 0 h 102870"/>
                <a:gd name="T2" fmla="*/ 51177 w 83185"/>
                <a:gd name="T3" fmla="*/ 41412 h 102870"/>
                <a:gd name="T4" fmla="*/ 0 w 83185"/>
                <a:gd name="T5" fmla="*/ 42197 h 102870"/>
                <a:gd name="T6" fmla="*/ 82825 w 83185"/>
                <a:gd name="T7" fmla="*/ 102354 h 102870"/>
                <a:gd name="T8" fmla="*/ 81255 w 83185"/>
                <a:gd name="T9" fmla="*/ 0 h 1028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185" h="102870">
                  <a:moveTo>
                    <a:pt x="81255" y="0"/>
                  </a:moveTo>
                  <a:lnTo>
                    <a:pt x="51177" y="41412"/>
                  </a:lnTo>
                  <a:lnTo>
                    <a:pt x="0" y="42197"/>
                  </a:lnTo>
                  <a:lnTo>
                    <a:pt x="82825" y="102354"/>
                  </a:lnTo>
                  <a:lnTo>
                    <a:pt x="81255" y="0"/>
                  </a:lnTo>
                  <a:close/>
                </a:path>
              </a:pathLst>
            </a:custGeom>
            <a:solidFill>
              <a:srgbClr val="8D3124"/>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3" name="object 90">
            <a:extLst>
              <a:ext uri="{FF2B5EF4-FFF2-40B4-BE49-F238E27FC236}">
                <a16:creationId xmlns:a16="http://schemas.microsoft.com/office/drawing/2014/main" id="{E8804938-5742-96F2-ADE0-4B55F0267313}"/>
              </a:ext>
            </a:extLst>
          </p:cNvPr>
          <p:cNvSpPr txBox="1"/>
          <p:nvPr/>
        </p:nvSpPr>
        <p:spPr>
          <a:xfrm>
            <a:off x="4016375" y="2370138"/>
            <a:ext cx="636588" cy="207962"/>
          </a:xfrm>
          <a:prstGeom prst="rect">
            <a:avLst/>
          </a:prstGeom>
        </p:spPr>
        <p:txBody>
          <a:bodyPr lIns="0" tIns="12700" rIns="0" bIns="0">
            <a:spAutoFit/>
          </a:bodyPr>
          <a:lstStyle/>
          <a:p>
            <a:pPr marL="12700">
              <a:spcBef>
                <a:spcPts val="100"/>
              </a:spcBef>
              <a:defRPr/>
            </a:pPr>
            <a:r>
              <a:rPr sz="1200" spc="-10" dirty="0">
                <a:solidFill>
                  <a:srgbClr val="8D3124"/>
                </a:solidFill>
                <a:latin typeface="Lucida Sans"/>
                <a:cs typeface="Lucida Sans"/>
              </a:rPr>
              <a:t>capacity</a:t>
            </a:r>
            <a:endParaRPr sz="1200">
              <a:latin typeface="Lucida Sans"/>
              <a:cs typeface="Lucida Sans"/>
            </a:endParaRPr>
          </a:p>
        </p:txBody>
      </p:sp>
      <p:grpSp>
        <p:nvGrpSpPr>
          <p:cNvPr id="96295" name="object 91">
            <a:extLst>
              <a:ext uri="{FF2B5EF4-FFF2-40B4-BE49-F238E27FC236}">
                <a16:creationId xmlns:a16="http://schemas.microsoft.com/office/drawing/2014/main" id="{009A4233-E987-C6A8-0481-8234B0EAEDF3}"/>
              </a:ext>
            </a:extLst>
          </p:cNvPr>
          <p:cNvGrpSpPr>
            <a:grpSpLocks/>
          </p:cNvGrpSpPr>
          <p:nvPr/>
        </p:nvGrpSpPr>
        <p:grpSpPr bwMode="auto">
          <a:xfrm>
            <a:off x="3922713" y="2614613"/>
            <a:ext cx="1136650" cy="1417637"/>
            <a:chOff x="4648240" y="3695168"/>
            <a:chExt cx="1136015" cy="1418590"/>
          </a:xfrm>
        </p:grpSpPr>
        <p:sp>
          <p:nvSpPr>
            <p:cNvPr id="96300" name="object 92">
              <a:extLst>
                <a:ext uri="{FF2B5EF4-FFF2-40B4-BE49-F238E27FC236}">
                  <a16:creationId xmlns:a16="http://schemas.microsoft.com/office/drawing/2014/main" id="{DB00DC78-5880-5599-8270-29EA45E3AF90}"/>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6301" name="object 93">
              <a:extLst>
                <a:ext uri="{FF2B5EF4-FFF2-40B4-BE49-F238E27FC236}">
                  <a16:creationId xmlns:a16="http://schemas.microsoft.com/office/drawing/2014/main" id="{F6711D25-04FF-9ECF-CD4E-E9886F0AB1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302" name="object 94">
              <a:extLst>
                <a:ext uri="{FF2B5EF4-FFF2-40B4-BE49-F238E27FC236}">
                  <a16:creationId xmlns:a16="http://schemas.microsoft.com/office/drawing/2014/main" id="{C02C4E67-B1B1-BCD4-0C93-19E20829759B}"/>
                </a:ext>
              </a:extLst>
            </p:cNvPr>
            <p:cNvSpPr>
              <a:spLocks/>
            </p:cNvSpPr>
            <p:nvPr/>
          </p:nvSpPr>
          <p:spPr bwMode="auto">
            <a:xfrm>
              <a:off x="5259621" y="4827291"/>
              <a:ext cx="525145" cy="286385"/>
            </a:xfrm>
            <a:custGeom>
              <a:avLst/>
              <a:gdLst>
                <a:gd name="T0" fmla="*/ 0 w 525145"/>
                <a:gd name="T1" fmla="*/ 0 h 286385"/>
                <a:gd name="T2" fmla="*/ 524556 w 525145"/>
                <a:gd name="T3" fmla="*/ 0 h 286385"/>
                <a:gd name="T4" fmla="*/ 524556 w 525145"/>
                <a:gd name="T5" fmla="*/ 286122 h 286385"/>
                <a:gd name="T6" fmla="*/ 0 w 525145"/>
                <a:gd name="T7" fmla="*/ 286122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98" name="object 95">
            <a:extLst>
              <a:ext uri="{FF2B5EF4-FFF2-40B4-BE49-F238E27FC236}">
                <a16:creationId xmlns:a16="http://schemas.microsoft.com/office/drawing/2014/main" id="{35CFA877-8C43-4021-C304-55FE298927DC}"/>
              </a:ext>
            </a:extLst>
          </p:cNvPr>
          <p:cNvSpPr txBox="1"/>
          <p:nvPr/>
        </p:nvSpPr>
        <p:spPr>
          <a:xfrm>
            <a:off x="4581525" y="3781425"/>
            <a:ext cx="430213" cy="185738"/>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0 / </a:t>
            </a:r>
            <a:r>
              <a:rPr sz="1050" spc="-25" dirty="0">
                <a:solidFill>
                  <a:srgbClr val="0048AA"/>
                </a:solidFill>
                <a:latin typeface="Lucida Sans"/>
                <a:cs typeface="Lucida Sans"/>
              </a:rPr>
              <a:t>15</a:t>
            </a:r>
            <a:endParaRPr sz="1050">
              <a:latin typeface="Lucida Sans"/>
              <a:cs typeface="Lucida Sans"/>
            </a:endParaRPr>
          </a:p>
        </p:txBody>
      </p:sp>
      <p:sp>
        <p:nvSpPr>
          <p:cNvPr id="99" name="object 96">
            <a:extLst>
              <a:ext uri="{FF2B5EF4-FFF2-40B4-BE49-F238E27FC236}">
                <a16:creationId xmlns:a16="http://schemas.microsoft.com/office/drawing/2014/main" id="{1DCF59B1-1860-8CC3-3150-28EA9ED754F6}"/>
              </a:ext>
            </a:extLst>
          </p:cNvPr>
          <p:cNvSpPr txBox="1"/>
          <p:nvPr/>
        </p:nvSpPr>
        <p:spPr>
          <a:xfrm>
            <a:off x="3505200" y="5876925"/>
            <a:ext cx="514350" cy="184150"/>
          </a:xfrm>
          <a:prstGeom prst="rect">
            <a:avLst/>
          </a:prstGeom>
        </p:spPr>
        <p:txBody>
          <a:bodyPr lIns="0" tIns="4445" rIns="0" bIns="0">
            <a:spAutoFit/>
          </a:bodyPr>
          <a:lstStyle/>
          <a:p>
            <a:pPr marL="12700">
              <a:spcBef>
                <a:spcPts val="35"/>
              </a:spcBef>
              <a:defRPr/>
            </a:pPr>
            <a:r>
              <a:rPr sz="1050" dirty="0">
                <a:latin typeface="Lucida Sans"/>
                <a:cs typeface="Lucida Sans"/>
              </a:rPr>
              <a:t>10 / </a:t>
            </a:r>
            <a:r>
              <a:rPr sz="1050" spc="-25" dirty="0">
                <a:latin typeface="Lucida Sans"/>
                <a:cs typeface="Lucida Sans"/>
              </a:rPr>
              <a:t>16</a:t>
            </a:r>
            <a:endParaRPr sz="1050">
              <a:latin typeface="Lucida Sans"/>
              <a:cs typeface="Lucida Sans"/>
            </a:endParaRPr>
          </a:p>
        </p:txBody>
      </p:sp>
      <p:sp>
        <p:nvSpPr>
          <p:cNvPr id="96298" name="文本框 99">
            <a:extLst>
              <a:ext uri="{FF2B5EF4-FFF2-40B4-BE49-F238E27FC236}">
                <a16:creationId xmlns:a16="http://schemas.microsoft.com/office/drawing/2014/main" id="{6E6C5EF8-B8FF-C323-E1BE-B7DB47FC4D1E}"/>
              </a:ext>
            </a:extLst>
          </p:cNvPr>
          <p:cNvSpPr txBox="1">
            <a:spLocks noChangeArrowheads="1"/>
          </p:cNvSpPr>
          <p:nvPr/>
        </p:nvSpPr>
        <p:spPr bwMode="auto">
          <a:xfrm>
            <a:off x="4614863" y="4419600"/>
            <a:ext cx="2873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en-US" altLang="zh-CN" sz="1600">
                <a:solidFill>
                  <a:schemeClr val="bg1"/>
                </a:solidFill>
              </a:rPr>
              <a:t>v</a:t>
            </a:r>
            <a:endParaRPr lang="zh-CN" altLang="en-US" sz="1600">
              <a:solidFill>
                <a:schemeClr val="bg1"/>
              </a:solidFill>
            </a:endParaRPr>
          </a:p>
        </p:txBody>
      </p:sp>
      <p:sp>
        <p:nvSpPr>
          <p:cNvPr id="96299" name="object 85">
            <a:extLst>
              <a:ext uri="{FF2B5EF4-FFF2-40B4-BE49-F238E27FC236}">
                <a16:creationId xmlns:a16="http://schemas.microsoft.com/office/drawing/2014/main" id="{6096C849-42FE-2112-AA9D-42F50C9759B1}"/>
              </a:ext>
            </a:extLst>
          </p:cNvPr>
          <p:cNvSpPr txBox="1">
            <a:spLocks noChangeArrowheads="1"/>
          </p:cNvSpPr>
          <p:nvPr/>
        </p:nvSpPr>
        <p:spPr bwMode="auto">
          <a:xfrm>
            <a:off x="5503863" y="5264150"/>
            <a:ext cx="3468687"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06045" rIns="0" bIns="0">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r">
              <a:spcBef>
                <a:spcPts val="838"/>
              </a:spcBef>
            </a:pPr>
            <a:r>
              <a:rPr lang="zh-CN" altLang="zh-CN" sz="1800">
                <a:solidFill>
                  <a:srgbClr val="8D3124"/>
                </a:solidFill>
                <a:latin typeface="Lucida Sans" panose="020B0602030504020204" pitchFamily="34" charset="0"/>
              </a:rPr>
              <a:t>inflow at v = 5 + 5 + 0 = 10</a:t>
            </a:r>
            <a:endParaRPr lang="zh-CN" altLang="zh-CN" sz="1800">
              <a:latin typeface="Lucida Sans" panose="020B0602030504020204" pitchFamily="34" charset="0"/>
            </a:endParaRPr>
          </a:p>
          <a:p>
            <a:pPr algn="r">
              <a:spcBef>
                <a:spcPts val="738"/>
              </a:spcBef>
            </a:pPr>
            <a:r>
              <a:rPr lang="zh-CN" altLang="zh-CN" sz="1800">
                <a:solidFill>
                  <a:srgbClr val="8D3124"/>
                </a:solidFill>
                <a:latin typeface="Lucida Sans" panose="020B0602030504020204" pitchFamily="34" charset="0"/>
              </a:rPr>
              <a:t>outflow at v = 10 + 0	= 10</a:t>
            </a:r>
            <a:endParaRPr lang="zh-CN" altLang="zh-CN" sz="1800">
              <a:latin typeface="Lucida Sans" panose="020B0602030504020204" pitchFamily="34" charset="0"/>
            </a:endParaRPr>
          </a:p>
        </p:txBody>
      </p:sp>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a:extLst>
              <a:ext uri="{FF2B5EF4-FFF2-40B4-BE49-F238E27FC236}">
                <a16:creationId xmlns:a16="http://schemas.microsoft.com/office/drawing/2014/main" id="{54D826B4-5434-B5CD-E124-0F252DF011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F2663B90-3A6E-4438-883B-5D3F6F12039A}" type="slidenum">
              <a:rPr lang="zh-CN" altLang="en-US" sz="1200">
                <a:solidFill>
                  <a:schemeClr val="tx1"/>
                </a:solidFill>
                <a:latin typeface="Garamond" panose="02020404030301010803" pitchFamily="18" charset="0"/>
                <a:ea typeface="宋体" panose="02010600030101010101" pitchFamily="2" charset="-122"/>
              </a:rPr>
              <a:pPr/>
              <a:t>62</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86019" name="Rectangle 2">
            <a:extLst>
              <a:ext uri="{FF2B5EF4-FFF2-40B4-BE49-F238E27FC236}">
                <a16:creationId xmlns:a16="http://schemas.microsoft.com/office/drawing/2014/main" id="{0A5F3E7B-80CA-0E74-E19F-1E83ECE63351}"/>
              </a:ext>
            </a:extLst>
          </p:cNvPr>
          <p:cNvSpPr>
            <a:spLocks noGrp="1" noChangeArrowheads="1"/>
          </p:cNvSpPr>
          <p:nvPr>
            <p:ph type="body" idx="1"/>
          </p:nvPr>
        </p:nvSpPr>
        <p:spPr>
          <a:xfrm>
            <a:off x="301625" y="404813"/>
            <a:ext cx="8540750" cy="6264275"/>
          </a:xfrm>
        </p:spPr>
        <p:txBody>
          <a:bodyPr/>
          <a:lstStyle/>
          <a:p>
            <a:pPr marL="0" indent="0">
              <a:lnSpc>
                <a:spcPct val="130000"/>
              </a:lnSpc>
              <a:buFont typeface="Wingdings" panose="05000000000000000000" pitchFamily="2" charset="2"/>
              <a:buNone/>
              <a:defRPr/>
            </a:pPr>
            <a:r>
              <a:rPr lang="zh-CN" altLang="en-US" sz="1600" b="1">
                <a:solidFill>
                  <a:schemeClr val="hlink"/>
                </a:solidFill>
              </a:rPr>
              <a:t>（</a:t>
            </a:r>
            <a:r>
              <a:rPr lang="en-US" altLang="zh-CN" sz="1600" b="1">
                <a:solidFill>
                  <a:schemeClr val="hlink"/>
                </a:solidFill>
              </a:rPr>
              <a:t>3</a:t>
            </a:r>
            <a:r>
              <a:rPr lang="zh-CN" altLang="en-US" sz="1600" b="1">
                <a:solidFill>
                  <a:schemeClr val="hlink"/>
                </a:solidFill>
              </a:rPr>
              <a:t>） 可行流</a:t>
            </a:r>
            <a:endParaRPr lang="zh-CN" altLang="en-US" sz="1600">
              <a:solidFill>
                <a:schemeClr val="hlink"/>
              </a:solidFill>
            </a:endParaRPr>
          </a:p>
          <a:p>
            <a:pPr marL="0" indent="0">
              <a:lnSpc>
                <a:spcPct val="130000"/>
              </a:lnSpc>
              <a:buFont typeface="Wingdings" panose="05000000000000000000" pitchFamily="2" charset="2"/>
              <a:buNone/>
              <a:defRPr/>
            </a:pPr>
            <a:r>
              <a:rPr lang="zh-CN" altLang="en-US" sz="1600"/>
              <a:t>满足下述条件的流</a:t>
            </a:r>
            <a:r>
              <a:rPr lang="en-US" altLang="zh-CN" sz="1600"/>
              <a:t>flow</a:t>
            </a:r>
            <a:r>
              <a:rPr lang="zh-CN" altLang="en-US" sz="1600"/>
              <a:t>称为</a:t>
            </a:r>
            <a:r>
              <a:rPr lang="zh-CN" altLang="en-US" sz="1600" b="1">
                <a:solidFill>
                  <a:schemeClr val="hlink"/>
                </a:solidFill>
              </a:rPr>
              <a:t>可行流</a:t>
            </a:r>
            <a:r>
              <a:rPr lang="zh-CN" altLang="en-US" sz="1600"/>
              <a:t>：</a:t>
            </a:r>
            <a:endParaRPr lang="zh-CN" altLang="en-US" sz="1600" b="1"/>
          </a:p>
          <a:p>
            <a:pPr marL="0" indent="0">
              <a:lnSpc>
                <a:spcPct val="130000"/>
              </a:lnSpc>
              <a:buFont typeface="Wingdings" panose="05000000000000000000" pitchFamily="2" charset="2"/>
              <a:buNone/>
              <a:defRPr/>
            </a:pPr>
            <a:r>
              <a:rPr lang="en-US" altLang="zh-CN" sz="1600" b="1">
                <a:solidFill>
                  <a:schemeClr val="hlink"/>
                </a:solidFill>
              </a:rPr>
              <a:t>(3.1)</a:t>
            </a:r>
            <a:r>
              <a:rPr lang="zh-CN" altLang="en-US" sz="1600" b="1">
                <a:solidFill>
                  <a:schemeClr val="hlink"/>
                </a:solidFill>
              </a:rPr>
              <a:t>容量约束：</a:t>
            </a:r>
            <a:r>
              <a:rPr lang="zh-CN" altLang="en-US" sz="1600"/>
              <a:t>对每一条边</a:t>
            </a:r>
            <a:r>
              <a:rPr lang="en-US" altLang="zh-CN" sz="1600"/>
              <a:t>(v,w)∈E</a:t>
            </a:r>
            <a:r>
              <a:rPr lang="zh-CN" altLang="en-US" sz="1600"/>
              <a:t>，</a:t>
            </a:r>
            <a:r>
              <a:rPr lang="en-US" altLang="zh-CN" sz="1600"/>
              <a:t>0≤flow(v,w)≤cap(v,w)</a:t>
            </a:r>
            <a:r>
              <a:rPr lang="zh-CN" altLang="en-US" sz="1600"/>
              <a:t>。</a:t>
            </a:r>
            <a:endParaRPr lang="zh-CN" altLang="en-US" sz="1600" b="1"/>
          </a:p>
          <a:p>
            <a:pPr marL="0" indent="0">
              <a:lnSpc>
                <a:spcPct val="130000"/>
              </a:lnSpc>
              <a:buFont typeface="Wingdings" panose="05000000000000000000" pitchFamily="2" charset="2"/>
              <a:buNone/>
              <a:defRPr/>
            </a:pPr>
            <a:r>
              <a:rPr lang="en-US" altLang="zh-CN" sz="1600" b="1">
                <a:solidFill>
                  <a:schemeClr val="hlink"/>
                </a:solidFill>
              </a:rPr>
              <a:t>(3.2)</a:t>
            </a:r>
            <a:r>
              <a:rPr lang="zh-CN" altLang="en-US" sz="1600" b="1">
                <a:solidFill>
                  <a:schemeClr val="hlink"/>
                </a:solidFill>
              </a:rPr>
              <a:t>平衡约束：</a:t>
            </a:r>
          </a:p>
          <a:p>
            <a:pPr marL="0" indent="0">
              <a:lnSpc>
                <a:spcPct val="130000"/>
              </a:lnSpc>
              <a:buFont typeface="Wingdings" panose="05000000000000000000" pitchFamily="2" charset="2"/>
              <a:buNone/>
              <a:defRPr/>
            </a:pPr>
            <a:r>
              <a:rPr lang="zh-CN" altLang="en-US" sz="1600">
                <a:solidFill>
                  <a:srgbClr val="FF0000"/>
                </a:solidFill>
              </a:rPr>
              <a:t>对于中间顶点：</a:t>
            </a:r>
            <a:endParaRPr lang="en-US" altLang="zh-CN" sz="1600">
              <a:solidFill>
                <a:srgbClr val="FF0000"/>
              </a:solidFill>
            </a:endParaRPr>
          </a:p>
        </p:txBody>
      </p:sp>
      <p:graphicFrame>
        <p:nvGraphicFramePr>
          <p:cNvPr id="97284" name="Object 3">
            <a:extLst>
              <a:ext uri="{FF2B5EF4-FFF2-40B4-BE49-F238E27FC236}">
                <a16:creationId xmlns:a16="http://schemas.microsoft.com/office/drawing/2014/main" id="{96FEC5BC-11DC-52CA-869F-B567469E99DD}"/>
              </a:ext>
            </a:extLst>
          </p:cNvPr>
          <p:cNvGraphicFramePr>
            <a:graphicFrameLocks noChangeAspect="1"/>
          </p:cNvGraphicFramePr>
          <p:nvPr/>
        </p:nvGraphicFramePr>
        <p:xfrm>
          <a:off x="2044700" y="1763713"/>
          <a:ext cx="3384550" cy="541337"/>
        </p:xfrm>
        <a:graphic>
          <a:graphicData uri="http://schemas.openxmlformats.org/presentationml/2006/ole">
            <mc:AlternateContent xmlns:mc="http://schemas.openxmlformats.org/markup-compatibility/2006">
              <mc:Choice xmlns:v="urn:schemas-microsoft-com:vml" Requires="v">
                <p:oleObj name="公式" r:id="rId2" imgW="2197100" imgH="355600" progId="Equation.3">
                  <p:embed/>
                </p:oleObj>
              </mc:Choice>
              <mc:Fallback>
                <p:oleObj name="公式" r:id="rId2" imgW="2197100" imgH="3556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763713"/>
                        <a:ext cx="33845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5" name="Rectangle 4">
            <a:extLst>
              <a:ext uri="{FF2B5EF4-FFF2-40B4-BE49-F238E27FC236}">
                <a16:creationId xmlns:a16="http://schemas.microsoft.com/office/drawing/2014/main" id="{3EA755C1-D37D-D496-FAB8-077ABFDA4338}"/>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97286" name="Rectangle 6">
            <a:extLst>
              <a:ext uri="{FF2B5EF4-FFF2-40B4-BE49-F238E27FC236}">
                <a16:creationId xmlns:a16="http://schemas.microsoft.com/office/drawing/2014/main" id="{7FBC2EEC-4638-DA63-4217-0E694E20A8CA}"/>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aphicFrame>
        <p:nvGraphicFramePr>
          <p:cNvPr id="97287" name="Object 5">
            <a:extLst>
              <a:ext uri="{FF2B5EF4-FFF2-40B4-BE49-F238E27FC236}">
                <a16:creationId xmlns:a16="http://schemas.microsoft.com/office/drawing/2014/main" id="{A03CA042-15E4-948A-3158-E6ACD9D5E398}"/>
              </a:ext>
            </a:extLst>
          </p:cNvPr>
          <p:cNvGraphicFramePr>
            <a:graphicFrameLocks noChangeAspect="1"/>
          </p:cNvGraphicFramePr>
          <p:nvPr/>
        </p:nvGraphicFramePr>
        <p:xfrm>
          <a:off x="2097088" y="2397125"/>
          <a:ext cx="3095625" cy="509588"/>
        </p:xfrm>
        <a:graphic>
          <a:graphicData uri="http://schemas.openxmlformats.org/presentationml/2006/ole">
            <mc:AlternateContent xmlns:mc="http://schemas.openxmlformats.org/markup-compatibility/2006">
              <mc:Choice xmlns:v="urn:schemas-microsoft-com:vml" Requires="v">
                <p:oleObj name="公式" r:id="rId4" imgW="2133600" imgH="355600" progId="Equation.3">
                  <p:embed/>
                </p:oleObj>
              </mc:Choice>
              <mc:Fallback>
                <p:oleObj name="公式" r:id="rId4" imgW="2133600" imgH="355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7088" y="2397125"/>
                        <a:ext cx="3095625" cy="50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88" name="Object 7">
            <a:extLst>
              <a:ext uri="{FF2B5EF4-FFF2-40B4-BE49-F238E27FC236}">
                <a16:creationId xmlns:a16="http://schemas.microsoft.com/office/drawing/2014/main" id="{2AE2314A-2803-1035-587B-D27B8D573756}"/>
              </a:ext>
            </a:extLst>
          </p:cNvPr>
          <p:cNvGraphicFramePr>
            <a:graphicFrameLocks noChangeAspect="1"/>
          </p:cNvGraphicFramePr>
          <p:nvPr/>
        </p:nvGraphicFramePr>
        <p:xfrm>
          <a:off x="2044700" y="2955925"/>
          <a:ext cx="3095625" cy="522288"/>
        </p:xfrm>
        <a:graphic>
          <a:graphicData uri="http://schemas.openxmlformats.org/presentationml/2006/ole">
            <mc:AlternateContent xmlns:mc="http://schemas.openxmlformats.org/markup-compatibility/2006">
              <mc:Choice xmlns:v="urn:schemas-microsoft-com:vml" Requires="v">
                <p:oleObj name="公式" r:id="rId6" imgW="2082800" imgH="355600" progId="Equation.3">
                  <p:embed/>
                </p:oleObj>
              </mc:Choice>
              <mc:Fallback>
                <p:oleObj name="公式" r:id="rId6" imgW="2082800" imgH="3556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44700" y="2955925"/>
                        <a:ext cx="30956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a:extLst>
              <a:ext uri="{FF2B5EF4-FFF2-40B4-BE49-F238E27FC236}">
                <a16:creationId xmlns:a16="http://schemas.microsoft.com/office/drawing/2014/main" id="{4416B840-1F17-28A9-A697-B58A355BCF17}"/>
              </a:ext>
            </a:extLst>
          </p:cNvPr>
          <p:cNvSpPr/>
          <p:nvPr/>
        </p:nvSpPr>
        <p:spPr>
          <a:xfrm>
            <a:off x="301625" y="2439988"/>
            <a:ext cx="1108075" cy="339725"/>
          </a:xfrm>
          <a:prstGeom prst="rect">
            <a:avLst/>
          </a:prstGeom>
        </p:spPr>
        <p:txBody>
          <a:bodyPr wrap="none">
            <a:spAutoFit/>
          </a:bodyPr>
          <a:lstStyle/>
          <a:p>
            <a:pPr>
              <a:defRPr/>
            </a:pPr>
            <a:r>
              <a:rPr lang="zh-CN" altLang="en-US" sz="1600" dirty="0">
                <a:solidFill>
                  <a:srgbClr val="FF0000"/>
                </a:solidFill>
                <a:latin typeface="+mn-lt"/>
                <a:ea typeface="+mn-ea"/>
              </a:rPr>
              <a:t>对于源</a:t>
            </a:r>
            <a:r>
              <a:rPr lang="en-US" altLang="zh-CN" sz="1600" dirty="0">
                <a:solidFill>
                  <a:srgbClr val="FF0000"/>
                </a:solidFill>
                <a:latin typeface="+mn-lt"/>
                <a:ea typeface="+mn-ea"/>
              </a:rPr>
              <a:t>s</a:t>
            </a:r>
            <a:r>
              <a:rPr lang="zh-CN" altLang="en-US" sz="1600" dirty="0">
                <a:solidFill>
                  <a:srgbClr val="FF0000"/>
                </a:solidFill>
                <a:latin typeface="+mn-lt"/>
                <a:ea typeface="+mn-ea"/>
              </a:rPr>
              <a:t>：</a:t>
            </a:r>
          </a:p>
        </p:txBody>
      </p:sp>
      <p:sp>
        <p:nvSpPr>
          <p:cNvPr id="3" name="矩形 2">
            <a:extLst>
              <a:ext uri="{FF2B5EF4-FFF2-40B4-BE49-F238E27FC236}">
                <a16:creationId xmlns:a16="http://schemas.microsoft.com/office/drawing/2014/main" id="{2CFFE635-9478-1C0D-B13F-18FD4A147EF4}"/>
              </a:ext>
            </a:extLst>
          </p:cNvPr>
          <p:cNvSpPr/>
          <p:nvPr/>
        </p:nvSpPr>
        <p:spPr>
          <a:xfrm>
            <a:off x="323850" y="2887663"/>
            <a:ext cx="1063625" cy="338137"/>
          </a:xfrm>
          <a:prstGeom prst="rect">
            <a:avLst/>
          </a:prstGeom>
        </p:spPr>
        <p:txBody>
          <a:bodyPr wrap="none">
            <a:spAutoFit/>
          </a:bodyPr>
          <a:lstStyle/>
          <a:p>
            <a:pPr>
              <a:defRPr/>
            </a:pPr>
            <a:r>
              <a:rPr lang="zh-CN" altLang="en-US" sz="1600" dirty="0">
                <a:solidFill>
                  <a:srgbClr val="FF0000"/>
                </a:solidFill>
                <a:latin typeface="+mn-lt"/>
                <a:ea typeface="+mn-ea"/>
              </a:rPr>
              <a:t>对于汇</a:t>
            </a:r>
            <a:r>
              <a:rPr lang="en-US" altLang="zh-CN" sz="1600" dirty="0">
                <a:solidFill>
                  <a:srgbClr val="FF0000"/>
                </a:solidFill>
                <a:latin typeface="+mn-lt"/>
                <a:ea typeface="+mn-ea"/>
              </a:rPr>
              <a:t>t</a:t>
            </a:r>
            <a:r>
              <a:rPr lang="zh-CN" altLang="en-US" sz="1600" dirty="0">
                <a:solidFill>
                  <a:srgbClr val="FF0000"/>
                </a:solidFill>
                <a:latin typeface="+mn-lt"/>
                <a:ea typeface="+mn-ea"/>
              </a:rPr>
              <a:t>：</a:t>
            </a:r>
          </a:p>
        </p:txBody>
      </p:sp>
      <p:grpSp>
        <p:nvGrpSpPr>
          <p:cNvPr id="97291" name="object 4">
            <a:extLst>
              <a:ext uri="{FF2B5EF4-FFF2-40B4-BE49-F238E27FC236}">
                <a16:creationId xmlns:a16="http://schemas.microsoft.com/office/drawing/2014/main" id="{8A2FE785-3CC1-BBB9-98B1-3A9C13F95A05}"/>
              </a:ext>
            </a:extLst>
          </p:cNvPr>
          <p:cNvGrpSpPr>
            <a:grpSpLocks/>
          </p:cNvGrpSpPr>
          <p:nvPr/>
        </p:nvGrpSpPr>
        <p:grpSpPr bwMode="auto">
          <a:xfrm>
            <a:off x="539750" y="3740150"/>
            <a:ext cx="4997450" cy="2825750"/>
            <a:chOff x="1913077" y="4288502"/>
            <a:chExt cx="4998085" cy="2826385"/>
          </a:xfrm>
        </p:grpSpPr>
        <p:sp>
          <p:nvSpPr>
            <p:cNvPr id="97341" name="object 5">
              <a:extLst>
                <a:ext uri="{FF2B5EF4-FFF2-40B4-BE49-F238E27FC236}">
                  <a16:creationId xmlns:a16="http://schemas.microsoft.com/office/drawing/2014/main" id="{6DEB532C-E52C-73FE-7AE6-C8B7BE9ED183}"/>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42" name="object 6">
              <a:extLst>
                <a:ext uri="{FF2B5EF4-FFF2-40B4-BE49-F238E27FC236}">
                  <a16:creationId xmlns:a16="http://schemas.microsoft.com/office/drawing/2014/main" id="{76968882-887C-94C3-EF94-61F9BCFE8D30}"/>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43" name="object 7">
              <a:extLst>
                <a:ext uri="{FF2B5EF4-FFF2-40B4-BE49-F238E27FC236}">
                  <a16:creationId xmlns:a16="http://schemas.microsoft.com/office/drawing/2014/main" id="{63D86CE8-0F07-8C97-7B17-040AF95E56B7}"/>
                </a:ext>
              </a:extLst>
            </p:cNvPr>
            <p:cNvSpPr>
              <a:spLocks/>
            </p:cNvSpPr>
            <p:nvPr/>
          </p:nvSpPr>
          <p:spPr bwMode="auto">
            <a:xfrm>
              <a:off x="5534051" y="5866796"/>
              <a:ext cx="1285240" cy="1120775"/>
            </a:xfrm>
            <a:custGeom>
              <a:avLst/>
              <a:gdLst>
                <a:gd name="T0" fmla="*/ 1284611 w 1285240"/>
                <a:gd name="T1" fmla="*/ 0 h 1120775"/>
                <a:gd name="T2" fmla="*/ 1266644 w 1285240"/>
                <a:gd name="T3" fmla="*/ 15673 h 1120775"/>
                <a:gd name="T4" fmla="*/ 0 w 1285240"/>
                <a:gd name="T5" fmla="*/ 1120569 h 1120775"/>
                <a:gd name="T6" fmla="*/ 0 60000 65536"/>
                <a:gd name="T7" fmla="*/ 0 60000 65536"/>
                <a:gd name="T8" fmla="*/ 0 60000 65536"/>
              </a:gdLst>
              <a:ahLst/>
              <a:cxnLst>
                <a:cxn ang="T6">
                  <a:pos x="T0" y="T1"/>
                </a:cxn>
                <a:cxn ang="T7">
                  <a:pos x="T2" y="T3"/>
                </a:cxn>
                <a:cxn ang="T8">
                  <a:pos x="T4" y="T5"/>
                </a:cxn>
              </a:cxnLst>
              <a:rect l="0" t="0" r="r" b="b"/>
              <a:pathLst>
                <a:path w="1285240" h="1120775">
                  <a:moveTo>
                    <a:pt x="1284611" y="0"/>
                  </a:moveTo>
                  <a:lnTo>
                    <a:pt x="1266644" y="15673"/>
                  </a:lnTo>
                  <a:lnTo>
                    <a:pt x="0" y="1120569"/>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44" name="object 8">
              <a:extLst>
                <a:ext uri="{FF2B5EF4-FFF2-40B4-BE49-F238E27FC236}">
                  <a16:creationId xmlns:a16="http://schemas.microsoft.com/office/drawing/2014/main" id="{E65930BF-1518-87FF-F228-BFD8A743EA43}"/>
                </a:ext>
              </a:extLst>
            </p:cNvPr>
            <p:cNvSpPr>
              <a:spLocks/>
            </p:cNvSpPr>
            <p:nvPr/>
          </p:nvSpPr>
          <p:spPr bwMode="auto">
            <a:xfrm>
              <a:off x="6700091" y="5786548"/>
              <a:ext cx="210820" cy="201295"/>
            </a:xfrm>
            <a:custGeom>
              <a:avLst/>
              <a:gdLst>
                <a:gd name="T0" fmla="*/ 210568 w 210820"/>
                <a:gd name="T1" fmla="*/ 0 h 201295"/>
                <a:gd name="T2" fmla="*/ 0 w 210820"/>
                <a:gd name="T3" fmla="*/ 54585 h 201295"/>
                <a:gd name="T4" fmla="*/ 100603 w 210820"/>
                <a:gd name="T5" fmla="*/ 95921 h 201295"/>
                <a:gd name="T6" fmla="*/ 127895 w 210820"/>
                <a:gd name="T7" fmla="*/ 201206 h 201295"/>
                <a:gd name="T8" fmla="*/ 210568 w 210820"/>
                <a:gd name="T9" fmla="*/ 0 h 2012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820" h="201295">
                  <a:moveTo>
                    <a:pt x="210568" y="0"/>
                  </a:moveTo>
                  <a:lnTo>
                    <a:pt x="0" y="54585"/>
                  </a:lnTo>
                  <a:lnTo>
                    <a:pt x="100603" y="95921"/>
                  </a:lnTo>
                  <a:lnTo>
                    <a:pt x="127895" y="201206"/>
                  </a:lnTo>
                  <a:lnTo>
                    <a:pt x="210568"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45" name="object 9">
              <a:extLst>
                <a:ext uri="{FF2B5EF4-FFF2-40B4-BE49-F238E27FC236}">
                  <a16:creationId xmlns:a16="http://schemas.microsoft.com/office/drawing/2014/main" id="{92817EBC-ED19-02AB-47A7-8637F12AACF0}"/>
                </a:ext>
              </a:extLst>
            </p:cNvPr>
            <p:cNvSpPr>
              <a:spLocks/>
            </p:cNvSpPr>
            <p:nvPr/>
          </p:nvSpPr>
          <p:spPr bwMode="auto">
            <a:xfrm>
              <a:off x="4731144" y="5701055"/>
              <a:ext cx="550545" cy="0"/>
            </a:xfrm>
            <a:custGeom>
              <a:avLst/>
              <a:gdLst>
                <a:gd name="T0" fmla="*/ 0 w 550545"/>
                <a:gd name="T1" fmla="*/ 550303 w 550545"/>
                <a:gd name="T2" fmla="*/ 0 60000 65536"/>
                <a:gd name="T3" fmla="*/ 0 60000 65536"/>
              </a:gdLst>
              <a:ahLst/>
              <a:cxnLst>
                <a:cxn ang="T2">
                  <a:pos x="T0" y="0"/>
                </a:cxn>
                <a:cxn ang="T3">
                  <a:pos x="T1" y="0"/>
                </a:cxn>
              </a:cxnLst>
              <a:rect l="0" t="0" r="r" b="b"/>
              <a:pathLst>
                <a:path w="550545">
                  <a:moveTo>
                    <a:pt x="0" y="0"/>
                  </a:moveTo>
                  <a:lnTo>
                    <a:pt x="550303" y="0"/>
                  </a:lnTo>
                </a:path>
              </a:pathLst>
            </a:custGeom>
            <a:noFill/>
            <a:ln w="19075">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46" name="object 10">
              <a:extLst>
                <a:ext uri="{FF2B5EF4-FFF2-40B4-BE49-F238E27FC236}">
                  <a16:creationId xmlns:a16="http://schemas.microsoft.com/office/drawing/2014/main" id="{44A1CAD6-2ED0-91B1-B435-389012F47EB0}"/>
                </a:ext>
              </a:extLst>
            </p:cNvPr>
            <p:cNvSpPr>
              <a:spLocks/>
            </p:cNvSpPr>
            <p:nvPr/>
          </p:nvSpPr>
          <p:spPr bwMode="auto">
            <a:xfrm>
              <a:off x="5249020" y="5655275"/>
              <a:ext cx="92075" cy="92075"/>
            </a:xfrm>
            <a:custGeom>
              <a:avLst/>
              <a:gdLst>
                <a:gd name="T0" fmla="*/ 0 w 92075"/>
                <a:gd name="T1" fmla="*/ 0 h 92075"/>
                <a:gd name="T2" fmla="*/ 22890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47" name="object 11">
              <a:extLst>
                <a:ext uri="{FF2B5EF4-FFF2-40B4-BE49-F238E27FC236}">
                  <a16:creationId xmlns:a16="http://schemas.microsoft.com/office/drawing/2014/main" id="{AC19B5D8-B928-C026-1AED-5D9B3B8E52E6}"/>
                </a:ext>
              </a:extLst>
            </p:cNvPr>
            <p:cNvSpPr>
              <a:spLocks/>
            </p:cNvSpPr>
            <p:nvPr/>
          </p:nvSpPr>
          <p:spPr bwMode="auto">
            <a:xfrm>
              <a:off x="5464417" y="5701063"/>
              <a:ext cx="1287780" cy="0"/>
            </a:xfrm>
            <a:custGeom>
              <a:avLst/>
              <a:gdLst>
                <a:gd name="T0" fmla="*/ 0 w 1287779"/>
                <a:gd name="T1" fmla="*/ 461574 w 1287779"/>
                <a:gd name="T2" fmla="*/ 1062449 w 1287779"/>
                <a:gd name="T3" fmla="*/ 1287669 w 128777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287779">
                  <a:moveTo>
                    <a:pt x="0" y="0"/>
                  </a:moveTo>
                  <a:lnTo>
                    <a:pt x="461574" y="0"/>
                  </a:lnTo>
                </a:path>
                <a:path w="1287779">
                  <a:moveTo>
                    <a:pt x="1062431" y="0"/>
                  </a:moveTo>
                  <a:lnTo>
                    <a:pt x="1287651"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48" name="object 12">
              <a:extLst>
                <a:ext uri="{FF2B5EF4-FFF2-40B4-BE49-F238E27FC236}">
                  <a16:creationId xmlns:a16="http://schemas.microsoft.com/office/drawing/2014/main" id="{94AB50CE-30F4-71C8-068C-C20EF4ECC08A}"/>
                </a:ext>
              </a:extLst>
            </p:cNvPr>
            <p:cNvSpPr>
              <a:spLocks/>
            </p:cNvSpPr>
            <p:nvPr/>
          </p:nvSpPr>
          <p:spPr bwMode="auto">
            <a:xfrm>
              <a:off x="5451599" y="4312632"/>
              <a:ext cx="1359535" cy="1168400"/>
            </a:xfrm>
            <a:custGeom>
              <a:avLst/>
              <a:gdLst>
                <a:gd name="T0" fmla="*/ 1359187 w 1359534"/>
                <a:gd name="T1" fmla="*/ 1167967 h 1168400"/>
                <a:gd name="T2" fmla="*/ 1341103 w 1359534"/>
                <a:gd name="T3" fmla="*/ 1152428 h 1168400"/>
                <a:gd name="T4" fmla="*/ 0 w 1359534"/>
                <a:gd name="T5" fmla="*/ 0 h 1168400"/>
                <a:gd name="T6" fmla="*/ 0 60000 65536"/>
                <a:gd name="T7" fmla="*/ 0 60000 65536"/>
                <a:gd name="T8" fmla="*/ 0 60000 65536"/>
              </a:gdLst>
              <a:ahLst/>
              <a:cxnLst>
                <a:cxn ang="T6">
                  <a:pos x="T0" y="T1"/>
                </a:cxn>
                <a:cxn ang="T7">
                  <a:pos x="T2" y="T3"/>
                </a:cxn>
                <a:cxn ang="T8">
                  <a:pos x="T4" y="T5"/>
                </a:cxn>
              </a:cxnLst>
              <a:rect l="0" t="0" r="r" b="b"/>
              <a:pathLst>
                <a:path w="1359534" h="1168400">
                  <a:moveTo>
                    <a:pt x="1359169" y="1167967"/>
                  </a:moveTo>
                  <a:lnTo>
                    <a:pt x="1341085" y="1152428"/>
                  </a:lnTo>
                  <a:lnTo>
                    <a:pt x="0"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49" name="object 13">
              <a:extLst>
                <a:ext uri="{FF2B5EF4-FFF2-40B4-BE49-F238E27FC236}">
                  <a16:creationId xmlns:a16="http://schemas.microsoft.com/office/drawing/2014/main" id="{3E5C4732-2954-18EB-BC2F-E34FA3C792E5}"/>
                </a:ext>
              </a:extLst>
            </p:cNvPr>
            <p:cNvSpPr>
              <a:spLocks/>
            </p:cNvSpPr>
            <p:nvPr/>
          </p:nvSpPr>
          <p:spPr bwMode="auto">
            <a:xfrm>
              <a:off x="6679577" y="5359577"/>
              <a:ext cx="224154" cy="438784"/>
            </a:xfrm>
            <a:custGeom>
              <a:avLst/>
              <a:gdLst>
                <a:gd name="T0" fmla="*/ 194564 w 224154"/>
                <a:gd name="T1" fmla="*/ 341472 h 438785"/>
                <a:gd name="T2" fmla="*/ 0 w 224154"/>
                <a:gd name="T3" fmla="*/ 244190 h 438785"/>
                <a:gd name="T4" fmla="*/ 48641 w 224154"/>
                <a:gd name="T5" fmla="*/ 341472 h 438785"/>
                <a:gd name="T6" fmla="*/ 0 w 224154"/>
                <a:gd name="T7" fmla="*/ 438754 h 438785"/>
                <a:gd name="T8" fmla="*/ 194564 w 224154"/>
                <a:gd name="T9" fmla="*/ 341472 h 438785"/>
                <a:gd name="T10" fmla="*/ 223774 w 224154"/>
                <a:gd name="T11" fmla="*/ 200596 h 438785"/>
                <a:gd name="T12" fmla="*/ 139611 w 224154"/>
                <a:gd name="T13" fmla="*/ 0 h 438785"/>
                <a:gd name="T14" fmla="*/ 113106 w 224154"/>
                <a:gd name="T15" fmla="*/ 105486 h 438785"/>
                <a:gd name="T16" fmla="*/ 12801 w 224154"/>
                <a:gd name="T17" fmla="*/ 147574 h 438785"/>
                <a:gd name="T18" fmla="*/ 223774 w 224154"/>
                <a:gd name="T19" fmla="*/ 200596 h 4387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154" h="438785">
                  <a:moveTo>
                    <a:pt x="194564" y="341490"/>
                  </a:moveTo>
                  <a:lnTo>
                    <a:pt x="0" y="244208"/>
                  </a:lnTo>
                  <a:lnTo>
                    <a:pt x="48641" y="341490"/>
                  </a:lnTo>
                  <a:lnTo>
                    <a:pt x="0" y="438772"/>
                  </a:lnTo>
                  <a:lnTo>
                    <a:pt x="194564" y="341490"/>
                  </a:lnTo>
                  <a:close/>
                </a:path>
                <a:path w="224154" h="438785">
                  <a:moveTo>
                    <a:pt x="223774" y="200596"/>
                  </a:moveTo>
                  <a:lnTo>
                    <a:pt x="139611" y="0"/>
                  </a:lnTo>
                  <a:lnTo>
                    <a:pt x="113106" y="105486"/>
                  </a:lnTo>
                  <a:lnTo>
                    <a:pt x="12801" y="147574"/>
                  </a:lnTo>
                  <a:lnTo>
                    <a:pt x="223774" y="200596"/>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50" name="object 14">
              <a:extLst>
                <a:ext uri="{FF2B5EF4-FFF2-40B4-BE49-F238E27FC236}">
                  <a16:creationId xmlns:a16="http://schemas.microsoft.com/office/drawing/2014/main" id="{D7F74EDE-8D14-189A-19B9-7E5457A32CFE}"/>
                </a:ext>
              </a:extLst>
            </p:cNvPr>
            <p:cNvSpPr>
              <a:spLocks/>
            </p:cNvSpPr>
            <p:nvPr/>
          </p:nvSpPr>
          <p:spPr bwMode="auto">
            <a:xfrm>
              <a:off x="3495948" y="4383979"/>
              <a:ext cx="1831339" cy="1169035"/>
            </a:xfrm>
            <a:custGeom>
              <a:avLst/>
              <a:gdLst>
                <a:gd name="T0" fmla="*/ 1831297 w 1831339"/>
                <a:gd name="T1" fmla="*/ 1168521 h 1169035"/>
                <a:gd name="T2" fmla="*/ 1823257 w 1831339"/>
                <a:gd name="T3" fmla="*/ 1163391 h 1169035"/>
                <a:gd name="T4" fmla="*/ 0 w 1831339"/>
                <a:gd name="T5" fmla="*/ 0 h 1169035"/>
                <a:gd name="T6" fmla="*/ 0 60000 65536"/>
                <a:gd name="T7" fmla="*/ 0 60000 65536"/>
                <a:gd name="T8" fmla="*/ 0 60000 65536"/>
              </a:gdLst>
              <a:ahLst/>
              <a:cxnLst>
                <a:cxn ang="T6">
                  <a:pos x="T0" y="T1"/>
                </a:cxn>
                <a:cxn ang="T7">
                  <a:pos x="T2" y="T3"/>
                </a:cxn>
                <a:cxn ang="T8">
                  <a:pos x="T4" y="T5"/>
                </a:cxn>
              </a:cxnLst>
              <a:rect l="0" t="0" r="r" b="b"/>
              <a:pathLst>
                <a:path w="1831339" h="1169035">
                  <a:moveTo>
                    <a:pt x="1831297" y="1168521"/>
                  </a:moveTo>
                  <a:lnTo>
                    <a:pt x="1823257" y="1163391"/>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51" name="object 15">
              <a:extLst>
                <a:ext uri="{FF2B5EF4-FFF2-40B4-BE49-F238E27FC236}">
                  <a16:creationId xmlns:a16="http://schemas.microsoft.com/office/drawing/2014/main" id="{AAE0CB9B-8E94-B073-5BD0-360218ACEF80}"/>
                </a:ext>
              </a:extLst>
            </p:cNvPr>
            <p:cNvSpPr>
              <a:spLocks/>
            </p:cNvSpPr>
            <p:nvPr/>
          </p:nvSpPr>
          <p:spPr bwMode="auto">
            <a:xfrm>
              <a:off x="5275283" y="5496464"/>
              <a:ext cx="102235" cy="88265"/>
            </a:xfrm>
            <a:custGeom>
              <a:avLst/>
              <a:gdLst>
                <a:gd name="T0" fmla="*/ 49249 w 102235"/>
                <a:gd name="T1" fmla="*/ 0 h 88264"/>
                <a:gd name="T2" fmla="*/ 43921 w 102235"/>
                <a:gd name="T3" fmla="*/ 50923 h 88264"/>
                <a:gd name="T4" fmla="*/ 0 w 102235"/>
                <a:gd name="T5" fmla="*/ 77203 h 88264"/>
                <a:gd name="T6" fmla="*/ 101809 w 102235"/>
                <a:gd name="T7" fmla="*/ 87860 h 88264"/>
                <a:gd name="T8" fmla="*/ 49249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49249" y="0"/>
                  </a:moveTo>
                  <a:lnTo>
                    <a:pt x="43921" y="50905"/>
                  </a:lnTo>
                  <a:lnTo>
                    <a:pt x="0" y="77185"/>
                  </a:lnTo>
                  <a:lnTo>
                    <a:pt x="101809" y="87842"/>
                  </a:lnTo>
                  <a:lnTo>
                    <a:pt x="4924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52" name="object 16">
              <a:extLst>
                <a:ext uri="{FF2B5EF4-FFF2-40B4-BE49-F238E27FC236}">
                  <a16:creationId xmlns:a16="http://schemas.microsoft.com/office/drawing/2014/main" id="{38E909E1-DEC2-AE21-BEAA-606485EFDD6C}"/>
                </a:ext>
              </a:extLst>
            </p:cNvPr>
            <p:cNvSpPr>
              <a:spLocks/>
            </p:cNvSpPr>
            <p:nvPr/>
          </p:nvSpPr>
          <p:spPr bwMode="auto">
            <a:xfrm>
              <a:off x="3510181" y="4370083"/>
              <a:ext cx="1771650" cy="0"/>
            </a:xfrm>
            <a:custGeom>
              <a:avLst/>
              <a:gdLst>
                <a:gd name="T0" fmla="*/ 0 w 1771650"/>
                <a:gd name="T1" fmla="*/ 772705 w 1771650"/>
                <a:gd name="T2" fmla="*/ 1249574 w 1771650"/>
                <a:gd name="T3" fmla="*/ 1771266 w 177165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1650">
                  <a:moveTo>
                    <a:pt x="0" y="0"/>
                  </a:moveTo>
                  <a:lnTo>
                    <a:pt x="772705" y="0"/>
                  </a:lnTo>
                </a:path>
                <a:path w="1771650">
                  <a:moveTo>
                    <a:pt x="1249574" y="0"/>
                  </a:moveTo>
                  <a:lnTo>
                    <a:pt x="177126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53" name="object 17">
              <a:extLst>
                <a:ext uri="{FF2B5EF4-FFF2-40B4-BE49-F238E27FC236}">
                  <a16:creationId xmlns:a16="http://schemas.microsoft.com/office/drawing/2014/main" id="{54B0C4C7-14E8-B4B7-6566-7FB70B8CFA06}"/>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54" name="object 18">
              <a:extLst>
                <a:ext uri="{FF2B5EF4-FFF2-40B4-BE49-F238E27FC236}">
                  <a16:creationId xmlns:a16="http://schemas.microsoft.com/office/drawing/2014/main" id="{E2C981C0-9271-580D-0E3C-975678F189E1}"/>
                </a:ext>
              </a:extLst>
            </p:cNvPr>
            <p:cNvSpPr>
              <a:spLocks/>
            </p:cNvSpPr>
            <p:nvPr/>
          </p:nvSpPr>
          <p:spPr bwMode="auto">
            <a:xfrm>
              <a:off x="3510182" y="7068544"/>
              <a:ext cx="1772920" cy="0"/>
            </a:xfrm>
            <a:custGeom>
              <a:avLst/>
              <a:gdLst>
                <a:gd name="T0" fmla="*/ 0 w 1772920"/>
                <a:gd name="T1" fmla="*/ 648559 w 1772920"/>
                <a:gd name="T2" fmla="*/ 1306638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648559" y="0"/>
                  </a:lnTo>
                </a:path>
                <a:path w="1772920">
                  <a:moveTo>
                    <a:pt x="1306638" y="0"/>
                  </a:moveTo>
                  <a:lnTo>
                    <a:pt x="177240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55" name="object 19">
              <a:extLst>
                <a:ext uri="{FF2B5EF4-FFF2-40B4-BE49-F238E27FC236}">
                  <a16:creationId xmlns:a16="http://schemas.microsoft.com/office/drawing/2014/main" id="{9AA7A0DB-0A59-16EF-9E10-A4B2D449E913}"/>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56" name="object 20">
              <a:extLst>
                <a:ext uri="{FF2B5EF4-FFF2-40B4-BE49-F238E27FC236}">
                  <a16:creationId xmlns:a16="http://schemas.microsoft.com/office/drawing/2014/main" id="{9AC8993D-14F3-BAF8-83B9-DE1D9A1B3ACA}"/>
                </a:ext>
              </a:extLst>
            </p:cNvPr>
            <p:cNvSpPr>
              <a:spLocks/>
            </p:cNvSpPr>
            <p:nvPr/>
          </p:nvSpPr>
          <p:spPr bwMode="auto">
            <a:xfrm>
              <a:off x="3487352" y="4362520"/>
              <a:ext cx="0" cy="1084580"/>
            </a:xfrm>
            <a:custGeom>
              <a:avLst/>
              <a:gdLst>
                <a:gd name="T0" fmla="*/ 811935 h 1084579"/>
                <a:gd name="T1" fmla="*/ 1084209 h 1084579"/>
                <a:gd name="T2" fmla="*/ 0 h 1084579"/>
                <a:gd name="T3" fmla="*/ 525795 h 108457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4579">
                  <a:moveTo>
                    <a:pt x="0" y="811917"/>
                  </a:moveTo>
                  <a:lnTo>
                    <a:pt x="0" y="1084191"/>
                  </a:lnTo>
                </a:path>
                <a:path h="1084579">
                  <a:moveTo>
                    <a:pt x="0" y="0"/>
                  </a:moveTo>
                  <a:lnTo>
                    <a:pt x="0" y="525795"/>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7357" name="object 21">
              <a:extLst>
                <a:ext uri="{FF2B5EF4-FFF2-40B4-BE49-F238E27FC236}">
                  <a16:creationId xmlns:a16="http://schemas.microsoft.com/office/drawing/2014/main" id="{F7C1983A-079D-F2DF-45BF-68404D62E4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58" name="object 22">
              <a:extLst>
                <a:ext uri="{FF2B5EF4-FFF2-40B4-BE49-F238E27FC236}">
                  <a16:creationId xmlns:a16="http://schemas.microsoft.com/office/drawing/2014/main" id="{B84BBABE-2173-D45F-6175-2906BF841651}"/>
                </a:ext>
              </a:extLst>
            </p:cNvPr>
            <p:cNvSpPr>
              <a:spLocks/>
            </p:cNvSpPr>
            <p:nvPr/>
          </p:nvSpPr>
          <p:spPr bwMode="auto">
            <a:xfrm>
              <a:off x="5496053" y="4501123"/>
              <a:ext cx="0" cy="960755"/>
            </a:xfrm>
            <a:custGeom>
              <a:avLst/>
              <a:gdLst>
                <a:gd name="T0" fmla="*/ 612308 h 960754"/>
                <a:gd name="T1" fmla="*/ 960212 h 960754"/>
                <a:gd name="T2" fmla="*/ 0 h 960754"/>
                <a:gd name="T3" fmla="*/ 326168 h 9607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960754">
                  <a:moveTo>
                    <a:pt x="0" y="612290"/>
                  </a:moveTo>
                  <a:lnTo>
                    <a:pt x="0" y="960194"/>
                  </a:lnTo>
                </a:path>
                <a:path h="960754">
                  <a:moveTo>
                    <a:pt x="0" y="0"/>
                  </a:moveTo>
                  <a:lnTo>
                    <a:pt x="0" y="326168"/>
                  </a:lnTo>
                </a:path>
              </a:pathLst>
            </a:custGeom>
            <a:noFill/>
            <a:ln w="19158">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7359" name="object 23">
              <a:extLst>
                <a:ext uri="{FF2B5EF4-FFF2-40B4-BE49-F238E27FC236}">
                  <a16:creationId xmlns:a16="http://schemas.microsoft.com/office/drawing/2014/main" id="{E40789BF-8629-46E5-D038-6422D71827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0311" y="5428886"/>
              <a:ext cx="91559" cy="9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60" name="object 24">
              <a:extLst>
                <a:ext uri="{FF2B5EF4-FFF2-40B4-BE49-F238E27FC236}">
                  <a16:creationId xmlns:a16="http://schemas.microsoft.com/office/drawing/2014/main" id="{D6309A2E-D042-1F85-4E14-64C45E1C2F59}"/>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7361" name="object 25">
              <a:extLst>
                <a:ext uri="{FF2B5EF4-FFF2-40B4-BE49-F238E27FC236}">
                  <a16:creationId xmlns:a16="http://schemas.microsoft.com/office/drawing/2014/main" id="{D4111BFB-B96C-77FB-74D8-603560616F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62" name="object 26">
              <a:extLst>
                <a:ext uri="{FF2B5EF4-FFF2-40B4-BE49-F238E27FC236}">
                  <a16:creationId xmlns:a16="http://schemas.microsoft.com/office/drawing/2014/main" id="{2A2ED733-DDAF-2730-2D83-9A52F88CBB6B}"/>
                </a:ext>
              </a:extLst>
            </p:cNvPr>
            <p:cNvSpPr>
              <a:spLocks/>
            </p:cNvSpPr>
            <p:nvPr/>
          </p:nvSpPr>
          <p:spPr bwMode="auto">
            <a:xfrm>
              <a:off x="5495345" y="5754933"/>
              <a:ext cx="0" cy="1090295"/>
            </a:xfrm>
            <a:custGeom>
              <a:avLst/>
              <a:gdLst>
                <a:gd name="T0" fmla="*/ 716112 h 1090295"/>
                <a:gd name="T1" fmla="*/ 1089794 h 1090295"/>
                <a:gd name="T2" fmla="*/ 0 h 1090295"/>
                <a:gd name="T3" fmla="*/ 458602 h 109029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90295">
                  <a:moveTo>
                    <a:pt x="0" y="716112"/>
                  </a:moveTo>
                  <a:lnTo>
                    <a:pt x="0" y="1089794"/>
                  </a:lnTo>
                </a:path>
                <a:path h="1090295">
                  <a:moveTo>
                    <a:pt x="0" y="0"/>
                  </a:moveTo>
                  <a:lnTo>
                    <a:pt x="0" y="458602"/>
                  </a:lnTo>
                </a:path>
              </a:pathLst>
            </a:custGeom>
            <a:noFill/>
            <a:ln w="19178">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7363" name="object 27">
              <a:extLst>
                <a:ext uri="{FF2B5EF4-FFF2-40B4-BE49-F238E27FC236}">
                  <a16:creationId xmlns:a16="http://schemas.microsoft.com/office/drawing/2014/main" id="{07AAC705-FA12-E2A9-E2E6-D22C269CBC5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49614" y="6812296"/>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364" name="object 28">
              <a:extLst>
                <a:ext uri="{FF2B5EF4-FFF2-40B4-BE49-F238E27FC236}">
                  <a16:creationId xmlns:a16="http://schemas.microsoft.com/office/drawing/2014/main" id="{03EAEEEA-F4E1-71C8-2C0A-9545A53CE99E}"/>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65" name="object 29">
              <a:extLst>
                <a:ext uri="{FF2B5EF4-FFF2-40B4-BE49-F238E27FC236}">
                  <a16:creationId xmlns:a16="http://schemas.microsoft.com/office/drawing/2014/main" id="{105CDD8D-EFE3-FB76-466B-A0B81B787666}"/>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66" name="object 30">
              <a:extLst>
                <a:ext uri="{FF2B5EF4-FFF2-40B4-BE49-F238E27FC236}">
                  <a16:creationId xmlns:a16="http://schemas.microsoft.com/office/drawing/2014/main" id="{5B2731BF-8297-3872-7FEA-07F73CA057E1}"/>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67" name="object 31">
              <a:extLst>
                <a:ext uri="{FF2B5EF4-FFF2-40B4-BE49-F238E27FC236}">
                  <a16:creationId xmlns:a16="http://schemas.microsoft.com/office/drawing/2014/main" id="{BD4C7108-A339-4EDA-2092-CFBD04B0510E}"/>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68" name="object 32">
              <a:extLst>
                <a:ext uri="{FF2B5EF4-FFF2-40B4-BE49-F238E27FC236}">
                  <a16:creationId xmlns:a16="http://schemas.microsoft.com/office/drawing/2014/main" id="{DDDBF026-7A25-2E85-AE21-782B6AF5E6E7}"/>
                </a:ext>
              </a:extLst>
            </p:cNvPr>
            <p:cNvSpPr>
              <a:spLocks/>
            </p:cNvSpPr>
            <p:nvPr/>
          </p:nvSpPr>
          <p:spPr bwMode="auto">
            <a:xfrm>
              <a:off x="1922919" y="5701057"/>
              <a:ext cx="1350645" cy="0"/>
            </a:xfrm>
            <a:custGeom>
              <a:avLst/>
              <a:gdLst>
                <a:gd name="T0" fmla="*/ 0 w 1350645"/>
                <a:gd name="T1" fmla="*/ 566778 w 1350645"/>
                <a:gd name="T2" fmla="*/ 995960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66778" y="0"/>
                  </a:lnTo>
                </a:path>
                <a:path w="1350645">
                  <a:moveTo>
                    <a:pt x="995960" y="0"/>
                  </a:moveTo>
                  <a:lnTo>
                    <a:pt x="1350289"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69" name="object 33">
              <a:extLst>
                <a:ext uri="{FF2B5EF4-FFF2-40B4-BE49-F238E27FC236}">
                  <a16:creationId xmlns:a16="http://schemas.microsoft.com/office/drawing/2014/main" id="{451DC4D8-8D95-3392-CB04-76BBF78100E0}"/>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70" name="object 34">
              <a:extLst>
                <a:ext uri="{FF2B5EF4-FFF2-40B4-BE49-F238E27FC236}">
                  <a16:creationId xmlns:a16="http://schemas.microsoft.com/office/drawing/2014/main" id="{705315DC-B47C-2619-BD51-A33DAFA4ACDF}"/>
                </a:ext>
              </a:extLst>
            </p:cNvPr>
            <p:cNvSpPr>
              <a:spLocks/>
            </p:cNvSpPr>
            <p:nvPr/>
          </p:nvSpPr>
          <p:spPr bwMode="auto">
            <a:xfrm>
              <a:off x="3281221" y="6261223"/>
              <a:ext cx="429259" cy="286385"/>
            </a:xfrm>
            <a:custGeom>
              <a:avLst/>
              <a:gdLst>
                <a:gd name="T0" fmla="*/ 0 w 429260"/>
                <a:gd name="T1" fmla="*/ 0 h 286384"/>
                <a:gd name="T2" fmla="*/ 429164 w 429260"/>
                <a:gd name="T3" fmla="*/ 0 h 286384"/>
                <a:gd name="T4" fmla="*/ 429164 w 429260"/>
                <a:gd name="T5" fmla="*/ 286140 h 286384"/>
                <a:gd name="T6" fmla="*/ 0 w 429260"/>
                <a:gd name="T7" fmla="*/ 286140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71" name="object 35">
              <a:extLst>
                <a:ext uri="{FF2B5EF4-FFF2-40B4-BE49-F238E27FC236}">
                  <a16:creationId xmlns:a16="http://schemas.microsoft.com/office/drawing/2014/main" id="{ADFFEC4B-48C7-ADA5-9B8F-0FC7D699ED5E}"/>
                </a:ext>
              </a:extLst>
            </p:cNvPr>
            <p:cNvSpPr>
              <a:spLocks/>
            </p:cNvSpPr>
            <p:nvPr/>
          </p:nvSpPr>
          <p:spPr bwMode="auto">
            <a:xfrm>
              <a:off x="3439332" y="5701055"/>
              <a:ext cx="862965" cy="0"/>
            </a:xfrm>
            <a:custGeom>
              <a:avLst/>
              <a:gdLst>
                <a:gd name="T0" fmla="*/ 0 w 862964"/>
                <a:gd name="T1" fmla="*/ 862648 w 862964"/>
                <a:gd name="T2" fmla="*/ 0 60000 65536"/>
                <a:gd name="T3" fmla="*/ 0 60000 65536"/>
              </a:gdLst>
              <a:ahLst/>
              <a:cxnLst>
                <a:cxn ang="T2">
                  <a:pos x="T0" y="0"/>
                </a:cxn>
                <a:cxn ang="T3">
                  <a:pos x="T1" y="0"/>
                </a:cxn>
              </a:cxnLst>
              <a:rect l="0" t="0" r="r" b="b"/>
              <a:pathLst>
                <a:path w="862964">
                  <a:moveTo>
                    <a:pt x="0" y="0"/>
                  </a:moveTo>
                  <a:lnTo>
                    <a:pt x="862630" y="0"/>
                  </a:lnTo>
                </a:path>
              </a:pathLst>
            </a:custGeom>
            <a:noFill/>
            <a:ln w="19075">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136" name="object 36">
            <a:extLst>
              <a:ext uri="{FF2B5EF4-FFF2-40B4-BE49-F238E27FC236}">
                <a16:creationId xmlns:a16="http://schemas.microsoft.com/office/drawing/2014/main" id="{6795946F-A140-C7A5-E93D-81A00A931C40}"/>
              </a:ext>
            </a:extLst>
          </p:cNvPr>
          <p:cNvSpPr txBox="1"/>
          <p:nvPr/>
        </p:nvSpPr>
        <p:spPr>
          <a:xfrm>
            <a:off x="1949450" y="5748338"/>
            <a:ext cx="344488" cy="185737"/>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7293" name="object 37">
            <a:extLst>
              <a:ext uri="{FF2B5EF4-FFF2-40B4-BE49-F238E27FC236}">
                <a16:creationId xmlns:a16="http://schemas.microsoft.com/office/drawing/2014/main" id="{490649AB-B9D2-CAF2-CED3-FA94AE9DE94C}"/>
              </a:ext>
            </a:extLst>
          </p:cNvPr>
          <p:cNvSpPr>
            <a:spLocks/>
          </p:cNvSpPr>
          <p:nvPr/>
        </p:nvSpPr>
        <p:spPr bwMode="auto">
          <a:xfrm>
            <a:off x="1030288" y="4240213"/>
            <a:ext cx="590550" cy="539750"/>
          </a:xfrm>
          <a:custGeom>
            <a:avLst/>
            <a:gdLst>
              <a:gd name="T0" fmla="*/ 493199 w 589914"/>
              <a:gd name="T1" fmla="*/ 0 h 540385"/>
              <a:gd name="T2" fmla="*/ 0 w 589914"/>
              <a:gd name="T3" fmla="*/ 408796 h 540385"/>
              <a:gd name="T4" fmla="*/ 108017 w 589914"/>
              <a:gd name="T5" fmla="*/ 528961 h 540385"/>
              <a:gd name="T6" fmla="*/ 601215 w 589914"/>
              <a:gd name="T7" fmla="*/ 120165 h 540385"/>
              <a:gd name="T8" fmla="*/ 493199 w 589914"/>
              <a:gd name="T9" fmla="*/ 0 h 540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9914" h="540385">
                <a:moveTo>
                  <a:pt x="483725" y="0"/>
                </a:moveTo>
                <a:lnTo>
                  <a:pt x="0" y="417540"/>
                </a:lnTo>
                <a:lnTo>
                  <a:pt x="105943" y="540275"/>
                </a:lnTo>
                <a:lnTo>
                  <a:pt x="589667" y="122736"/>
                </a:lnTo>
                <a:lnTo>
                  <a:pt x="48372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38" name="object 38">
            <a:extLst>
              <a:ext uri="{FF2B5EF4-FFF2-40B4-BE49-F238E27FC236}">
                <a16:creationId xmlns:a16="http://schemas.microsoft.com/office/drawing/2014/main" id="{7E48162D-089D-EEA3-760C-AF7BF77B65DE}"/>
              </a:ext>
            </a:extLst>
          </p:cNvPr>
          <p:cNvSpPr txBox="1"/>
          <p:nvPr/>
        </p:nvSpPr>
        <p:spPr>
          <a:xfrm rot="19200000">
            <a:off x="1068388" y="4440238"/>
            <a:ext cx="508000"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30" dirty="0">
                <a:latin typeface="Lucida Sans"/>
                <a:cs typeface="Lucida Sans"/>
              </a:rPr>
              <a:t> </a:t>
            </a:r>
            <a:r>
              <a:rPr sz="1050" dirty="0">
                <a:latin typeface="Lucida Sans"/>
                <a:cs typeface="Lucida Sans"/>
              </a:rPr>
              <a:t>/</a:t>
            </a:r>
            <a:r>
              <a:rPr sz="1050" spc="-20" dirty="0">
                <a:latin typeface="Lucida Sans"/>
                <a:cs typeface="Lucida Sans"/>
              </a:rPr>
              <a:t> </a:t>
            </a:r>
            <a:r>
              <a:rPr sz="1575" spc="-37" baseline="2645" dirty="0">
                <a:latin typeface="Lucida Sans"/>
                <a:cs typeface="Lucida Sans"/>
              </a:rPr>
              <a:t>10</a:t>
            </a:r>
            <a:endParaRPr sz="1575" baseline="2645">
              <a:latin typeface="Lucida Sans"/>
              <a:cs typeface="Lucida Sans"/>
            </a:endParaRPr>
          </a:p>
        </p:txBody>
      </p:sp>
      <p:sp>
        <p:nvSpPr>
          <p:cNvPr id="139" name="object 39">
            <a:extLst>
              <a:ext uri="{FF2B5EF4-FFF2-40B4-BE49-F238E27FC236}">
                <a16:creationId xmlns:a16="http://schemas.microsoft.com/office/drawing/2014/main" id="{CF085A8F-3637-55FD-0BAB-47566304A118}"/>
              </a:ext>
            </a:extLst>
          </p:cNvPr>
          <p:cNvSpPr txBox="1"/>
          <p:nvPr/>
        </p:nvSpPr>
        <p:spPr>
          <a:xfrm>
            <a:off x="4595813" y="5037138"/>
            <a:ext cx="514350" cy="187325"/>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10 / </a:t>
            </a:r>
            <a:r>
              <a:rPr sz="1050" spc="-25" dirty="0">
                <a:solidFill>
                  <a:srgbClr val="0048AA"/>
                </a:solidFill>
                <a:latin typeface="Lucida Sans"/>
                <a:cs typeface="Lucida Sans"/>
              </a:rPr>
              <a:t>10</a:t>
            </a:r>
            <a:endParaRPr sz="1050">
              <a:latin typeface="Lucida Sans"/>
              <a:cs typeface="Lucida Sans"/>
            </a:endParaRPr>
          </a:p>
        </p:txBody>
      </p:sp>
      <p:sp>
        <p:nvSpPr>
          <p:cNvPr id="97296" name="object 40">
            <a:extLst>
              <a:ext uri="{FF2B5EF4-FFF2-40B4-BE49-F238E27FC236}">
                <a16:creationId xmlns:a16="http://schemas.microsoft.com/office/drawing/2014/main" id="{247FEEED-A7A6-CEB4-B289-9AA57D4A4542}"/>
              </a:ext>
            </a:extLst>
          </p:cNvPr>
          <p:cNvSpPr>
            <a:spLocks/>
          </p:cNvSpPr>
          <p:nvPr/>
        </p:nvSpPr>
        <p:spPr bwMode="auto">
          <a:xfrm>
            <a:off x="1116013" y="5068888"/>
            <a:ext cx="428625" cy="163512"/>
          </a:xfrm>
          <a:custGeom>
            <a:avLst/>
            <a:gdLst>
              <a:gd name="T0" fmla="*/ 0 w 429260"/>
              <a:gd name="T1" fmla="*/ 0 h 162560"/>
              <a:gd name="T2" fmla="*/ 417897 w 429260"/>
              <a:gd name="T3" fmla="*/ 0 h 162560"/>
              <a:gd name="T4" fmla="*/ 417897 w 429260"/>
              <a:gd name="T5" fmla="*/ 180104 h 162560"/>
              <a:gd name="T6" fmla="*/ 0 w 429260"/>
              <a:gd name="T7" fmla="*/ 180104 h 162560"/>
              <a:gd name="T8" fmla="*/ 0 w 429260"/>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162560">
                <a:moveTo>
                  <a:pt x="0" y="0"/>
                </a:moveTo>
                <a:lnTo>
                  <a:pt x="429182" y="0"/>
                </a:lnTo>
                <a:lnTo>
                  <a:pt x="42918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41" name="object 41">
            <a:extLst>
              <a:ext uri="{FF2B5EF4-FFF2-40B4-BE49-F238E27FC236}">
                <a16:creationId xmlns:a16="http://schemas.microsoft.com/office/drawing/2014/main" id="{CA84D09C-D39D-4718-5D8F-5DFBD2495BC3}"/>
              </a:ext>
            </a:extLst>
          </p:cNvPr>
          <p:cNvSpPr txBox="1"/>
          <p:nvPr/>
        </p:nvSpPr>
        <p:spPr>
          <a:xfrm>
            <a:off x="1158875" y="5037138"/>
            <a:ext cx="344488" cy="187325"/>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5</a:t>
            </a:r>
            <a:endParaRPr sz="1050">
              <a:latin typeface="Lucida Sans"/>
              <a:cs typeface="Lucida Sans"/>
            </a:endParaRPr>
          </a:p>
        </p:txBody>
      </p:sp>
      <p:grpSp>
        <p:nvGrpSpPr>
          <p:cNvPr id="97298" name="object 42">
            <a:extLst>
              <a:ext uri="{FF2B5EF4-FFF2-40B4-BE49-F238E27FC236}">
                <a16:creationId xmlns:a16="http://schemas.microsoft.com/office/drawing/2014/main" id="{F79C58F6-CF9C-98D3-AC3C-F03B2A0EC5EA}"/>
              </a:ext>
            </a:extLst>
          </p:cNvPr>
          <p:cNvGrpSpPr>
            <a:grpSpLocks/>
          </p:cNvGrpSpPr>
          <p:nvPr/>
        </p:nvGrpSpPr>
        <p:grpSpPr bwMode="auto">
          <a:xfrm>
            <a:off x="438150" y="3673475"/>
            <a:ext cx="3821113" cy="2957513"/>
            <a:chOff x="1811288" y="4221119"/>
            <a:chExt cx="3821429" cy="2958465"/>
          </a:xfrm>
        </p:grpSpPr>
        <p:sp>
          <p:nvSpPr>
            <p:cNvPr id="97329" name="object 43">
              <a:extLst>
                <a:ext uri="{FF2B5EF4-FFF2-40B4-BE49-F238E27FC236}">
                  <a16:creationId xmlns:a16="http://schemas.microsoft.com/office/drawing/2014/main" id="{640ED033-DEA8-7232-FD9F-90B307E38A7B}"/>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30" name="object 44">
              <a:extLst>
                <a:ext uri="{FF2B5EF4-FFF2-40B4-BE49-F238E27FC236}">
                  <a16:creationId xmlns:a16="http://schemas.microsoft.com/office/drawing/2014/main" id="{8BC8CF52-3060-6025-DF74-3C3C250D19E1}"/>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31" name="object 45">
              <a:extLst>
                <a:ext uri="{FF2B5EF4-FFF2-40B4-BE49-F238E27FC236}">
                  <a16:creationId xmlns:a16="http://schemas.microsoft.com/office/drawing/2014/main" id="{D2AAD1C5-AEA8-48BC-744A-FCCF133245CA}"/>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32" name="object 46">
              <a:extLst>
                <a:ext uri="{FF2B5EF4-FFF2-40B4-BE49-F238E27FC236}">
                  <a16:creationId xmlns:a16="http://schemas.microsoft.com/office/drawing/2014/main" id="{5CCF2648-6285-79CA-C3DE-DE3E570E155E}"/>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33" name="object 47">
              <a:extLst>
                <a:ext uri="{FF2B5EF4-FFF2-40B4-BE49-F238E27FC236}">
                  <a16:creationId xmlns:a16="http://schemas.microsoft.com/office/drawing/2014/main" id="{B3011121-ABA8-77B8-D2D1-19F50E1F26BD}"/>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34" name="object 48">
              <a:extLst>
                <a:ext uri="{FF2B5EF4-FFF2-40B4-BE49-F238E27FC236}">
                  <a16:creationId xmlns:a16="http://schemas.microsoft.com/office/drawing/2014/main" id="{C05C673D-08A8-BE96-F757-A28D80987987}"/>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35" name="object 49">
              <a:extLst>
                <a:ext uri="{FF2B5EF4-FFF2-40B4-BE49-F238E27FC236}">
                  <a16:creationId xmlns:a16="http://schemas.microsoft.com/office/drawing/2014/main" id="{755FAB8B-B0D1-F9EE-4B0A-0E612B961F27}"/>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36" name="object 50">
              <a:extLst>
                <a:ext uri="{FF2B5EF4-FFF2-40B4-BE49-F238E27FC236}">
                  <a16:creationId xmlns:a16="http://schemas.microsoft.com/office/drawing/2014/main" id="{61414B25-CE5E-874F-3DBA-3264ADFFA195}"/>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37" name="object 51">
              <a:extLst>
                <a:ext uri="{FF2B5EF4-FFF2-40B4-BE49-F238E27FC236}">
                  <a16:creationId xmlns:a16="http://schemas.microsoft.com/office/drawing/2014/main" id="{29B55A86-D8E1-1941-9BAC-BE4C2C0676A9}"/>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38" name="object 52">
              <a:extLst>
                <a:ext uri="{FF2B5EF4-FFF2-40B4-BE49-F238E27FC236}">
                  <a16:creationId xmlns:a16="http://schemas.microsoft.com/office/drawing/2014/main" id="{D7E9DE24-3809-0874-6B32-CD8064C7B02E}"/>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39" name="object 53">
              <a:extLst>
                <a:ext uri="{FF2B5EF4-FFF2-40B4-BE49-F238E27FC236}">
                  <a16:creationId xmlns:a16="http://schemas.microsoft.com/office/drawing/2014/main" id="{F28A7920-FBE1-1301-35E7-ED5605E5002B}"/>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40" name="object 54">
              <a:extLst>
                <a:ext uri="{FF2B5EF4-FFF2-40B4-BE49-F238E27FC236}">
                  <a16:creationId xmlns:a16="http://schemas.microsoft.com/office/drawing/2014/main" id="{CAB11D78-CF13-963E-F888-2075B8E30F4A}"/>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7299" name="object 55">
            <a:extLst>
              <a:ext uri="{FF2B5EF4-FFF2-40B4-BE49-F238E27FC236}">
                <a16:creationId xmlns:a16="http://schemas.microsoft.com/office/drawing/2014/main" id="{DED704FC-8E8C-85F9-1951-7DF69B491DE8}"/>
              </a:ext>
            </a:extLst>
          </p:cNvPr>
          <p:cNvSpPr txBox="1">
            <a:spLocks noChangeArrowheads="1"/>
          </p:cNvSpPr>
          <p:nvPr/>
        </p:nvSpPr>
        <p:spPr bwMode="auto">
          <a:xfrm>
            <a:off x="525463" y="4994275"/>
            <a:ext cx="103187"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s</a:t>
            </a:r>
            <a:endParaRPr lang="zh-CN" altLang="zh-CN" sz="1200">
              <a:latin typeface="Lucida Sans" panose="020B0602030504020204" pitchFamily="34" charset="0"/>
            </a:endParaRPr>
          </a:p>
        </p:txBody>
      </p:sp>
      <p:grpSp>
        <p:nvGrpSpPr>
          <p:cNvPr id="97300" name="object 56">
            <a:extLst>
              <a:ext uri="{FF2B5EF4-FFF2-40B4-BE49-F238E27FC236}">
                <a16:creationId xmlns:a16="http://schemas.microsoft.com/office/drawing/2014/main" id="{6655AA33-566B-E831-E4AE-58401A3330D6}"/>
              </a:ext>
            </a:extLst>
          </p:cNvPr>
          <p:cNvGrpSpPr>
            <a:grpSpLocks/>
          </p:cNvGrpSpPr>
          <p:nvPr/>
        </p:nvGrpSpPr>
        <p:grpSpPr bwMode="auto">
          <a:xfrm>
            <a:off x="5510213" y="4986338"/>
            <a:ext cx="277812" cy="277812"/>
            <a:chOff x="6883621" y="5535110"/>
            <a:chExt cx="277495" cy="277495"/>
          </a:xfrm>
        </p:grpSpPr>
        <p:sp>
          <p:nvSpPr>
            <p:cNvPr id="97327" name="object 57">
              <a:extLst>
                <a:ext uri="{FF2B5EF4-FFF2-40B4-BE49-F238E27FC236}">
                  <a16:creationId xmlns:a16="http://schemas.microsoft.com/office/drawing/2014/main" id="{75F860FD-399D-B5F1-0824-5015C66DF5CE}"/>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28" name="object 58">
              <a:extLst>
                <a:ext uri="{FF2B5EF4-FFF2-40B4-BE49-F238E27FC236}">
                  <a16:creationId xmlns:a16="http://schemas.microsoft.com/office/drawing/2014/main" id="{C421C964-6744-C6CE-062F-AF34B1E68199}"/>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7301" name="object 59">
            <a:extLst>
              <a:ext uri="{FF2B5EF4-FFF2-40B4-BE49-F238E27FC236}">
                <a16:creationId xmlns:a16="http://schemas.microsoft.com/office/drawing/2014/main" id="{DE687CF7-90A7-432E-AE21-E2C9100668BA}"/>
              </a:ext>
            </a:extLst>
          </p:cNvPr>
          <p:cNvSpPr txBox="1">
            <a:spLocks noChangeArrowheads="1"/>
          </p:cNvSpPr>
          <p:nvPr/>
        </p:nvSpPr>
        <p:spPr bwMode="auto">
          <a:xfrm>
            <a:off x="5607050" y="4997450"/>
            <a:ext cx="8255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FFFFFF"/>
                </a:solidFill>
                <a:latin typeface="Lucida Sans" panose="020B0602030504020204" pitchFamily="34" charset="0"/>
              </a:rPr>
              <a:t>t</a:t>
            </a:r>
            <a:endParaRPr lang="zh-CN" altLang="zh-CN" sz="1200">
              <a:latin typeface="Lucida Sans" panose="020B0602030504020204" pitchFamily="34" charset="0"/>
            </a:endParaRPr>
          </a:p>
        </p:txBody>
      </p:sp>
      <p:sp>
        <p:nvSpPr>
          <p:cNvPr id="97302" name="object 60">
            <a:extLst>
              <a:ext uri="{FF2B5EF4-FFF2-40B4-BE49-F238E27FC236}">
                <a16:creationId xmlns:a16="http://schemas.microsoft.com/office/drawing/2014/main" id="{43ECC69D-BD94-63CD-EA74-4181A41E5A6C}"/>
              </a:ext>
            </a:extLst>
          </p:cNvPr>
          <p:cNvSpPr>
            <a:spLocks/>
          </p:cNvSpPr>
          <p:nvPr/>
        </p:nvSpPr>
        <p:spPr bwMode="auto">
          <a:xfrm>
            <a:off x="4641850" y="4229100"/>
            <a:ext cx="496888" cy="458788"/>
          </a:xfrm>
          <a:custGeom>
            <a:avLst/>
            <a:gdLst>
              <a:gd name="T0" fmla="*/ 106951 w 496570"/>
              <a:gd name="T1" fmla="*/ 0 h 459104"/>
              <a:gd name="T2" fmla="*/ 0 w 496570"/>
              <a:gd name="T3" fmla="*/ 121406 h 459104"/>
              <a:gd name="T4" fmla="*/ 394978 w 496570"/>
              <a:gd name="T5" fmla="*/ 453113 h 459104"/>
              <a:gd name="T6" fmla="*/ 501933 w 496570"/>
              <a:gd name="T7" fmla="*/ 331706 h 459104"/>
              <a:gd name="T8" fmla="*/ 106951 w 496570"/>
              <a:gd name="T9" fmla="*/ 0 h 459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570" h="459104">
                <a:moveTo>
                  <a:pt x="105727" y="0"/>
                </a:moveTo>
                <a:lnTo>
                  <a:pt x="0" y="122920"/>
                </a:lnTo>
                <a:lnTo>
                  <a:pt x="390453" y="458764"/>
                </a:lnTo>
                <a:lnTo>
                  <a:pt x="496182" y="335843"/>
                </a:lnTo>
                <a:lnTo>
                  <a:pt x="10572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61" name="object 61">
            <a:extLst>
              <a:ext uri="{FF2B5EF4-FFF2-40B4-BE49-F238E27FC236}">
                <a16:creationId xmlns:a16="http://schemas.microsoft.com/office/drawing/2014/main" id="{47D27570-E633-ABEB-CA5E-1FE0F2B049E1}"/>
              </a:ext>
            </a:extLst>
          </p:cNvPr>
          <p:cNvSpPr txBox="1"/>
          <p:nvPr/>
        </p:nvSpPr>
        <p:spPr>
          <a:xfrm rot="2400000">
            <a:off x="4678363" y="4387850"/>
            <a:ext cx="428625" cy="133350"/>
          </a:xfrm>
          <a:prstGeom prst="rect">
            <a:avLst/>
          </a:prstGeom>
        </p:spPr>
        <p:txBody>
          <a:bodyPr lIns="0" tIns="0" rIns="0" bIns="0">
            <a:spAutoFit/>
          </a:bodyPr>
          <a:lstStyle/>
          <a:p>
            <a:pPr>
              <a:lnSpc>
                <a:spcPts val="1040"/>
              </a:lnSpc>
              <a:defRPr/>
            </a:pPr>
            <a:r>
              <a:rPr sz="1050" dirty="0">
                <a:solidFill>
                  <a:srgbClr val="0048AA"/>
                </a:solidFill>
                <a:latin typeface="Lucida Sans"/>
                <a:cs typeface="Lucida Sans"/>
              </a:rPr>
              <a:t>5</a:t>
            </a:r>
            <a:r>
              <a:rPr sz="1050" spc="-20" dirty="0">
                <a:solidFill>
                  <a:srgbClr val="0048AA"/>
                </a:solidFill>
                <a:latin typeface="Lucida Sans"/>
                <a:cs typeface="Lucida Sans"/>
              </a:rPr>
              <a:t> </a:t>
            </a:r>
            <a:r>
              <a:rPr sz="1050" dirty="0">
                <a:solidFill>
                  <a:srgbClr val="0048AA"/>
                </a:solidFill>
                <a:latin typeface="Lucida Sans"/>
                <a:cs typeface="Lucida Sans"/>
              </a:rPr>
              <a:t>/</a:t>
            </a:r>
            <a:r>
              <a:rPr sz="1050" spc="-20" dirty="0">
                <a:solidFill>
                  <a:srgbClr val="0048AA"/>
                </a:solidFill>
                <a:latin typeface="Lucida Sans"/>
                <a:cs typeface="Lucida Sans"/>
              </a:rPr>
              <a:t> </a:t>
            </a:r>
            <a:r>
              <a:rPr sz="1050" spc="-25" dirty="0">
                <a:solidFill>
                  <a:srgbClr val="0048AA"/>
                </a:solidFill>
                <a:latin typeface="Lucida Sans"/>
                <a:cs typeface="Lucida Sans"/>
              </a:rPr>
              <a:t>10</a:t>
            </a:r>
            <a:endParaRPr sz="1050">
              <a:latin typeface="Lucida Sans"/>
              <a:cs typeface="Lucida Sans"/>
            </a:endParaRPr>
          </a:p>
        </p:txBody>
      </p:sp>
      <p:sp>
        <p:nvSpPr>
          <p:cNvPr id="97304" name="object 62">
            <a:extLst>
              <a:ext uri="{FF2B5EF4-FFF2-40B4-BE49-F238E27FC236}">
                <a16:creationId xmlns:a16="http://schemas.microsoft.com/office/drawing/2014/main" id="{2BEE2789-AA1F-F576-F7EF-022DBE8AF77C}"/>
              </a:ext>
            </a:extLst>
          </p:cNvPr>
          <p:cNvSpPr>
            <a:spLocks/>
          </p:cNvSpPr>
          <p:nvPr/>
        </p:nvSpPr>
        <p:spPr bwMode="auto">
          <a:xfrm>
            <a:off x="2909888" y="3711575"/>
            <a:ext cx="476250" cy="163513"/>
          </a:xfrm>
          <a:custGeom>
            <a:avLst/>
            <a:gdLst>
              <a:gd name="T0" fmla="*/ 0 w 476885"/>
              <a:gd name="T1" fmla="*/ 0 h 162560"/>
              <a:gd name="T2" fmla="*/ 465568 w 476885"/>
              <a:gd name="T3" fmla="*/ 0 h 162560"/>
              <a:gd name="T4" fmla="*/ 465568 w 476885"/>
              <a:gd name="T5" fmla="*/ 180127 h 162560"/>
              <a:gd name="T6" fmla="*/ 0 w 476885"/>
              <a:gd name="T7" fmla="*/ 180127 h 162560"/>
              <a:gd name="T8" fmla="*/ 0 w 4768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6885" h="162560">
                <a:moveTo>
                  <a:pt x="0" y="0"/>
                </a:moveTo>
                <a:lnTo>
                  <a:pt x="476869" y="0"/>
                </a:lnTo>
                <a:lnTo>
                  <a:pt x="476869"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63" name="object 63">
            <a:extLst>
              <a:ext uri="{FF2B5EF4-FFF2-40B4-BE49-F238E27FC236}">
                <a16:creationId xmlns:a16="http://schemas.microsoft.com/office/drawing/2014/main" id="{F75E72CA-DB32-E1A8-1762-D3B56405B009}"/>
              </a:ext>
            </a:extLst>
          </p:cNvPr>
          <p:cNvSpPr txBox="1"/>
          <p:nvPr/>
        </p:nvSpPr>
        <p:spPr>
          <a:xfrm>
            <a:off x="2974975" y="3679825"/>
            <a:ext cx="344488"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9</a:t>
            </a:r>
            <a:endParaRPr sz="1050">
              <a:latin typeface="Lucida Sans"/>
              <a:cs typeface="Lucida Sans"/>
            </a:endParaRPr>
          </a:p>
        </p:txBody>
      </p:sp>
      <p:sp>
        <p:nvSpPr>
          <p:cNvPr id="164" name="object 64">
            <a:extLst>
              <a:ext uri="{FF2B5EF4-FFF2-40B4-BE49-F238E27FC236}">
                <a16:creationId xmlns:a16="http://schemas.microsoft.com/office/drawing/2014/main" id="{CE84EC2E-5BF0-AF3D-DDB6-84FEFDB8E4D6}"/>
              </a:ext>
            </a:extLst>
          </p:cNvPr>
          <p:cNvSpPr txBox="1"/>
          <p:nvPr/>
        </p:nvSpPr>
        <p:spPr>
          <a:xfrm>
            <a:off x="2970213" y="5035550"/>
            <a:ext cx="344487"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8</a:t>
            </a:r>
            <a:endParaRPr sz="1050">
              <a:latin typeface="Lucida Sans"/>
              <a:cs typeface="Lucida Sans"/>
            </a:endParaRPr>
          </a:p>
        </p:txBody>
      </p:sp>
      <p:sp>
        <p:nvSpPr>
          <p:cNvPr id="97307" name="object 65">
            <a:extLst>
              <a:ext uri="{FF2B5EF4-FFF2-40B4-BE49-F238E27FC236}">
                <a16:creationId xmlns:a16="http://schemas.microsoft.com/office/drawing/2014/main" id="{9655AA9B-CC95-24E7-ABF7-928C256BD6C5}"/>
              </a:ext>
            </a:extLst>
          </p:cNvPr>
          <p:cNvSpPr>
            <a:spLocks/>
          </p:cNvSpPr>
          <p:nvPr/>
        </p:nvSpPr>
        <p:spPr bwMode="auto">
          <a:xfrm>
            <a:off x="2887663" y="4259263"/>
            <a:ext cx="528637" cy="419100"/>
          </a:xfrm>
          <a:custGeom>
            <a:avLst/>
            <a:gdLst>
              <a:gd name="T0" fmla="*/ 84339 w 529589"/>
              <a:gd name="T1" fmla="*/ 0 h 419100"/>
              <a:gd name="T2" fmla="*/ 0 w 529589"/>
              <a:gd name="T3" fmla="*/ 136744 h 419100"/>
              <a:gd name="T4" fmla="*/ 428309 w 529589"/>
              <a:gd name="T5" fmla="*/ 418589 h 419100"/>
              <a:gd name="T6" fmla="*/ 512647 w 529589"/>
              <a:gd name="T7" fmla="*/ 281844 h 419100"/>
              <a:gd name="T8" fmla="*/ 84339 w 529589"/>
              <a:gd name="T9" fmla="*/ 0 h 419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589" h="419100">
                <a:moveTo>
                  <a:pt x="87115" y="0"/>
                </a:moveTo>
                <a:lnTo>
                  <a:pt x="0" y="136744"/>
                </a:lnTo>
                <a:lnTo>
                  <a:pt x="442407" y="418589"/>
                </a:lnTo>
                <a:lnTo>
                  <a:pt x="529522" y="281844"/>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66" name="object 66">
            <a:extLst>
              <a:ext uri="{FF2B5EF4-FFF2-40B4-BE49-F238E27FC236}">
                <a16:creationId xmlns:a16="http://schemas.microsoft.com/office/drawing/2014/main" id="{E21EA70C-EBB5-07C9-41DD-302076B1645C}"/>
              </a:ext>
            </a:extLst>
          </p:cNvPr>
          <p:cNvSpPr txBox="1"/>
          <p:nvPr/>
        </p:nvSpPr>
        <p:spPr>
          <a:xfrm rot="1920000">
            <a:off x="2941638" y="4397375"/>
            <a:ext cx="427037" cy="133350"/>
          </a:xfrm>
          <a:prstGeom prst="rect">
            <a:avLst/>
          </a:prstGeom>
        </p:spPr>
        <p:txBody>
          <a:bodyPr lIns="0" tIns="0" rIns="0" bIns="0">
            <a:spAutoFit/>
          </a:bodyPr>
          <a:lstStyle/>
          <a:p>
            <a:pPr>
              <a:lnSpc>
                <a:spcPts val="1045"/>
              </a:lnSpc>
              <a:defRPr/>
            </a:pPr>
            <a:r>
              <a:rPr sz="1050" dirty="0">
                <a:latin typeface="Lucida Sans"/>
                <a:cs typeface="Lucida Sans"/>
              </a:rPr>
              <a:t>5</a:t>
            </a:r>
            <a:r>
              <a:rPr sz="1050" spc="-15" dirty="0">
                <a:latin typeface="Lucida Sans"/>
                <a:cs typeface="Lucida Sans"/>
              </a:rPr>
              <a:t> </a:t>
            </a:r>
            <a:r>
              <a:rPr sz="1050" dirty="0">
                <a:latin typeface="Lucida Sans"/>
                <a:cs typeface="Lucida Sans"/>
              </a:rPr>
              <a:t>/</a:t>
            </a:r>
            <a:r>
              <a:rPr sz="1050" spc="-15" dirty="0">
                <a:latin typeface="Lucida Sans"/>
                <a:cs typeface="Lucida Sans"/>
              </a:rPr>
              <a:t> </a:t>
            </a:r>
            <a:r>
              <a:rPr sz="1050" spc="-35" dirty="0">
                <a:latin typeface="Lucida Sans"/>
                <a:cs typeface="Lucida Sans"/>
              </a:rPr>
              <a:t>15</a:t>
            </a:r>
            <a:endParaRPr sz="1050">
              <a:latin typeface="Lucida Sans"/>
              <a:cs typeface="Lucida Sans"/>
            </a:endParaRPr>
          </a:p>
        </p:txBody>
      </p:sp>
      <p:grpSp>
        <p:nvGrpSpPr>
          <p:cNvPr id="97309" name="object 67">
            <a:extLst>
              <a:ext uri="{FF2B5EF4-FFF2-40B4-BE49-F238E27FC236}">
                <a16:creationId xmlns:a16="http://schemas.microsoft.com/office/drawing/2014/main" id="{F560F396-E262-DD87-ADC6-52D9EAF979E0}"/>
              </a:ext>
            </a:extLst>
          </p:cNvPr>
          <p:cNvGrpSpPr>
            <a:grpSpLocks/>
          </p:cNvGrpSpPr>
          <p:nvPr/>
        </p:nvGrpSpPr>
        <p:grpSpPr bwMode="auto">
          <a:xfrm>
            <a:off x="1973263" y="3673475"/>
            <a:ext cx="3216275" cy="2382838"/>
            <a:chOff x="3346642" y="4221119"/>
            <a:chExt cx="3215640" cy="2383155"/>
          </a:xfrm>
        </p:grpSpPr>
        <p:sp>
          <p:nvSpPr>
            <p:cNvPr id="97324" name="object 68">
              <a:extLst>
                <a:ext uri="{FF2B5EF4-FFF2-40B4-BE49-F238E27FC236}">
                  <a16:creationId xmlns:a16="http://schemas.microsoft.com/office/drawing/2014/main" id="{4338A280-CBA9-C91D-0610-0F7010949C99}"/>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7325" name="object 69">
              <a:extLst>
                <a:ext uri="{FF2B5EF4-FFF2-40B4-BE49-F238E27FC236}">
                  <a16:creationId xmlns:a16="http://schemas.microsoft.com/office/drawing/2014/main" id="{308BF36C-52B4-3826-4F5F-4FFD8BE553D7}"/>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7326" name="object 70">
              <a:extLst>
                <a:ext uri="{FF2B5EF4-FFF2-40B4-BE49-F238E27FC236}">
                  <a16:creationId xmlns:a16="http://schemas.microsoft.com/office/drawing/2014/main" id="{55813AE5-2189-58CD-31CA-0FAF0F387017}"/>
                </a:ext>
              </a:extLst>
            </p:cNvPr>
            <p:cNvSpPr>
              <a:spLocks/>
            </p:cNvSpPr>
            <p:nvPr/>
          </p:nvSpPr>
          <p:spPr bwMode="auto">
            <a:xfrm>
              <a:off x="6002439" y="6086831"/>
              <a:ext cx="559435" cy="517525"/>
            </a:xfrm>
            <a:custGeom>
              <a:avLst/>
              <a:gdLst>
                <a:gd name="T0" fmla="*/ 452800 w 559434"/>
                <a:gd name="T1" fmla="*/ 0 h 517525"/>
                <a:gd name="T2" fmla="*/ 0 w 559434"/>
                <a:gd name="T3" fmla="*/ 394987 h 517525"/>
                <a:gd name="T4" fmla="*/ 106583 w 559434"/>
                <a:gd name="T5" fmla="*/ 517167 h 517525"/>
                <a:gd name="T6" fmla="*/ 559384 w 559434"/>
                <a:gd name="T7" fmla="*/ 122179 h 517525"/>
                <a:gd name="T8" fmla="*/ 452800 w 559434"/>
                <a:gd name="T9" fmla="*/ 0 h 517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9434" h="517525">
                  <a:moveTo>
                    <a:pt x="452782" y="0"/>
                  </a:moveTo>
                  <a:lnTo>
                    <a:pt x="0" y="394987"/>
                  </a:lnTo>
                  <a:lnTo>
                    <a:pt x="106583" y="517167"/>
                  </a:lnTo>
                  <a:lnTo>
                    <a:pt x="559366" y="122179"/>
                  </a:lnTo>
                  <a:lnTo>
                    <a:pt x="4527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171" name="object 71">
            <a:extLst>
              <a:ext uri="{FF2B5EF4-FFF2-40B4-BE49-F238E27FC236}">
                <a16:creationId xmlns:a16="http://schemas.microsoft.com/office/drawing/2014/main" id="{1F3C484B-EE8A-968C-3C25-A88CB30956DA}"/>
              </a:ext>
            </a:extLst>
          </p:cNvPr>
          <p:cNvSpPr txBox="1"/>
          <p:nvPr/>
        </p:nvSpPr>
        <p:spPr>
          <a:xfrm rot="19140000">
            <a:off x="4651375" y="5726113"/>
            <a:ext cx="506413" cy="133350"/>
          </a:xfrm>
          <a:prstGeom prst="rect">
            <a:avLst/>
          </a:prstGeom>
        </p:spPr>
        <p:txBody>
          <a:bodyPr lIns="0" tIns="0" rIns="0" bIns="0">
            <a:spAutoFit/>
          </a:bodyPr>
          <a:lstStyle/>
          <a:p>
            <a:pPr>
              <a:lnSpc>
                <a:spcPts val="1050"/>
              </a:lnSpc>
              <a:defRPr/>
            </a:pPr>
            <a:r>
              <a:rPr sz="1050" dirty="0">
                <a:solidFill>
                  <a:srgbClr val="0048AA"/>
                </a:solidFill>
                <a:latin typeface="Lucida Sans"/>
                <a:cs typeface="Lucida Sans"/>
              </a:rPr>
              <a:t>10</a:t>
            </a:r>
            <a:r>
              <a:rPr sz="1050" spc="-5" dirty="0">
                <a:solidFill>
                  <a:srgbClr val="0048AA"/>
                </a:solidFill>
                <a:latin typeface="Lucida Sans"/>
                <a:cs typeface="Lucida Sans"/>
              </a:rPr>
              <a:t> </a:t>
            </a:r>
            <a:r>
              <a:rPr sz="1050" dirty="0">
                <a:solidFill>
                  <a:srgbClr val="0048AA"/>
                </a:solidFill>
                <a:latin typeface="Lucida Sans"/>
                <a:cs typeface="Lucida Sans"/>
              </a:rPr>
              <a:t>/</a:t>
            </a:r>
            <a:r>
              <a:rPr sz="1050" spc="-5" dirty="0">
                <a:solidFill>
                  <a:srgbClr val="0048AA"/>
                </a:solidFill>
                <a:latin typeface="Lucida Sans"/>
                <a:cs typeface="Lucida Sans"/>
              </a:rPr>
              <a:t> </a:t>
            </a:r>
            <a:r>
              <a:rPr sz="1050" spc="-35" dirty="0">
                <a:solidFill>
                  <a:srgbClr val="0048AA"/>
                </a:solidFill>
                <a:latin typeface="Lucida Sans"/>
                <a:cs typeface="Lucida Sans"/>
              </a:rPr>
              <a:t>10</a:t>
            </a:r>
            <a:endParaRPr sz="1050">
              <a:latin typeface="Lucida Sans"/>
              <a:cs typeface="Lucida Sans"/>
            </a:endParaRPr>
          </a:p>
        </p:txBody>
      </p:sp>
      <p:sp>
        <p:nvSpPr>
          <p:cNvPr id="97311" name="object 72">
            <a:extLst>
              <a:ext uri="{FF2B5EF4-FFF2-40B4-BE49-F238E27FC236}">
                <a16:creationId xmlns:a16="http://schemas.microsoft.com/office/drawing/2014/main" id="{1ABFCA91-F904-6B9D-4429-BB685FDBB210}"/>
              </a:ext>
            </a:extLst>
          </p:cNvPr>
          <p:cNvSpPr>
            <a:spLocks/>
          </p:cNvSpPr>
          <p:nvPr/>
        </p:nvSpPr>
        <p:spPr bwMode="auto">
          <a:xfrm>
            <a:off x="1025525" y="5549900"/>
            <a:ext cx="585788" cy="546100"/>
          </a:xfrm>
          <a:custGeom>
            <a:avLst/>
            <a:gdLst>
              <a:gd name="T0" fmla="*/ 108919 w 585469"/>
              <a:gd name="T1" fmla="*/ 0 h 546734"/>
              <a:gd name="T2" fmla="*/ 0 w 585469"/>
              <a:gd name="T3" fmla="*/ 118554 h 546734"/>
              <a:gd name="T4" fmla="*/ 481806 w 585469"/>
              <a:gd name="T5" fmla="*/ 534854 h 546734"/>
              <a:gd name="T6" fmla="*/ 590727 w 585469"/>
              <a:gd name="T7" fmla="*/ 416299 h 546734"/>
              <a:gd name="T8" fmla="*/ 108919 w 585469"/>
              <a:gd name="T9" fmla="*/ 0 h 546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469" h="546734">
                <a:moveTo>
                  <a:pt x="107857" y="0"/>
                </a:moveTo>
                <a:lnTo>
                  <a:pt x="0" y="121056"/>
                </a:lnTo>
                <a:lnTo>
                  <a:pt x="477105" y="546142"/>
                </a:lnTo>
                <a:lnTo>
                  <a:pt x="584963" y="425085"/>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73" name="object 73">
            <a:extLst>
              <a:ext uri="{FF2B5EF4-FFF2-40B4-BE49-F238E27FC236}">
                <a16:creationId xmlns:a16="http://schemas.microsoft.com/office/drawing/2014/main" id="{F8BAAC3C-B659-6892-B7E8-12A10A9210F3}"/>
              </a:ext>
            </a:extLst>
          </p:cNvPr>
          <p:cNvSpPr txBox="1"/>
          <p:nvPr/>
        </p:nvSpPr>
        <p:spPr>
          <a:xfrm rot="2460000">
            <a:off x="1066800" y="5753100"/>
            <a:ext cx="509588" cy="133350"/>
          </a:xfrm>
          <a:prstGeom prst="rect">
            <a:avLst/>
          </a:prstGeom>
        </p:spPr>
        <p:txBody>
          <a:bodyPr lIns="0" tIns="0" rIns="0" bIns="0">
            <a:spAutoFit/>
          </a:bodyPr>
          <a:lstStyle/>
          <a:p>
            <a:pPr>
              <a:lnSpc>
                <a:spcPts val="1045"/>
              </a:lnSpc>
              <a:defRPr/>
            </a:pPr>
            <a:r>
              <a:rPr sz="1575" baseline="2645" dirty="0">
                <a:latin typeface="Lucida Sans"/>
                <a:cs typeface="Lucida Sans"/>
              </a:rPr>
              <a:t>10</a:t>
            </a:r>
            <a:r>
              <a:rPr sz="1575" spc="-44" baseline="2645"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15</a:t>
            </a:r>
            <a:endParaRPr sz="1050">
              <a:latin typeface="Lucida Sans"/>
              <a:cs typeface="Lucida Sans"/>
            </a:endParaRPr>
          </a:p>
        </p:txBody>
      </p:sp>
      <p:sp>
        <p:nvSpPr>
          <p:cNvPr id="97313" name="object 74">
            <a:extLst>
              <a:ext uri="{FF2B5EF4-FFF2-40B4-BE49-F238E27FC236}">
                <a16:creationId xmlns:a16="http://schemas.microsoft.com/office/drawing/2014/main" id="{3B952A49-39CA-A15D-122D-9CB9C3A187CF}"/>
              </a:ext>
            </a:extLst>
          </p:cNvPr>
          <p:cNvSpPr>
            <a:spLocks/>
          </p:cNvSpPr>
          <p:nvPr/>
        </p:nvSpPr>
        <p:spPr bwMode="auto">
          <a:xfrm>
            <a:off x="3886200" y="4278313"/>
            <a:ext cx="525463" cy="287337"/>
          </a:xfrm>
          <a:custGeom>
            <a:avLst/>
            <a:gdLst>
              <a:gd name="T0" fmla="*/ 0 w 525145"/>
              <a:gd name="T1" fmla="*/ 0 h 286385"/>
              <a:gd name="T2" fmla="*/ 530304 w 525145"/>
              <a:gd name="T3" fmla="*/ 0 h 286385"/>
              <a:gd name="T4" fmla="*/ 530304 w 525145"/>
              <a:gd name="T5" fmla="*/ 303733 h 286385"/>
              <a:gd name="T6" fmla="*/ 0 w 525145"/>
              <a:gd name="T7" fmla="*/ 303733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75" name="object 75">
            <a:extLst>
              <a:ext uri="{FF2B5EF4-FFF2-40B4-BE49-F238E27FC236}">
                <a16:creationId xmlns:a16="http://schemas.microsoft.com/office/drawing/2014/main" id="{4A8EBAEA-01D7-672F-A758-136A23ED571D}"/>
              </a:ext>
            </a:extLst>
          </p:cNvPr>
          <p:cNvSpPr txBox="1"/>
          <p:nvPr/>
        </p:nvSpPr>
        <p:spPr>
          <a:xfrm>
            <a:off x="3933825" y="4313238"/>
            <a:ext cx="430213" cy="187325"/>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25" dirty="0">
                <a:solidFill>
                  <a:srgbClr val="BABABA"/>
                </a:solidFill>
                <a:latin typeface="Lucida Sans"/>
                <a:cs typeface="Lucida Sans"/>
              </a:rPr>
              <a:t>15</a:t>
            </a:r>
            <a:endParaRPr sz="1050">
              <a:latin typeface="Lucida Sans"/>
              <a:cs typeface="Lucida Sans"/>
            </a:endParaRPr>
          </a:p>
        </p:txBody>
      </p:sp>
      <p:sp>
        <p:nvSpPr>
          <p:cNvPr id="176" name="object 76">
            <a:extLst>
              <a:ext uri="{FF2B5EF4-FFF2-40B4-BE49-F238E27FC236}">
                <a16:creationId xmlns:a16="http://schemas.microsoft.com/office/drawing/2014/main" id="{3DF5EA6E-C910-7838-1D0A-8F5F151A6BE1}"/>
              </a:ext>
            </a:extLst>
          </p:cNvPr>
          <p:cNvSpPr txBox="1"/>
          <p:nvPr/>
        </p:nvSpPr>
        <p:spPr>
          <a:xfrm>
            <a:off x="5491163" y="5521325"/>
            <a:ext cx="3386137" cy="319088"/>
          </a:xfrm>
          <a:prstGeom prst="rect">
            <a:avLst/>
          </a:prstGeom>
        </p:spPr>
        <p:txBody>
          <a:bodyPr lIns="0" tIns="12700" rIns="0" bIns="0">
            <a:spAutoFit/>
          </a:bodyPr>
          <a:lstStyle/>
          <a:p>
            <a:pPr marL="12700">
              <a:spcBef>
                <a:spcPts val="100"/>
              </a:spcBef>
              <a:defRPr/>
            </a:pPr>
            <a:r>
              <a:rPr sz="2000" dirty="0">
                <a:solidFill>
                  <a:srgbClr val="8D3124"/>
                </a:solidFill>
                <a:latin typeface="Lucida Sans"/>
                <a:cs typeface="Lucida Sans"/>
              </a:rPr>
              <a:t>value</a:t>
            </a:r>
            <a:r>
              <a:rPr sz="2000" spc="385" dirty="0">
                <a:solidFill>
                  <a:srgbClr val="8D3124"/>
                </a:solidFill>
                <a:latin typeface="Lucida Sans"/>
                <a:cs typeface="Lucida Sans"/>
              </a:rPr>
              <a:t> </a:t>
            </a:r>
            <a:r>
              <a:rPr sz="2000" dirty="0">
                <a:solidFill>
                  <a:srgbClr val="8D3124"/>
                </a:solidFill>
                <a:latin typeface="Lucida Sans"/>
                <a:cs typeface="Lucida Sans"/>
              </a:rPr>
              <a:t>=</a:t>
            </a:r>
            <a:r>
              <a:rPr sz="2000" spc="390" dirty="0">
                <a:solidFill>
                  <a:srgbClr val="8D3124"/>
                </a:solidFill>
                <a:latin typeface="Lucida Sans"/>
                <a:cs typeface="Lucida Sans"/>
              </a:rPr>
              <a:t> </a:t>
            </a:r>
            <a:r>
              <a:rPr sz="2000" dirty="0">
                <a:solidFill>
                  <a:srgbClr val="8D3124"/>
                </a:solidFill>
                <a:latin typeface="Lucida Sans"/>
                <a:cs typeface="Lucida Sans"/>
              </a:rPr>
              <a:t>5</a:t>
            </a:r>
            <a:r>
              <a:rPr sz="2000" spc="5" dirty="0">
                <a:solidFill>
                  <a:srgbClr val="8D3124"/>
                </a:solidFill>
                <a:latin typeface="Lucida Sans"/>
                <a:cs typeface="Lucida Sans"/>
              </a:rPr>
              <a:t> </a:t>
            </a:r>
            <a:r>
              <a:rPr sz="2000" dirty="0">
                <a:solidFill>
                  <a:srgbClr val="8D3124"/>
                </a:solidFill>
                <a:latin typeface="Lucida Sans"/>
                <a:cs typeface="Lucida Sans"/>
              </a:rPr>
              <a:t>+</a:t>
            </a:r>
            <a:r>
              <a:rPr sz="2000" spc="5" dirty="0">
                <a:solidFill>
                  <a:srgbClr val="8D3124"/>
                </a:solidFill>
                <a:latin typeface="Lucida Sans"/>
                <a:cs typeface="Lucida Sans"/>
              </a:rPr>
              <a:t> </a:t>
            </a:r>
            <a:r>
              <a:rPr sz="2000" dirty="0">
                <a:solidFill>
                  <a:srgbClr val="8D3124"/>
                </a:solidFill>
                <a:latin typeface="Lucida Sans"/>
                <a:cs typeface="Lucida Sans"/>
              </a:rPr>
              <a:t>10</a:t>
            </a:r>
            <a:r>
              <a:rPr sz="2000" spc="5" dirty="0">
                <a:solidFill>
                  <a:srgbClr val="8D3124"/>
                </a:solidFill>
                <a:latin typeface="Lucida Sans"/>
                <a:cs typeface="Lucida Sans"/>
              </a:rPr>
              <a:t> </a:t>
            </a:r>
            <a:r>
              <a:rPr sz="2000" dirty="0">
                <a:solidFill>
                  <a:srgbClr val="8D3124"/>
                </a:solidFill>
                <a:latin typeface="Lucida Sans"/>
                <a:cs typeface="Lucida Sans"/>
              </a:rPr>
              <a:t>+</a:t>
            </a:r>
            <a:r>
              <a:rPr sz="2000" spc="10" dirty="0">
                <a:solidFill>
                  <a:srgbClr val="8D3124"/>
                </a:solidFill>
                <a:latin typeface="Lucida Sans"/>
                <a:cs typeface="Lucida Sans"/>
              </a:rPr>
              <a:t> </a:t>
            </a:r>
            <a:r>
              <a:rPr sz="2000" dirty="0">
                <a:solidFill>
                  <a:srgbClr val="8D3124"/>
                </a:solidFill>
                <a:latin typeface="Lucida Sans"/>
                <a:cs typeface="Lucida Sans"/>
              </a:rPr>
              <a:t>10</a:t>
            </a:r>
            <a:r>
              <a:rPr sz="2000" spc="385" dirty="0">
                <a:solidFill>
                  <a:srgbClr val="8D3124"/>
                </a:solidFill>
                <a:latin typeface="Lucida Sans"/>
                <a:cs typeface="Lucida Sans"/>
              </a:rPr>
              <a:t> </a:t>
            </a:r>
            <a:r>
              <a:rPr sz="2000" dirty="0">
                <a:solidFill>
                  <a:srgbClr val="8D3124"/>
                </a:solidFill>
                <a:latin typeface="Lucida Sans"/>
                <a:cs typeface="Lucida Sans"/>
              </a:rPr>
              <a:t>=</a:t>
            </a:r>
            <a:r>
              <a:rPr sz="2000" spc="390" dirty="0">
                <a:solidFill>
                  <a:srgbClr val="8D3124"/>
                </a:solidFill>
                <a:latin typeface="Lucida Sans"/>
                <a:cs typeface="Lucida Sans"/>
              </a:rPr>
              <a:t> </a:t>
            </a:r>
            <a:r>
              <a:rPr sz="2000" spc="-25" dirty="0">
                <a:solidFill>
                  <a:srgbClr val="8D3124"/>
                </a:solidFill>
                <a:latin typeface="Lucida Sans"/>
                <a:cs typeface="Lucida Sans"/>
              </a:rPr>
              <a:t>25</a:t>
            </a:r>
            <a:endParaRPr sz="2000" dirty="0">
              <a:latin typeface="Lucida Sans"/>
              <a:cs typeface="Lucida Sans"/>
            </a:endParaRPr>
          </a:p>
        </p:txBody>
      </p:sp>
      <p:sp>
        <p:nvSpPr>
          <p:cNvPr id="97316" name="object 77">
            <a:extLst>
              <a:ext uri="{FF2B5EF4-FFF2-40B4-BE49-F238E27FC236}">
                <a16:creationId xmlns:a16="http://schemas.microsoft.com/office/drawing/2014/main" id="{D7D17F28-CEDD-BF8C-9A95-DC5CBA01D7A7}"/>
              </a:ext>
            </a:extLst>
          </p:cNvPr>
          <p:cNvSpPr>
            <a:spLocks/>
          </p:cNvSpPr>
          <p:nvPr/>
        </p:nvSpPr>
        <p:spPr bwMode="auto">
          <a:xfrm>
            <a:off x="1905000" y="4340225"/>
            <a:ext cx="430213" cy="285750"/>
          </a:xfrm>
          <a:custGeom>
            <a:avLst/>
            <a:gdLst>
              <a:gd name="T0" fmla="*/ 0 w 429260"/>
              <a:gd name="T1" fmla="*/ 0 h 286385"/>
              <a:gd name="T2" fmla="*/ 446661 w 429260"/>
              <a:gd name="T3" fmla="*/ 0 h 286385"/>
              <a:gd name="T4" fmla="*/ 446661 w 429260"/>
              <a:gd name="T5" fmla="*/ 274916 h 286385"/>
              <a:gd name="T6" fmla="*/ 0 w 429260"/>
              <a:gd name="T7" fmla="*/ 274916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3" y="0"/>
                </a:lnTo>
                <a:lnTo>
                  <a:pt x="429183"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78" name="object 78">
            <a:extLst>
              <a:ext uri="{FF2B5EF4-FFF2-40B4-BE49-F238E27FC236}">
                <a16:creationId xmlns:a16="http://schemas.microsoft.com/office/drawing/2014/main" id="{CD272AAD-C986-893C-499A-D0A37931F981}"/>
              </a:ext>
            </a:extLst>
          </p:cNvPr>
          <p:cNvSpPr txBox="1"/>
          <p:nvPr/>
        </p:nvSpPr>
        <p:spPr>
          <a:xfrm>
            <a:off x="1947863" y="4375150"/>
            <a:ext cx="344487" cy="185738"/>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7318" name="object 79">
            <a:extLst>
              <a:ext uri="{FF2B5EF4-FFF2-40B4-BE49-F238E27FC236}">
                <a16:creationId xmlns:a16="http://schemas.microsoft.com/office/drawing/2014/main" id="{D10061CB-844B-5B05-90F1-C4D270BF2001}"/>
              </a:ext>
            </a:extLst>
          </p:cNvPr>
          <p:cNvSpPr>
            <a:spLocks/>
          </p:cNvSpPr>
          <p:nvPr/>
        </p:nvSpPr>
        <p:spPr bwMode="auto">
          <a:xfrm>
            <a:off x="2935288" y="5684838"/>
            <a:ext cx="449262" cy="369887"/>
          </a:xfrm>
          <a:custGeom>
            <a:avLst/>
            <a:gdLst>
              <a:gd name="T0" fmla="*/ 89194 w 448945"/>
              <a:gd name="T1" fmla="*/ 0 h 369570"/>
              <a:gd name="T2" fmla="*/ 0 w 448945"/>
              <a:gd name="T3" fmla="*/ 138248 h 369570"/>
              <a:gd name="T4" fmla="*/ 364959 w 448945"/>
              <a:gd name="T5" fmla="*/ 374996 h 369570"/>
              <a:gd name="T6" fmla="*/ 454153 w 448945"/>
              <a:gd name="T7" fmla="*/ 236747 h 369570"/>
              <a:gd name="T8" fmla="*/ 89194 w 448945"/>
              <a:gd name="T9" fmla="*/ 0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945" h="369570">
                <a:moveTo>
                  <a:pt x="88068" y="0"/>
                </a:moveTo>
                <a:lnTo>
                  <a:pt x="0" y="136132"/>
                </a:lnTo>
                <a:lnTo>
                  <a:pt x="360351" y="369253"/>
                </a:lnTo>
                <a:lnTo>
                  <a:pt x="448419" y="233121"/>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80" name="object 80">
            <a:extLst>
              <a:ext uri="{FF2B5EF4-FFF2-40B4-BE49-F238E27FC236}">
                <a16:creationId xmlns:a16="http://schemas.microsoft.com/office/drawing/2014/main" id="{1BFA2818-8FA1-87B2-6C10-9B5E33D56900}"/>
              </a:ext>
            </a:extLst>
          </p:cNvPr>
          <p:cNvSpPr txBox="1"/>
          <p:nvPr/>
        </p:nvSpPr>
        <p:spPr>
          <a:xfrm rot="1920000">
            <a:off x="2987675" y="5799138"/>
            <a:ext cx="349250" cy="133350"/>
          </a:xfrm>
          <a:prstGeom prst="rect">
            <a:avLst/>
          </a:prstGeom>
        </p:spPr>
        <p:txBody>
          <a:bodyPr lIns="0" tIns="0" rIns="0" bIns="0">
            <a:spAutoFit/>
          </a:bodyPr>
          <a:lstStyle/>
          <a:p>
            <a:pPr>
              <a:lnSpc>
                <a:spcPts val="1045"/>
              </a:lnSpc>
              <a:defRPr/>
            </a:pPr>
            <a:r>
              <a:rPr sz="1575" baseline="2645" dirty="0">
                <a:solidFill>
                  <a:srgbClr val="BABABA"/>
                </a:solidFill>
                <a:latin typeface="Lucida Sans"/>
                <a:cs typeface="Lucida Sans"/>
              </a:rPr>
              <a:t>0</a:t>
            </a:r>
            <a:r>
              <a:rPr sz="1575" spc="-30" baseline="2645" dirty="0">
                <a:solidFill>
                  <a:srgbClr val="BABABA"/>
                </a:solidFill>
                <a:latin typeface="Lucida Sans"/>
                <a:cs typeface="Lucida Sans"/>
              </a:rPr>
              <a:t> </a:t>
            </a:r>
            <a:r>
              <a:rPr sz="1050" dirty="0">
                <a:solidFill>
                  <a:srgbClr val="BABABA"/>
                </a:solidFill>
                <a:latin typeface="Lucida Sans"/>
                <a:cs typeface="Lucida Sans"/>
              </a:rPr>
              <a:t>/</a:t>
            </a:r>
            <a:r>
              <a:rPr sz="1050" spc="-20" dirty="0">
                <a:solidFill>
                  <a:srgbClr val="BABABA"/>
                </a:solidFill>
                <a:latin typeface="Lucida Sans"/>
                <a:cs typeface="Lucida Sans"/>
              </a:rPr>
              <a:t> </a:t>
            </a:r>
            <a:r>
              <a:rPr sz="1050" spc="-50" dirty="0">
                <a:solidFill>
                  <a:srgbClr val="BABABA"/>
                </a:solidFill>
                <a:latin typeface="Lucida Sans"/>
                <a:cs typeface="Lucida Sans"/>
              </a:rPr>
              <a:t>6</a:t>
            </a:r>
            <a:endParaRPr sz="1050">
              <a:latin typeface="Lucida Sans"/>
              <a:cs typeface="Lucida Sans"/>
            </a:endParaRPr>
          </a:p>
        </p:txBody>
      </p:sp>
      <p:sp>
        <p:nvSpPr>
          <p:cNvPr id="97320" name="object 81">
            <a:extLst>
              <a:ext uri="{FF2B5EF4-FFF2-40B4-BE49-F238E27FC236}">
                <a16:creationId xmlns:a16="http://schemas.microsoft.com/office/drawing/2014/main" id="{87172009-4537-3995-07B6-187B4C1932C3}"/>
              </a:ext>
            </a:extLst>
          </p:cNvPr>
          <p:cNvSpPr>
            <a:spLocks/>
          </p:cNvSpPr>
          <p:nvPr/>
        </p:nvSpPr>
        <p:spPr bwMode="auto">
          <a:xfrm>
            <a:off x="2784475" y="5665788"/>
            <a:ext cx="1611313" cy="958850"/>
          </a:xfrm>
          <a:custGeom>
            <a:avLst/>
            <a:gdLst>
              <a:gd name="T0" fmla="*/ 665120 w 1610360"/>
              <a:gd name="T1" fmla="*/ 712288 h 959484"/>
              <a:gd name="T2" fmla="*/ 0 w 1610360"/>
              <a:gd name="T3" fmla="*/ 712288 h 959484"/>
              <a:gd name="T4" fmla="*/ 0 w 1610360"/>
              <a:gd name="T5" fmla="*/ 947898 h 959484"/>
              <a:gd name="T6" fmla="*/ 665120 w 1610360"/>
              <a:gd name="T7" fmla="*/ 947898 h 959484"/>
              <a:gd name="T8" fmla="*/ 665120 w 1610360"/>
              <a:gd name="T9" fmla="*/ 712288 h 959484"/>
              <a:gd name="T10" fmla="*/ 1627047 w 1610360"/>
              <a:gd name="T11" fmla="*/ 0 h 959484"/>
              <a:gd name="T12" fmla="*/ 1096884 w 1610360"/>
              <a:gd name="T13" fmla="*/ 0 h 959484"/>
              <a:gd name="T14" fmla="*/ 1096884 w 1610360"/>
              <a:gd name="T15" fmla="*/ 254472 h 959484"/>
              <a:gd name="T16" fmla="*/ 1627047 w 1610360"/>
              <a:gd name="T17" fmla="*/ 254472 h 959484"/>
              <a:gd name="T18" fmla="*/ 1627047 w 1610360"/>
              <a:gd name="T19" fmla="*/ 0 h 9594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0360" h="959484">
                <a:moveTo>
                  <a:pt x="658075" y="720813"/>
                </a:moveTo>
                <a:lnTo>
                  <a:pt x="0" y="720813"/>
                </a:lnTo>
                <a:lnTo>
                  <a:pt x="0" y="959243"/>
                </a:lnTo>
                <a:lnTo>
                  <a:pt x="658075" y="959243"/>
                </a:lnTo>
                <a:lnTo>
                  <a:pt x="658075" y="720813"/>
                </a:lnTo>
                <a:close/>
              </a:path>
              <a:path w="1610360" h="959484">
                <a:moveTo>
                  <a:pt x="1609813" y="0"/>
                </a:moveTo>
                <a:lnTo>
                  <a:pt x="1085265" y="0"/>
                </a:lnTo>
                <a:lnTo>
                  <a:pt x="1085265" y="257517"/>
                </a:lnTo>
                <a:lnTo>
                  <a:pt x="1609813" y="257517"/>
                </a:lnTo>
                <a:lnTo>
                  <a:pt x="1609813"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182" name="object 82">
            <a:extLst>
              <a:ext uri="{FF2B5EF4-FFF2-40B4-BE49-F238E27FC236}">
                <a16:creationId xmlns:a16="http://schemas.microsoft.com/office/drawing/2014/main" id="{99726EC7-D04D-6F4B-8E24-25FD728B59A8}"/>
              </a:ext>
            </a:extLst>
          </p:cNvPr>
          <p:cNvSpPr txBox="1"/>
          <p:nvPr/>
        </p:nvSpPr>
        <p:spPr>
          <a:xfrm>
            <a:off x="3917950" y="5691188"/>
            <a:ext cx="430213" cy="185737"/>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25" dirty="0">
                <a:solidFill>
                  <a:srgbClr val="BABABA"/>
                </a:solidFill>
                <a:latin typeface="Lucida Sans"/>
                <a:cs typeface="Lucida Sans"/>
              </a:rPr>
              <a:t>15</a:t>
            </a:r>
            <a:endParaRPr sz="1050">
              <a:latin typeface="Lucida Sans"/>
              <a:cs typeface="Lucida Sans"/>
            </a:endParaRPr>
          </a:p>
        </p:txBody>
      </p:sp>
      <p:sp>
        <p:nvSpPr>
          <p:cNvPr id="97322" name="object 87">
            <a:extLst>
              <a:ext uri="{FF2B5EF4-FFF2-40B4-BE49-F238E27FC236}">
                <a16:creationId xmlns:a16="http://schemas.microsoft.com/office/drawing/2014/main" id="{1E18680A-7B77-89A9-4CF9-B7066BE88C62}"/>
              </a:ext>
            </a:extLst>
          </p:cNvPr>
          <p:cNvSpPr>
            <a:spLocks/>
          </p:cNvSpPr>
          <p:nvPr/>
        </p:nvSpPr>
        <p:spPr bwMode="auto">
          <a:xfrm>
            <a:off x="8480425" y="5549900"/>
            <a:ext cx="258763" cy="257175"/>
          </a:xfrm>
          <a:custGeom>
            <a:avLst/>
            <a:gdLst>
              <a:gd name="T0" fmla="*/ 234898 w 257809"/>
              <a:gd name="T1" fmla="*/ 36072 h 257810"/>
              <a:gd name="T2" fmla="*/ 265125 w 257809"/>
              <a:gd name="T3" fmla="*/ 76817 h 257810"/>
              <a:gd name="T4" fmla="*/ 275199 w 257809"/>
              <a:gd name="T5" fmla="*/ 123164 h 257810"/>
              <a:gd name="T6" fmla="*/ 265125 w 257809"/>
              <a:gd name="T7" fmla="*/ 169510 h 257810"/>
              <a:gd name="T8" fmla="*/ 234898 w 257809"/>
              <a:gd name="T9" fmla="*/ 210256 h 257810"/>
              <a:gd name="T10" fmla="*/ 189377 w 257809"/>
              <a:gd name="T11" fmla="*/ 237309 h 257810"/>
              <a:gd name="T12" fmla="*/ 137600 w 257809"/>
              <a:gd name="T13" fmla="*/ 246329 h 257810"/>
              <a:gd name="T14" fmla="*/ 85820 w 257809"/>
              <a:gd name="T15" fmla="*/ 237309 h 257810"/>
              <a:gd name="T16" fmla="*/ 40302 w 257809"/>
              <a:gd name="T17" fmla="*/ 210256 h 257810"/>
              <a:gd name="T18" fmla="*/ 10075 w 257809"/>
              <a:gd name="T19" fmla="*/ 169510 h 257810"/>
              <a:gd name="T20" fmla="*/ 0 w 257809"/>
              <a:gd name="T21" fmla="*/ 123164 h 257810"/>
              <a:gd name="T22" fmla="*/ 10075 w 257809"/>
              <a:gd name="T23" fmla="*/ 76817 h 257810"/>
              <a:gd name="T24" fmla="*/ 40302 w 257809"/>
              <a:gd name="T25" fmla="*/ 36072 h 257810"/>
              <a:gd name="T26" fmla="*/ 85820 w 257809"/>
              <a:gd name="T27" fmla="*/ 9018 h 257810"/>
              <a:gd name="T28" fmla="*/ 137600 w 257809"/>
              <a:gd name="T29" fmla="*/ 0 h 257810"/>
              <a:gd name="T30" fmla="*/ 189377 w 257809"/>
              <a:gd name="T31" fmla="*/ 9018 h 257810"/>
              <a:gd name="T32" fmla="*/ 234898 w 257809"/>
              <a:gd name="T33" fmla="*/ 36072 h 25781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57809" h="257810">
                <a:moveTo>
                  <a:pt x="219798" y="37710"/>
                </a:moveTo>
                <a:lnTo>
                  <a:pt x="248082" y="80304"/>
                </a:lnTo>
                <a:lnTo>
                  <a:pt x="257510" y="128754"/>
                </a:lnTo>
                <a:lnTo>
                  <a:pt x="248082" y="177205"/>
                </a:lnTo>
                <a:lnTo>
                  <a:pt x="219798" y="219798"/>
                </a:lnTo>
                <a:lnTo>
                  <a:pt x="177205" y="248082"/>
                </a:lnTo>
                <a:lnTo>
                  <a:pt x="128755" y="257509"/>
                </a:lnTo>
                <a:lnTo>
                  <a:pt x="80304" y="248082"/>
                </a:lnTo>
                <a:lnTo>
                  <a:pt x="37712" y="219798"/>
                </a:lnTo>
                <a:lnTo>
                  <a:pt x="9428" y="177205"/>
                </a:lnTo>
                <a:lnTo>
                  <a:pt x="0" y="128754"/>
                </a:lnTo>
                <a:lnTo>
                  <a:pt x="9428" y="80304"/>
                </a:lnTo>
                <a:lnTo>
                  <a:pt x="37712" y="37710"/>
                </a:lnTo>
                <a:lnTo>
                  <a:pt x="80304" y="9427"/>
                </a:lnTo>
                <a:lnTo>
                  <a:pt x="128755" y="0"/>
                </a:lnTo>
                <a:lnTo>
                  <a:pt x="177205" y="9427"/>
                </a:lnTo>
                <a:lnTo>
                  <a:pt x="219798" y="37710"/>
                </a:lnTo>
              </a:path>
            </a:pathLst>
          </a:custGeom>
          <a:noFill/>
          <a:ln w="9537">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84" name="object 88">
            <a:extLst>
              <a:ext uri="{FF2B5EF4-FFF2-40B4-BE49-F238E27FC236}">
                <a16:creationId xmlns:a16="http://schemas.microsoft.com/office/drawing/2014/main" id="{8A0F7992-01B1-08CD-62FC-82E335955818}"/>
              </a:ext>
            </a:extLst>
          </p:cNvPr>
          <p:cNvSpPr txBox="1"/>
          <p:nvPr/>
        </p:nvSpPr>
        <p:spPr>
          <a:xfrm>
            <a:off x="2857500" y="6410325"/>
            <a:ext cx="514350" cy="184150"/>
          </a:xfrm>
          <a:prstGeom prst="rect">
            <a:avLst/>
          </a:prstGeom>
        </p:spPr>
        <p:txBody>
          <a:bodyPr lIns="0" tIns="4445" rIns="0" bIns="0">
            <a:spAutoFit/>
          </a:bodyPr>
          <a:lstStyle/>
          <a:p>
            <a:pPr marL="12700">
              <a:spcBef>
                <a:spcPts val="35"/>
              </a:spcBef>
              <a:defRPr/>
            </a:pPr>
            <a:r>
              <a:rPr sz="1050" dirty="0">
                <a:latin typeface="Lucida Sans"/>
                <a:cs typeface="Lucida Sans"/>
              </a:rPr>
              <a:t>10 / </a:t>
            </a:r>
            <a:r>
              <a:rPr sz="1050" spc="-25" dirty="0">
                <a:latin typeface="Lucida Sans"/>
                <a:cs typeface="Lucida Sans"/>
              </a:rPr>
              <a:t>16</a:t>
            </a:r>
            <a:endParaRPr sz="1050">
              <a:latin typeface="Lucida Sans"/>
              <a:cs typeface="Lucida Sans"/>
            </a:endParaRPr>
          </a:p>
        </p:txBody>
      </p:sp>
    </p:spTree>
  </p:cSld>
  <p:clrMapOvr>
    <a:masterClrMapping/>
  </p:clrMapOvr>
  <p:transition>
    <p:blinds dir="ver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a:extLst>
              <a:ext uri="{FF2B5EF4-FFF2-40B4-BE49-F238E27FC236}">
                <a16:creationId xmlns:a16="http://schemas.microsoft.com/office/drawing/2014/main" id="{06547C60-DC61-48D0-6348-DA2509EFCF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6001E5E-89DC-40BE-BD1D-B4380A67CC08}" type="slidenum">
              <a:rPr lang="zh-CN" altLang="en-US" sz="1200">
                <a:solidFill>
                  <a:schemeClr val="tx1"/>
                </a:solidFill>
                <a:latin typeface="Garamond" panose="02020404030301010803" pitchFamily="18" charset="0"/>
                <a:ea typeface="宋体" panose="02010600030101010101" pitchFamily="2" charset="-122"/>
              </a:rPr>
              <a:pPr/>
              <a:t>63</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575490" name="Rectangle 2">
            <a:extLst>
              <a:ext uri="{FF2B5EF4-FFF2-40B4-BE49-F238E27FC236}">
                <a16:creationId xmlns:a16="http://schemas.microsoft.com/office/drawing/2014/main" id="{A6840EB8-137B-E11D-8CC5-4F159D4FB43D}"/>
              </a:ext>
            </a:extLst>
          </p:cNvPr>
          <p:cNvSpPr>
            <a:spLocks noGrp="1" noChangeArrowheads="1"/>
          </p:cNvSpPr>
          <p:nvPr>
            <p:ph type="body" idx="1"/>
          </p:nvPr>
        </p:nvSpPr>
        <p:spPr>
          <a:xfrm>
            <a:off x="506413" y="503238"/>
            <a:ext cx="8540750" cy="5694362"/>
          </a:xfrm>
        </p:spPr>
        <p:txBody>
          <a:bodyPr/>
          <a:lstStyle/>
          <a:p>
            <a:pPr marL="0" indent="0">
              <a:lnSpc>
                <a:spcPct val="13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4</a:t>
            </a:r>
            <a:r>
              <a:rPr lang="zh-CN" altLang="en-US" sz="2000" b="1" dirty="0">
                <a:solidFill>
                  <a:schemeClr val="hlink"/>
                </a:solidFill>
              </a:rPr>
              <a:t>） 网络最大流问题</a:t>
            </a:r>
          </a:p>
          <a:p>
            <a:pPr marL="0" indent="0">
              <a:lnSpc>
                <a:spcPct val="130000"/>
              </a:lnSpc>
              <a:buFont typeface="Wingdings" panose="05000000000000000000" pitchFamily="2" charset="2"/>
              <a:buNone/>
              <a:defRPr/>
            </a:pPr>
            <a:r>
              <a:rPr lang="zh-CN" altLang="en-US" sz="2000" dirty="0"/>
              <a:t>最大流问题即求网络</a:t>
            </a:r>
            <a:r>
              <a:rPr lang="en-US" altLang="zh-CN" sz="2000" dirty="0"/>
              <a:t>G</a:t>
            </a:r>
            <a:r>
              <a:rPr lang="zh-CN" altLang="en-US" sz="2000" dirty="0"/>
              <a:t>的一个可行流</a:t>
            </a:r>
            <a:r>
              <a:rPr lang="en-US" altLang="zh-CN" sz="2000" dirty="0"/>
              <a:t>flow</a:t>
            </a:r>
            <a:r>
              <a:rPr lang="zh-CN" altLang="en-US" sz="2000" dirty="0"/>
              <a:t>，</a:t>
            </a:r>
            <a:r>
              <a:rPr lang="zh-CN" altLang="en-US" sz="2000" dirty="0">
                <a:solidFill>
                  <a:srgbClr val="FF0000"/>
                </a:solidFill>
              </a:rPr>
              <a:t>使其流量</a:t>
            </a:r>
            <a:r>
              <a:rPr lang="en-US" altLang="zh-CN" sz="2000" dirty="0">
                <a:solidFill>
                  <a:srgbClr val="FF0000"/>
                </a:solidFill>
              </a:rPr>
              <a:t>f</a:t>
            </a:r>
            <a:r>
              <a:rPr lang="zh-CN" altLang="en-US" sz="2000" dirty="0">
                <a:solidFill>
                  <a:srgbClr val="FF0000"/>
                </a:solidFill>
              </a:rPr>
              <a:t>达到最大</a:t>
            </a:r>
            <a:r>
              <a:rPr lang="zh-CN" altLang="en-US" sz="2000" dirty="0"/>
              <a:t>。</a:t>
            </a:r>
            <a:endParaRPr lang="en-US" altLang="zh-CN" sz="2000" dirty="0"/>
          </a:p>
          <a:p>
            <a:pPr marL="0" indent="0">
              <a:lnSpc>
                <a:spcPct val="130000"/>
              </a:lnSpc>
              <a:buFont typeface="Wingdings" panose="05000000000000000000" pitchFamily="2" charset="2"/>
              <a:buNone/>
              <a:defRPr/>
            </a:pPr>
            <a:endParaRPr lang="en-US" altLang="zh-CN" sz="2000" dirty="0"/>
          </a:p>
          <a:p>
            <a:pPr marL="0" indent="0">
              <a:lnSpc>
                <a:spcPct val="130000"/>
              </a:lnSpc>
              <a:buFont typeface="Wingdings" panose="05000000000000000000" pitchFamily="2" charset="2"/>
              <a:buNone/>
              <a:defRPr/>
            </a:pPr>
            <a:r>
              <a:rPr lang="zh-CN" altLang="en-US" sz="2000" dirty="0"/>
              <a:t>表示为如下</a:t>
            </a:r>
            <a:r>
              <a:rPr lang="zh-CN" altLang="en-US" sz="2000" u="sng" dirty="0"/>
              <a:t>线性规划问题</a:t>
            </a:r>
            <a:r>
              <a:rPr lang="zh-CN" altLang="en-US" sz="2000" dirty="0"/>
              <a:t>：</a:t>
            </a:r>
            <a:r>
              <a:rPr lang="en-US" altLang="zh-CN" sz="2000" dirty="0"/>
              <a:t>      max    </a:t>
            </a:r>
            <a:r>
              <a:rPr lang="en-US" altLang="zh-CN" sz="2000" i="1" dirty="0">
                <a:latin typeface="Times New Roman" panose="02020603050405020304" pitchFamily="18" charset="0"/>
                <a:cs typeface="Times New Roman" panose="02020603050405020304" pitchFamily="18" charset="0"/>
              </a:rPr>
              <a:t>f</a:t>
            </a:r>
          </a:p>
          <a:p>
            <a:pPr marL="0" indent="0">
              <a:lnSpc>
                <a:spcPct val="130000"/>
              </a:lnSpc>
              <a:buFont typeface="Wingdings" panose="05000000000000000000" pitchFamily="2" charset="2"/>
              <a:buNone/>
              <a:defRPr/>
            </a:pPr>
            <a:r>
              <a:rPr lang="en-US" altLang="zh-CN" sz="2000" dirty="0"/>
              <a:t>                                                  </a:t>
            </a:r>
            <a:r>
              <a:rPr lang="en-US" altLang="zh-CN" sz="2000" dirty="0" err="1"/>
              <a:t>s.t.</a:t>
            </a:r>
            <a:endParaRPr lang="en-US" altLang="zh-CN" sz="2000" dirty="0"/>
          </a:p>
          <a:p>
            <a:pPr marL="0" indent="0">
              <a:lnSpc>
                <a:spcPct val="130000"/>
              </a:lnSpc>
              <a:buFont typeface="Wingdings" panose="05000000000000000000" pitchFamily="2" charset="2"/>
              <a:buNone/>
              <a:defRPr/>
            </a:pPr>
            <a:r>
              <a:rPr lang="en-US" altLang="zh-CN" sz="2000" dirty="0"/>
              <a:t> </a:t>
            </a:r>
            <a:endParaRPr lang="zh-CN" altLang="en-US" sz="2000" dirty="0"/>
          </a:p>
          <a:p>
            <a:pPr marL="0" indent="0">
              <a:lnSpc>
                <a:spcPct val="130000"/>
              </a:lnSpc>
              <a:buFont typeface="Wingdings" panose="05000000000000000000" pitchFamily="2" charset="2"/>
              <a:buNone/>
              <a:defRPr/>
            </a:pPr>
            <a:r>
              <a:rPr lang="en-US" altLang="zh-CN" sz="2000" dirty="0"/>
              <a:t>                                                            0≤flow(</a:t>
            </a:r>
            <a:r>
              <a:rPr lang="en-US" altLang="zh-CN" sz="2000" dirty="0" err="1"/>
              <a:t>v,w</a:t>
            </a:r>
            <a:r>
              <a:rPr lang="en-US" altLang="zh-CN" sz="2000" dirty="0"/>
              <a:t>)≤cap(</a:t>
            </a:r>
            <a:r>
              <a:rPr lang="en-US" altLang="zh-CN" sz="2000" dirty="0" err="1"/>
              <a:t>v,w</a:t>
            </a:r>
            <a:r>
              <a:rPr lang="en-US" altLang="zh-CN" sz="2000" dirty="0"/>
              <a:t>)</a:t>
            </a:r>
            <a:r>
              <a:rPr lang="zh-CN" altLang="en-US" sz="2000" dirty="0"/>
              <a:t>，</a:t>
            </a:r>
            <a:r>
              <a:rPr lang="en-US" altLang="zh-CN" sz="2000" dirty="0"/>
              <a:t>(</a:t>
            </a:r>
            <a:r>
              <a:rPr lang="en-US" altLang="zh-CN" sz="2000" dirty="0" err="1"/>
              <a:t>v,w</a:t>
            </a:r>
            <a:r>
              <a:rPr lang="en-US" altLang="zh-CN" sz="2000" dirty="0"/>
              <a:t>)∈E</a:t>
            </a:r>
            <a:r>
              <a:rPr lang="zh-CN" altLang="en-US" sz="2000" dirty="0"/>
              <a:t> </a:t>
            </a:r>
          </a:p>
          <a:p>
            <a:pPr>
              <a:lnSpc>
                <a:spcPct val="130000"/>
              </a:lnSpc>
              <a:defRPr/>
            </a:pPr>
            <a:endParaRPr lang="zh-CN" altLang="en-US" sz="2000" dirty="0"/>
          </a:p>
          <a:p>
            <a:pPr>
              <a:lnSpc>
                <a:spcPct val="130000"/>
              </a:lnSpc>
              <a:defRPr/>
            </a:pPr>
            <a:endParaRPr lang="zh-CN" altLang="en-US" sz="2000" dirty="0"/>
          </a:p>
          <a:p>
            <a:pPr>
              <a:lnSpc>
                <a:spcPct val="130000"/>
              </a:lnSpc>
              <a:defRPr/>
            </a:pPr>
            <a:endParaRPr lang="zh-CN" altLang="en-US" sz="2000" b="1" dirty="0"/>
          </a:p>
        </p:txBody>
      </p:sp>
      <p:sp>
        <p:nvSpPr>
          <p:cNvPr id="98308" name="Rectangle 3">
            <a:extLst>
              <a:ext uri="{FF2B5EF4-FFF2-40B4-BE49-F238E27FC236}">
                <a16:creationId xmlns:a16="http://schemas.microsoft.com/office/drawing/2014/main" id="{E1C88493-178A-D588-A4BA-AEC8515E4AA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aphicFrame>
        <p:nvGraphicFramePr>
          <p:cNvPr id="98309" name="Object 4">
            <a:extLst>
              <a:ext uri="{FF2B5EF4-FFF2-40B4-BE49-F238E27FC236}">
                <a16:creationId xmlns:a16="http://schemas.microsoft.com/office/drawing/2014/main" id="{42484905-0FAA-D486-ABC8-50E384390061}"/>
              </a:ext>
            </a:extLst>
          </p:cNvPr>
          <p:cNvGraphicFramePr>
            <a:graphicFrameLocks noChangeAspect="1"/>
          </p:cNvGraphicFramePr>
          <p:nvPr/>
        </p:nvGraphicFramePr>
        <p:xfrm>
          <a:off x="4943475" y="2192338"/>
          <a:ext cx="4103688" cy="949325"/>
        </p:xfrm>
        <a:graphic>
          <a:graphicData uri="http://schemas.openxmlformats.org/presentationml/2006/ole">
            <mc:AlternateContent xmlns:mc="http://schemas.openxmlformats.org/markup-compatibility/2006">
              <mc:Choice xmlns:v="urn:schemas-microsoft-com:vml" Requires="v">
                <p:oleObj name="公式" r:id="rId2" imgW="3086100" imgH="711200" progId="Equation.3">
                  <p:embed/>
                </p:oleObj>
              </mc:Choice>
              <mc:Fallback>
                <p:oleObj name="公式" r:id="rId2" imgW="3086100" imgH="7112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475" y="2192338"/>
                        <a:ext cx="4103688"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8310" name="Rectangle 5">
            <a:extLst>
              <a:ext uri="{FF2B5EF4-FFF2-40B4-BE49-F238E27FC236}">
                <a16:creationId xmlns:a16="http://schemas.microsoft.com/office/drawing/2014/main" id="{1CAC0914-1B12-5AD3-59D0-B677744AEFD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pic>
        <p:nvPicPr>
          <p:cNvPr id="98311" name="图片 1">
            <a:extLst>
              <a:ext uri="{FF2B5EF4-FFF2-40B4-BE49-F238E27FC236}">
                <a16:creationId xmlns:a16="http://schemas.microsoft.com/office/drawing/2014/main" id="{43DD1D2B-CF24-4605-8B1B-3D2324191CF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394075"/>
            <a:ext cx="4824412"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blinds dir="ver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a:extLst>
              <a:ext uri="{FF2B5EF4-FFF2-40B4-BE49-F238E27FC236}">
                <a16:creationId xmlns:a16="http://schemas.microsoft.com/office/drawing/2014/main" id="{308BB594-848C-137B-05C7-E15241C4DF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64B4F7F-A6E9-46C1-A0F6-1B56A283A797}" type="slidenum">
              <a:rPr lang="zh-CN" altLang="en-US" sz="1200">
                <a:solidFill>
                  <a:schemeClr val="tx1"/>
                </a:solidFill>
                <a:latin typeface="Garamond" panose="02020404030301010803" pitchFamily="18" charset="0"/>
                <a:ea typeface="宋体" panose="02010600030101010101" pitchFamily="2" charset="-122"/>
              </a:rPr>
              <a:pPr/>
              <a:t>64</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87043" name="Rectangle 2">
            <a:extLst>
              <a:ext uri="{FF2B5EF4-FFF2-40B4-BE49-F238E27FC236}">
                <a16:creationId xmlns:a16="http://schemas.microsoft.com/office/drawing/2014/main" id="{A482027E-F24C-167E-64DA-93EEE3B953F9}"/>
              </a:ext>
            </a:extLst>
          </p:cNvPr>
          <p:cNvSpPr>
            <a:spLocks noGrp="1" noChangeArrowheads="1"/>
          </p:cNvSpPr>
          <p:nvPr>
            <p:ph type="body" idx="1"/>
          </p:nvPr>
        </p:nvSpPr>
        <p:spPr>
          <a:xfrm>
            <a:off x="301625" y="442913"/>
            <a:ext cx="8540750" cy="5694362"/>
          </a:xfrm>
        </p:spPr>
        <p:txBody>
          <a:bodyPr/>
          <a:lstStyle/>
          <a:p>
            <a:pPr marL="0" indent="0">
              <a:lnSpc>
                <a:spcPct val="13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5</a:t>
            </a:r>
            <a:r>
              <a:rPr lang="zh-CN" altLang="en-US" sz="2000" b="1" dirty="0">
                <a:solidFill>
                  <a:schemeClr val="hlink"/>
                </a:solidFill>
              </a:rPr>
              <a:t>） 边流</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dirty="0"/>
              <a:t>对于网络</a:t>
            </a:r>
            <a:r>
              <a:rPr lang="en-US" altLang="zh-CN" sz="2000" dirty="0"/>
              <a:t>G</a:t>
            </a:r>
            <a:r>
              <a:rPr lang="zh-CN" altLang="en-US" sz="2000" dirty="0"/>
              <a:t>的一个给定的可行流，将网络中满足</a:t>
            </a:r>
            <a:r>
              <a:rPr lang="en-US" altLang="zh-CN" sz="2000" dirty="0"/>
              <a:t>flow(</a:t>
            </a:r>
            <a:r>
              <a:rPr lang="en-US" altLang="zh-CN" sz="2000" dirty="0" err="1"/>
              <a:t>v,w</a:t>
            </a:r>
            <a:r>
              <a:rPr lang="en-US" altLang="zh-CN" sz="2000" dirty="0"/>
              <a:t>)=cap(</a:t>
            </a:r>
            <a:r>
              <a:rPr lang="en-US" altLang="zh-CN" sz="2000" dirty="0" err="1"/>
              <a:t>v,w</a:t>
            </a:r>
            <a:r>
              <a:rPr lang="en-US" altLang="zh-CN" sz="2000" dirty="0"/>
              <a:t>)</a:t>
            </a:r>
            <a:r>
              <a:rPr lang="zh-CN" altLang="en-US" sz="2000" dirty="0"/>
              <a:t>的边称为</a:t>
            </a:r>
            <a:r>
              <a:rPr lang="zh-CN" altLang="en-US" sz="2000" b="1" dirty="0">
                <a:solidFill>
                  <a:schemeClr val="hlink"/>
                </a:solidFill>
              </a:rPr>
              <a:t>饱和边</a:t>
            </a:r>
            <a:r>
              <a:rPr lang="zh-CN" altLang="en-US" sz="2000" dirty="0"/>
              <a:t>；</a:t>
            </a:r>
            <a:r>
              <a:rPr lang="en-US" altLang="zh-CN" sz="2000" dirty="0"/>
              <a:t>flow(</a:t>
            </a:r>
            <a:r>
              <a:rPr lang="en-US" altLang="zh-CN" sz="2000" dirty="0" err="1"/>
              <a:t>v,w</a:t>
            </a:r>
            <a:r>
              <a:rPr lang="en-US" altLang="zh-CN" sz="2000" dirty="0"/>
              <a:t>)&lt;cap(</a:t>
            </a:r>
            <a:r>
              <a:rPr lang="en-US" altLang="zh-CN" sz="2000" dirty="0" err="1"/>
              <a:t>v,w</a:t>
            </a:r>
            <a:r>
              <a:rPr lang="en-US" altLang="zh-CN" sz="2000" dirty="0"/>
              <a:t>)</a:t>
            </a:r>
            <a:r>
              <a:rPr lang="zh-CN" altLang="en-US" sz="2000" dirty="0"/>
              <a:t>的边称为</a:t>
            </a:r>
            <a:r>
              <a:rPr lang="zh-CN" altLang="en-US" sz="2000" b="1" dirty="0">
                <a:solidFill>
                  <a:schemeClr val="hlink"/>
                </a:solidFill>
              </a:rPr>
              <a:t>非饱和边</a:t>
            </a:r>
            <a:r>
              <a:rPr lang="zh-CN" altLang="en-US" sz="2000" dirty="0"/>
              <a:t>；</a:t>
            </a:r>
            <a:r>
              <a:rPr lang="en-US" altLang="zh-CN" sz="2000" dirty="0"/>
              <a:t>flow(</a:t>
            </a:r>
            <a:r>
              <a:rPr lang="en-US" altLang="zh-CN" sz="2000" dirty="0" err="1"/>
              <a:t>v,w</a:t>
            </a:r>
            <a:r>
              <a:rPr lang="en-US" altLang="zh-CN" sz="2000" dirty="0"/>
              <a:t>)=0</a:t>
            </a:r>
            <a:r>
              <a:rPr lang="zh-CN" altLang="en-US" sz="2000" dirty="0"/>
              <a:t>的边称为</a:t>
            </a:r>
            <a:r>
              <a:rPr lang="zh-CN" altLang="en-US" sz="2000" b="1" dirty="0">
                <a:solidFill>
                  <a:schemeClr val="hlink"/>
                </a:solidFill>
              </a:rPr>
              <a:t>零流边</a:t>
            </a:r>
            <a:r>
              <a:rPr lang="zh-CN" altLang="en-US" sz="2000" dirty="0"/>
              <a:t>；</a:t>
            </a:r>
            <a:r>
              <a:rPr lang="en-US" altLang="zh-CN" sz="2000" dirty="0"/>
              <a:t>flow(</a:t>
            </a:r>
            <a:r>
              <a:rPr lang="en-US" altLang="zh-CN" sz="2000" dirty="0" err="1"/>
              <a:t>v,w</a:t>
            </a:r>
            <a:r>
              <a:rPr lang="en-US" altLang="zh-CN" sz="2000" dirty="0"/>
              <a:t>)&gt;0</a:t>
            </a:r>
            <a:r>
              <a:rPr lang="zh-CN" altLang="en-US" sz="2000" dirty="0"/>
              <a:t>的边称为</a:t>
            </a:r>
            <a:r>
              <a:rPr lang="zh-CN" altLang="en-US" sz="2000" b="1" dirty="0">
                <a:solidFill>
                  <a:schemeClr val="hlink"/>
                </a:solidFill>
              </a:rPr>
              <a:t>非零流边</a:t>
            </a:r>
            <a:r>
              <a:rPr lang="zh-CN" altLang="en-US" sz="2000" dirty="0"/>
              <a:t>。当边</a:t>
            </a:r>
            <a:r>
              <a:rPr lang="en-US" altLang="zh-CN" sz="2000" dirty="0"/>
              <a:t>(</a:t>
            </a:r>
            <a:r>
              <a:rPr lang="en-US" altLang="zh-CN" sz="2000" dirty="0" err="1"/>
              <a:t>v,w</a:t>
            </a:r>
            <a:r>
              <a:rPr lang="en-US" altLang="zh-CN" sz="2000" dirty="0"/>
              <a:t>)</a:t>
            </a:r>
            <a:r>
              <a:rPr lang="zh-CN" altLang="en-US" sz="2000" dirty="0"/>
              <a:t>既不是一条零流边也不是一条饱和边时，称为</a:t>
            </a:r>
            <a:r>
              <a:rPr lang="zh-CN" altLang="en-US" sz="2000" b="1" dirty="0">
                <a:solidFill>
                  <a:schemeClr val="hlink"/>
                </a:solidFill>
              </a:rPr>
              <a:t>弱流边</a:t>
            </a:r>
            <a:r>
              <a:rPr lang="zh-CN" altLang="en-US" sz="2000" dirty="0"/>
              <a:t>。</a:t>
            </a:r>
            <a:endParaRPr lang="zh-CN" altLang="en-US" sz="2000" b="1" dirty="0"/>
          </a:p>
        </p:txBody>
      </p:sp>
      <p:sp>
        <p:nvSpPr>
          <p:cNvPr id="99332" name="Rectangle 3">
            <a:extLst>
              <a:ext uri="{FF2B5EF4-FFF2-40B4-BE49-F238E27FC236}">
                <a16:creationId xmlns:a16="http://schemas.microsoft.com/office/drawing/2014/main" id="{6C2A2657-0DDB-D46F-1811-3F11CD0F607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99333" name="Rectangle 5">
            <a:extLst>
              <a:ext uri="{FF2B5EF4-FFF2-40B4-BE49-F238E27FC236}">
                <a16:creationId xmlns:a16="http://schemas.microsoft.com/office/drawing/2014/main" id="{02FFF62D-AB53-AE06-DA38-5ED24AC5C23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pSp>
        <p:nvGrpSpPr>
          <p:cNvPr id="99334" name="object 4">
            <a:extLst>
              <a:ext uri="{FF2B5EF4-FFF2-40B4-BE49-F238E27FC236}">
                <a16:creationId xmlns:a16="http://schemas.microsoft.com/office/drawing/2014/main" id="{396E582B-FDF4-695E-2517-61C61BF35E80}"/>
              </a:ext>
            </a:extLst>
          </p:cNvPr>
          <p:cNvGrpSpPr>
            <a:grpSpLocks/>
          </p:cNvGrpSpPr>
          <p:nvPr/>
        </p:nvGrpSpPr>
        <p:grpSpPr bwMode="auto">
          <a:xfrm>
            <a:off x="1331913" y="3048000"/>
            <a:ext cx="4997450" cy="2825750"/>
            <a:chOff x="1913077" y="4288502"/>
            <a:chExt cx="4998085" cy="2826385"/>
          </a:xfrm>
        </p:grpSpPr>
        <p:sp>
          <p:nvSpPr>
            <p:cNvPr id="99394" name="object 5">
              <a:extLst>
                <a:ext uri="{FF2B5EF4-FFF2-40B4-BE49-F238E27FC236}">
                  <a16:creationId xmlns:a16="http://schemas.microsoft.com/office/drawing/2014/main" id="{0B31D0F8-D314-86A4-31B3-78FF2B536A62}"/>
                </a:ext>
              </a:extLst>
            </p:cNvPr>
            <p:cNvSpPr>
              <a:spLocks/>
            </p:cNvSpPr>
            <p:nvPr/>
          </p:nvSpPr>
          <p:spPr bwMode="auto">
            <a:xfrm>
              <a:off x="3630253" y="5833315"/>
              <a:ext cx="1826895" cy="1184275"/>
            </a:xfrm>
            <a:custGeom>
              <a:avLst/>
              <a:gdLst>
                <a:gd name="T0" fmla="*/ 0 w 1826895"/>
                <a:gd name="T1" fmla="*/ 0 h 1184275"/>
                <a:gd name="T2" fmla="*/ 8002 w 1826895"/>
                <a:gd name="T3" fmla="*/ 5187 h 1184275"/>
                <a:gd name="T4" fmla="*/ 1826862 w 1826895"/>
                <a:gd name="T5" fmla="*/ 1184109 h 1184275"/>
                <a:gd name="T6" fmla="*/ 0 60000 65536"/>
                <a:gd name="T7" fmla="*/ 0 60000 65536"/>
                <a:gd name="T8" fmla="*/ 0 60000 65536"/>
              </a:gdLst>
              <a:ahLst/>
              <a:cxnLst>
                <a:cxn ang="T6">
                  <a:pos x="T0" y="T1"/>
                </a:cxn>
                <a:cxn ang="T7">
                  <a:pos x="T2" y="T3"/>
                </a:cxn>
                <a:cxn ang="T8">
                  <a:pos x="T4" y="T5"/>
                </a:cxn>
              </a:cxnLst>
              <a:rect l="0" t="0" r="r" b="b"/>
              <a:pathLst>
                <a:path w="1826895" h="1184275">
                  <a:moveTo>
                    <a:pt x="0" y="0"/>
                  </a:moveTo>
                  <a:lnTo>
                    <a:pt x="8002" y="5187"/>
                  </a:lnTo>
                  <a:lnTo>
                    <a:pt x="1826862" y="1184109"/>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95" name="object 6">
              <a:extLst>
                <a:ext uri="{FF2B5EF4-FFF2-40B4-BE49-F238E27FC236}">
                  <a16:creationId xmlns:a16="http://schemas.microsoft.com/office/drawing/2014/main" id="{839ADEB9-6B08-702F-15D3-F0B26AE2D84F}"/>
                </a:ext>
              </a:extLst>
            </p:cNvPr>
            <p:cNvSpPr>
              <a:spLocks/>
            </p:cNvSpPr>
            <p:nvPr/>
          </p:nvSpPr>
          <p:spPr bwMode="auto">
            <a:xfrm>
              <a:off x="3580631" y="5801153"/>
              <a:ext cx="102235" cy="88265"/>
            </a:xfrm>
            <a:custGeom>
              <a:avLst/>
              <a:gdLst>
                <a:gd name="T0" fmla="*/ 0 w 102235"/>
                <a:gd name="T1" fmla="*/ 0 h 88264"/>
                <a:gd name="T2" fmla="*/ 51932 w 102235"/>
                <a:gd name="T3" fmla="*/ 88232 h 88264"/>
                <a:gd name="T4" fmla="*/ 57623 w 102235"/>
                <a:gd name="T5" fmla="*/ 37349 h 88264"/>
                <a:gd name="T6" fmla="*/ 101732 w 102235"/>
                <a:gd name="T7" fmla="*/ 11383 h 88264"/>
                <a:gd name="T8" fmla="*/ 0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0" y="0"/>
                  </a:moveTo>
                  <a:lnTo>
                    <a:pt x="51932" y="88214"/>
                  </a:lnTo>
                  <a:lnTo>
                    <a:pt x="57623" y="37349"/>
                  </a:lnTo>
                  <a:lnTo>
                    <a:pt x="101732" y="11383"/>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96" name="object 7">
              <a:extLst>
                <a:ext uri="{FF2B5EF4-FFF2-40B4-BE49-F238E27FC236}">
                  <a16:creationId xmlns:a16="http://schemas.microsoft.com/office/drawing/2014/main" id="{2B5E83D6-5A23-48AF-EA39-B497A67442BD}"/>
                </a:ext>
              </a:extLst>
            </p:cNvPr>
            <p:cNvSpPr>
              <a:spLocks/>
            </p:cNvSpPr>
            <p:nvPr/>
          </p:nvSpPr>
          <p:spPr bwMode="auto">
            <a:xfrm>
              <a:off x="5534051" y="5866796"/>
              <a:ext cx="1285240" cy="1120775"/>
            </a:xfrm>
            <a:custGeom>
              <a:avLst/>
              <a:gdLst>
                <a:gd name="T0" fmla="*/ 1284611 w 1285240"/>
                <a:gd name="T1" fmla="*/ 0 h 1120775"/>
                <a:gd name="T2" fmla="*/ 1266644 w 1285240"/>
                <a:gd name="T3" fmla="*/ 15673 h 1120775"/>
                <a:gd name="T4" fmla="*/ 0 w 1285240"/>
                <a:gd name="T5" fmla="*/ 1120569 h 1120775"/>
                <a:gd name="T6" fmla="*/ 0 60000 65536"/>
                <a:gd name="T7" fmla="*/ 0 60000 65536"/>
                <a:gd name="T8" fmla="*/ 0 60000 65536"/>
              </a:gdLst>
              <a:ahLst/>
              <a:cxnLst>
                <a:cxn ang="T6">
                  <a:pos x="T0" y="T1"/>
                </a:cxn>
                <a:cxn ang="T7">
                  <a:pos x="T2" y="T3"/>
                </a:cxn>
                <a:cxn ang="T8">
                  <a:pos x="T4" y="T5"/>
                </a:cxn>
              </a:cxnLst>
              <a:rect l="0" t="0" r="r" b="b"/>
              <a:pathLst>
                <a:path w="1285240" h="1120775">
                  <a:moveTo>
                    <a:pt x="1284611" y="0"/>
                  </a:moveTo>
                  <a:lnTo>
                    <a:pt x="1266644" y="15673"/>
                  </a:lnTo>
                  <a:lnTo>
                    <a:pt x="0" y="1120569"/>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97" name="object 8">
              <a:extLst>
                <a:ext uri="{FF2B5EF4-FFF2-40B4-BE49-F238E27FC236}">
                  <a16:creationId xmlns:a16="http://schemas.microsoft.com/office/drawing/2014/main" id="{0D48EC77-F53F-F48A-FD7A-E0029ED0282F}"/>
                </a:ext>
              </a:extLst>
            </p:cNvPr>
            <p:cNvSpPr>
              <a:spLocks/>
            </p:cNvSpPr>
            <p:nvPr/>
          </p:nvSpPr>
          <p:spPr bwMode="auto">
            <a:xfrm>
              <a:off x="6700091" y="5786548"/>
              <a:ext cx="210820" cy="201295"/>
            </a:xfrm>
            <a:custGeom>
              <a:avLst/>
              <a:gdLst>
                <a:gd name="T0" fmla="*/ 210568 w 210820"/>
                <a:gd name="T1" fmla="*/ 0 h 201295"/>
                <a:gd name="T2" fmla="*/ 0 w 210820"/>
                <a:gd name="T3" fmla="*/ 54585 h 201295"/>
                <a:gd name="T4" fmla="*/ 100603 w 210820"/>
                <a:gd name="T5" fmla="*/ 95921 h 201295"/>
                <a:gd name="T6" fmla="*/ 127895 w 210820"/>
                <a:gd name="T7" fmla="*/ 201206 h 201295"/>
                <a:gd name="T8" fmla="*/ 210568 w 210820"/>
                <a:gd name="T9" fmla="*/ 0 h 2012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0820" h="201295">
                  <a:moveTo>
                    <a:pt x="210568" y="0"/>
                  </a:moveTo>
                  <a:lnTo>
                    <a:pt x="0" y="54585"/>
                  </a:lnTo>
                  <a:lnTo>
                    <a:pt x="100603" y="95921"/>
                  </a:lnTo>
                  <a:lnTo>
                    <a:pt x="127895" y="201206"/>
                  </a:lnTo>
                  <a:lnTo>
                    <a:pt x="210568"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98" name="object 9">
              <a:extLst>
                <a:ext uri="{FF2B5EF4-FFF2-40B4-BE49-F238E27FC236}">
                  <a16:creationId xmlns:a16="http://schemas.microsoft.com/office/drawing/2014/main" id="{A2E4AF00-6D7A-81B9-4646-D880B7FEB5D7}"/>
                </a:ext>
              </a:extLst>
            </p:cNvPr>
            <p:cNvSpPr>
              <a:spLocks/>
            </p:cNvSpPr>
            <p:nvPr/>
          </p:nvSpPr>
          <p:spPr bwMode="auto">
            <a:xfrm>
              <a:off x="4731144" y="5701055"/>
              <a:ext cx="550545" cy="0"/>
            </a:xfrm>
            <a:custGeom>
              <a:avLst/>
              <a:gdLst>
                <a:gd name="T0" fmla="*/ 0 w 550545"/>
                <a:gd name="T1" fmla="*/ 550303 w 550545"/>
                <a:gd name="T2" fmla="*/ 0 60000 65536"/>
                <a:gd name="T3" fmla="*/ 0 60000 65536"/>
              </a:gdLst>
              <a:ahLst/>
              <a:cxnLst>
                <a:cxn ang="T2">
                  <a:pos x="T0" y="0"/>
                </a:cxn>
                <a:cxn ang="T3">
                  <a:pos x="T1" y="0"/>
                </a:cxn>
              </a:cxnLst>
              <a:rect l="0" t="0" r="r" b="b"/>
              <a:pathLst>
                <a:path w="550545">
                  <a:moveTo>
                    <a:pt x="0" y="0"/>
                  </a:moveTo>
                  <a:lnTo>
                    <a:pt x="550303" y="0"/>
                  </a:lnTo>
                </a:path>
              </a:pathLst>
            </a:custGeom>
            <a:noFill/>
            <a:ln w="19075">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99" name="object 10">
              <a:extLst>
                <a:ext uri="{FF2B5EF4-FFF2-40B4-BE49-F238E27FC236}">
                  <a16:creationId xmlns:a16="http://schemas.microsoft.com/office/drawing/2014/main" id="{C3B23057-3A0E-3CB3-6D61-3BE1C43F54A8}"/>
                </a:ext>
              </a:extLst>
            </p:cNvPr>
            <p:cNvSpPr>
              <a:spLocks/>
            </p:cNvSpPr>
            <p:nvPr/>
          </p:nvSpPr>
          <p:spPr bwMode="auto">
            <a:xfrm>
              <a:off x="5249020" y="5655275"/>
              <a:ext cx="92075" cy="92075"/>
            </a:xfrm>
            <a:custGeom>
              <a:avLst/>
              <a:gdLst>
                <a:gd name="T0" fmla="*/ 0 w 92075"/>
                <a:gd name="T1" fmla="*/ 0 h 92075"/>
                <a:gd name="T2" fmla="*/ 22890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00" name="object 11">
              <a:extLst>
                <a:ext uri="{FF2B5EF4-FFF2-40B4-BE49-F238E27FC236}">
                  <a16:creationId xmlns:a16="http://schemas.microsoft.com/office/drawing/2014/main" id="{600CF9F9-77AC-B341-A9FB-224B590C6F07}"/>
                </a:ext>
              </a:extLst>
            </p:cNvPr>
            <p:cNvSpPr>
              <a:spLocks/>
            </p:cNvSpPr>
            <p:nvPr/>
          </p:nvSpPr>
          <p:spPr bwMode="auto">
            <a:xfrm>
              <a:off x="5464417" y="5701063"/>
              <a:ext cx="1287780" cy="0"/>
            </a:xfrm>
            <a:custGeom>
              <a:avLst/>
              <a:gdLst>
                <a:gd name="T0" fmla="*/ 0 w 1287779"/>
                <a:gd name="T1" fmla="*/ 461574 w 1287779"/>
                <a:gd name="T2" fmla="*/ 1062449 w 1287779"/>
                <a:gd name="T3" fmla="*/ 1287669 w 1287779"/>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287779">
                  <a:moveTo>
                    <a:pt x="0" y="0"/>
                  </a:moveTo>
                  <a:lnTo>
                    <a:pt x="461574" y="0"/>
                  </a:lnTo>
                </a:path>
                <a:path w="1287779">
                  <a:moveTo>
                    <a:pt x="1062431" y="0"/>
                  </a:moveTo>
                  <a:lnTo>
                    <a:pt x="1287651" y="0"/>
                  </a:lnTo>
                </a:path>
              </a:pathLst>
            </a:custGeom>
            <a:noFill/>
            <a:ln w="47696">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01" name="object 12">
              <a:extLst>
                <a:ext uri="{FF2B5EF4-FFF2-40B4-BE49-F238E27FC236}">
                  <a16:creationId xmlns:a16="http://schemas.microsoft.com/office/drawing/2014/main" id="{CD15E84A-9024-FE0B-5CF9-FB0A52E4C827}"/>
                </a:ext>
              </a:extLst>
            </p:cNvPr>
            <p:cNvSpPr>
              <a:spLocks/>
            </p:cNvSpPr>
            <p:nvPr/>
          </p:nvSpPr>
          <p:spPr bwMode="auto">
            <a:xfrm>
              <a:off x="5451599" y="4312632"/>
              <a:ext cx="1359535" cy="1168400"/>
            </a:xfrm>
            <a:custGeom>
              <a:avLst/>
              <a:gdLst>
                <a:gd name="T0" fmla="*/ 1359187 w 1359534"/>
                <a:gd name="T1" fmla="*/ 1167967 h 1168400"/>
                <a:gd name="T2" fmla="*/ 1341103 w 1359534"/>
                <a:gd name="T3" fmla="*/ 1152428 h 1168400"/>
                <a:gd name="T4" fmla="*/ 0 w 1359534"/>
                <a:gd name="T5" fmla="*/ 0 h 1168400"/>
                <a:gd name="T6" fmla="*/ 0 60000 65536"/>
                <a:gd name="T7" fmla="*/ 0 60000 65536"/>
                <a:gd name="T8" fmla="*/ 0 60000 65536"/>
              </a:gdLst>
              <a:ahLst/>
              <a:cxnLst>
                <a:cxn ang="T6">
                  <a:pos x="T0" y="T1"/>
                </a:cxn>
                <a:cxn ang="T7">
                  <a:pos x="T2" y="T3"/>
                </a:cxn>
                <a:cxn ang="T8">
                  <a:pos x="T4" y="T5"/>
                </a:cxn>
              </a:cxnLst>
              <a:rect l="0" t="0" r="r" b="b"/>
              <a:pathLst>
                <a:path w="1359534" h="1168400">
                  <a:moveTo>
                    <a:pt x="1359169" y="1167967"/>
                  </a:moveTo>
                  <a:lnTo>
                    <a:pt x="1341085" y="1152428"/>
                  </a:lnTo>
                  <a:lnTo>
                    <a:pt x="0" y="0"/>
                  </a:lnTo>
                </a:path>
              </a:pathLst>
            </a:custGeom>
            <a:noFill/>
            <a:ln w="47687">
              <a:solidFill>
                <a:srgbClr val="0048A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02" name="object 13">
              <a:extLst>
                <a:ext uri="{FF2B5EF4-FFF2-40B4-BE49-F238E27FC236}">
                  <a16:creationId xmlns:a16="http://schemas.microsoft.com/office/drawing/2014/main" id="{C759681B-450D-DDC1-27F8-59365CF59A92}"/>
                </a:ext>
              </a:extLst>
            </p:cNvPr>
            <p:cNvSpPr>
              <a:spLocks/>
            </p:cNvSpPr>
            <p:nvPr/>
          </p:nvSpPr>
          <p:spPr bwMode="auto">
            <a:xfrm>
              <a:off x="6679577" y="5359577"/>
              <a:ext cx="224154" cy="438784"/>
            </a:xfrm>
            <a:custGeom>
              <a:avLst/>
              <a:gdLst>
                <a:gd name="T0" fmla="*/ 194564 w 224154"/>
                <a:gd name="T1" fmla="*/ 341472 h 438785"/>
                <a:gd name="T2" fmla="*/ 0 w 224154"/>
                <a:gd name="T3" fmla="*/ 244190 h 438785"/>
                <a:gd name="T4" fmla="*/ 48641 w 224154"/>
                <a:gd name="T5" fmla="*/ 341472 h 438785"/>
                <a:gd name="T6" fmla="*/ 0 w 224154"/>
                <a:gd name="T7" fmla="*/ 438754 h 438785"/>
                <a:gd name="T8" fmla="*/ 194564 w 224154"/>
                <a:gd name="T9" fmla="*/ 341472 h 438785"/>
                <a:gd name="T10" fmla="*/ 223774 w 224154"/>
                <a:gd name="T11" fmla="*/ 200596 h 438785"/>
                <a:gd name="T12" fmla="*/ 139611 w 224154"/>
                <a:gd name="T13" fmla="*/ 0 h 438785"/>
                <a:gd name="T14" fmla="*/ 113106 w 224154"/>
                <a:gd name="T15" fmla="*/ 105486 h 438785"/>
                <a:gd name="T16" fmla="*/ 12801 w 224154"/>
                <a:gd name="T17" fmla="*/ 147574 h 438785"/>
                <a:gd name="T18" fmla="*/ 223774 w 224154"/>
                <a:gd name="T19" fmla="*/ 200596 h 43878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4154" h="438785">
                  <a:moveTo>
                    <a:pt x="194564" y="341490"/>
                  </a:moveTo>
                  <a:lnTo>
                    <a:pt x="0" y="244208"/>
                  </a:lnTo>
                  <a:lnTo>
                    <a:pt x="48641" y="341490"/>
                  </a:lnTo>
                  <a:lnTo>
                    <a:pt x="0" y="438772"/>
                  </a:lnTo>
                  <a:lnTo>
                    <a:pt x="194564" y="341490"/>
                  </a:lnTo>
                  <a:close/>
                </a:path>
                <a:path w="224154" h="438785">
                  <a:moveTo>
                    <a:pt x="223774" y="200596"/>
                  </a:moveTo>
                  <a:lnTo>
                    <a:pt x="139611" y="0"/>
                  </a:lnTo>
                  <a:lnTo>
                    <a:pt x="113106" y="105486"/>
                  </a:lnTo>
                  <a:lnTo>
                    <a:pt x="12801" y="147574"/>
                  </a:lnTo>
                  <a:lnTo>
                    <a:pt x="223774" y="200596"/>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03" name="object 14">
              <a:extLst>
                <a:ext uri="{FF2B5EF4-FFF2-40B4-BE49-F238E27FC236}">
                  <a16:creationId xmlns:a16="http://schemas.microsoft.com/office/drawing/2014/main" id="{357C12AC-F45A-4522-CCC4-56985EAE7709}"/>
                </a:ext>
              </a:extLst>
            </p:cNvPr>
            <p:cNvSpPr>
              <a:spLocks/>
            </p:cNvSpPr>
            <p:nvPr/>
          </p:nvSpPr>
          <p:spPr bwMode="auto">
            <a:xfrm>
              <a:off x="3495948" y="4383979"/>
              <a:ext cx="1831339" cy="1169035"/>
            </a:xfrm>
            <a:custGeom>
              <a:avLst/>
              <a:gdLst>
                <a:gd name="T0" fmla="*/ 1831297 w 1831339"/>
                <a:gd name="T1" fmla="*/ 1168521 h 1169035"/>
                <a:gd name="T2" fmla="*/ 1823257 w 1831339"/>
                <a:gd name="T3" fmla="*/ 1163391 h 1169035"/>
                <a:gd name="T4" fmla="*/ 0 w 1831339"/>
                <a:gd name="T5" fmla="*/ 0 h 1169035"/>
                <a:gd name="T6" fmla="*/ 0 60000 65536"/>
                <a:gd name="T7" fmla="*/ 0 60000 65536"/>
                <a:gd name="T8" fmla="*/ 0 60000 65536"/>
              </a:gdLst>
              <a:ahLst/>
              <a:cxnLst>
                <a:cxn ang="T6">
                  <a:pos x="T0" y="T1"/>
                </a:cxn>
                <a:cxn ang="T7">
                  <a:pos x="T2" y="T3"/>
                </a:cxn>
                <a:cxn ang="T8">
                  <a:pos x="T4" y="T5"/>
                </a:cxn>
              </a:cxnLst>
              <a:rect l="0" t="0" r="r" b="b"/>
              <a:pathLst>
                <a:path w="1831339" h="1169035">
                  <a:moveTo>
                    <a:pt x="1831297" y="1168521"/>
                  </a:moveTo>
                  <a:lnTo>
                    <a:pt x="1823257" y="1163391"/>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04" name="object 15">
              <a:extLst>
                <a:ext uri="{FF2B5EF4-FFF2-40B4-BE49-F238E27FC236}">
                  <a16:creationId xmlns:a16="http://schemas.microsoft.com/office/drawing/2014/main" id="{DD76F18C-C733-8AB9-A6D6-BB9FCA90DEA2}"/>
                </a:ext>
              </a:extLst>
            </p:cNvPr>
            <p:cNvSpPr>
              <a:spLocks/>
            </p:cNvSpPr>
            <p:nvPr/>
          </p:nvSpPr>
          <p:spPr bwMode="auto">
            <a:xfrm>
              <a:off x="5275283" y="5496464"/>
              <a:ext cx="102235" cy="88265"/>
            </a:xfrm>
            <a:custGeom>
              <a:avLst/>
              <a:gdLst>
                <a:gd name="T0" fmla="*/ 49249 w 102235"/>
                <a:gd name="T1" fmla="*/ 0 h 88264"/>
                <a:gd name="T2" fmla="*/ 43921 w 102235"/>
                <a:gd name="T3" fmla="*/ 50923 h 88264"/>
                <a:gd name="T4" fmla="*/ 0 w 102235"/>
                <a:gd name="T5" fmla="*/ 77203 h 88264"/>
                <a:gd name="T6" fmla="*/ 101809 w 102235"/>
                <a:gd name="T7" fmla="*/ 87860 h 88264"/>
                <a:gd name="T8" fmla="*/ 49249 w 102235"/>
                <a:gd name="T9" fmla="*/ 0 h 882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2235" h="88264">
                  <a:moveTo>
                    <a:pt x="49249" y="0"/>
                  </a:moveTo>
                  <a:lnTo>
                    <a:pt x="43921" y="50905"/>
                  </a:lnTo>
                  <a:lnTo>
                    <a:pt x="0" y="77185"/>
                  </a:lnTo>
                  <a:lnTo>
                    <a:pt x="101809" y="87842"/>
                  </a:lnTo>
                  <a:lnTo>
                    <a:pt x="49249"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05" name="object 16">
              <a:extLst>
                <a:ext uri="{FF2B5EF4-FFF2-40B4-BE49-F238E27FC236}">
                  <a16:creationId xmlns:a16="http://schemas.microsoft.com/office/drawing/2014/main" id="{3EC22D3E-DEB8-41A9-1436-B5BE22D00D24}"/>
                </a:ext>
              </a:extLst>
            </p:cNvPr>
            <p:cNvSpPr>
              <a:spLocks/>
            </p:cNvSpPr>
            <p:nvPr/>
          </p:nvSpPr>
          <p:spPr bwMode="auto">
            <a:xfrm>
              <a:off x="3510181" y="4370083"/>
              <a:ext cx="1771650" cy="0"/>
            </a:xfrm>
            <a:custGeom>
              <a:avLst/>
              <a:gdLst>
                <a:gd name="T0" fmla="*/ 0 w 1771650"/>
                <a:gd name="T1" fmla="*/ 772705 w 1771650"/>
                <a:gd name="T2" fmla="*/ 1249574 w 1771650"/>
                <a:gd name="T3" fmla="*/ 1771266 w 177165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1650">
                  <a:moveTo>
                    <a:pt x="0" y="0"/>
                  </a:moveTo>
                  <a:lnTo>
                    <a:pt x="772705" y="0"/>
                  </a:lnTo>
                </a:path>
                <a:path w="1771650">
                  <a:moveTo>
                    <a:pt x="1249574" y="0"/>
                  </a:moveTo>
                  <a:lnTo>
                    <a:pt x="177126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06" name="object 17">
              <a:extLst>
                <a:ext uri="{FF2B5EF4-FFF2-40B4-BE49-F238E27FC236}">
                  <a16:creationId xmlns:a16="http://schemas.microsoft.com/office/drawing/2014/main" id="{3FEB70A8-8E8E-C6DE-7824-091D30395FF3}"/>
                </a:ext>
              </a:extLst>
            </p:cNvPr>
            <p:cNvSpPr>
              <a:spLocks/>
            </p:cNvSpPr>
            <p:nvPr/>
          </p:nvSpPr>
          <p:spPr bwMode="auto">
            <a:xfrm>
              <a:off x="5249020" y="4324304"/>
              <a:ext cx="92075" cy="92075"/>
            </a:xfrm>
            <a:custGeom>
              <a:avLst/>
              <a:gdLst>
                <a:gd name="T0" fmla="*/ 0 w 92075"/>
                <a:gd name="T1" fmla="*/ 0 h 92075"/>
                <a:gd name="T2" fmla="*/ 22890 w 92075"/>
                <a:gd name="T3" fmla="*/ 45778 h 92075"/>
                <a:gd name="T4" fmla="*/ 0 w 92075"/>
                <a:gd name="T5" fmla="*/ 91558 h 92075"/>
                <a:gd name="T6" fmla="*/ 91559 w 92075"/>
                <a:gd name="T7" fmla="*/ 45778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90" y="45778"/>
                  </a:lnTo>
                  <a:lnTo>
                    <a:pt x="0" y="91558"/>
                  </a:lnTo>
                  <a:lnTo>
                    <a:pt x="91559" y="45778"/>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07" name="object 18">
              <a:extLst>
                <a:ext uri="{FF2B5EF4-FFF2-40B4-BE49-F238E27FC236}">
                  <a16:creationId xmlns:a16="http://schemas.microsoft.com/office/drawing/2014/main" id="{E4EE8C5E-3E97-ABA9-6DDB-7EA4B29B722F}"/>
                </a:ext>
              </a:extLst>
            </p:cNvPr>
            <p:cNvSpPr>
              <a:spLocks/>
            </p:cNvSpPr>
            <p:nvPr/>
          </p:nvSpPr>
          <p:spPr bwMode="auto">
            <a:xfrm>
              <a:off x="3510182" y="7068544"/>
              <a:ext cx="1772920" cy="0"/>
            </a:xfrm>
            <a:custGeom>
              <a:avLst/>
              <a:gdLst>
                <a:gd name="T0" fmla="*/ 0 w 1772920"/>
                <a:gd name="T1" fmla="*/ 648559 w 1772920"/>
                <a:gd name="T2" fmla="*/ 1306638 w 1772920"/>
                <a:gd name="T3" fmla="*/ 1772406 w 1772920"/>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772920">
                  <a:moveTo>
                    <a:pt x="0" y="0"/>
                  </a:moveTo>
                  <a:lnTo>
                    <a:pt x="648559" y="0"/>
                  </a:lnTo>
                </a:path>
                <a:path w="1772920">
                  <a:moveTo>
                    <a:pt x="1306638" y="0"/>
                  </a:moveTo>
                  <a:lnTo>
                    <a:pt x="1772406"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08" name="object 19">
              <a:extLst>
                <a:ext uri="{FF2B5EF4-FFF2-40B4-BE49-F238E27FC236}">
                  <a16:creationId xmlns:a16="http://schemas.microsoft.com/office/drawing/2014/main" id="{1A9CEA71-8972-B9CD-1685-4B277CCBABED}"/>
                </a:ext>
              </a:extLst>
            </p:cNvPr>
            <p:cNvSpPr>
              <a:spLocks/>
            </p:cNvSpPr>
            <p:nvPr/>
          </p:nvSpPr>
          <p:spPr bwMode="auto">
            <a:xfrm>
              <a:off x="5250162" y="7022764"/>
              <a:ext cx="92075" cy="92075"/>
            </a:xfrm>
            <a:custGeom>
              <a:avLst/>
              <a:gdLst>
                <a:gd name="T0" fmla="*/ 0 w 92075"/>
                <a:gd name="T1" fmla="*/ 0 h 92075"/>
                <a:gd name="T2" fmla="*/ 22889 w 92075"/>
                <a:gd name="T3" fmla="*/ 45779 h 92075"/>
                <a:gd name="T4" fmla="*/ 0 w 92075"/>
                <a:gd name="T5" fmla="*/ 91558 h 92075"/>
                <a:gd name="T6" fmla="*/ 91558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8"/>
                  </a:lnTo>
                  <a:lnTo>
                    <a:pt x="91558"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09" name="object 20">
              <a:extLst>
                <a:ext uri="{FF2B5EF4-FFF2-40B4-BE49-F238E27FC236}">
                  <a16:creationId xmlns:a16="http://schemas.microsoft.com/office/drawing/2014/main" id="{1695F619-93E5-8D07-E451-B5DA177254A3}"/>
                </a:ext>
              </a:extLst>
            </p:cNvPr>
            <p:cNvSpPr>
              <a:spLocks/>
            </p:cNvSpPr>
            <p:nvPr/>
          </p:nvSpPr>
          <p:spPr bwMode="auto">
            <a:xfrm>
              <a:off x="3487352" y="4362520"/>
              <a:ext cx="0" cy="1084580"/>
            </a:xfrm>
            <a:custGeom>
              <a:avLst/>
              <a:gdLst>
                <a:gd name="T0" fmla="*/ 811935 h 1084579"/>
                <a:gd name="T1" fmla="*/ 1084209 h 1084579"/>
                <a:gd name="T2" fmla="*/ 0 h 1084579"/>
                <a:gd name="T3" fmla="*/ 525795 h 1084579"/>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4579">
                  <a:moveTo>
                    <a:pt x="0" y="811917"/>
                  </a:moveTo>
                  <a:lnTo>
                    <a:pt x="0" y="1084191"/>
                  </a:lnTo>
                </a:path>
                <a:path h="1084579">
                  <a:moveTo>
                    <a:pt x="0" y="0"/>
                  </a:moveTo>
                  <a:lnTo>
                    <a:pt x="0" y="525795"/>
                  </a:lnTo>
                </a:path>
              </a:pathLst>
            </a:custGeom>
            <a:noFill/>
            <a:ln w="191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410" name="object 21">
              <a:extLst>
                <a:ext uri="{FF2B5EF4-FFF2-40B4-BE49-F238E27FC236}">
                  <a16:creationId xmlns:a16="http://schemas.microsoft.com/office/drawing/2014/main" id="{9DC584BA-79A7-4357-EBBF-4974E1344B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619" y="541428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411" name="object 22">
              <a:extLst>
                <a:ext uri="{FF2B5EF4-FFF2-40B4-BE49-F238E27FC236}">
                  <a16:creationId xmlns:a16="http://schemas.microsoft.com/office/drawing/2014/main" id="{5637FF21-4B07-98AF-5CD3-CB5A2FAA0AC7}"/>
                </a:ext>
              </a:extLst>
            </p:cNvPr>
            <p:cNvSpPr>
              <a:spLocks/>
            </p:cNvSpPr>
            <p:nvPr/>
          </p:nvSpPr>
          <p:spPr bwMode="auto">
            <a:xfrm>
              <a:off x="5496053" y="4501123"/>
              <a:ext cx="0" cy="960755"/>
            </a:xfrm>
            <a:custGeom>
              <a:avLst/>
              <a:gdLst>
                <a:gd name="T0" fmla="*/ 612308 h 960754"/>
                <a:gd name="T1" fmla="*/ 960212 h 960754"/>
                <a:gd name="T2" fmla="*/ 0 h 960754"/>
                <a:gd name="T3" fmla="*/ 326168 h 960754"/>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960754">
                  <a:moveTo>
                    <a:pt x="0" y="612290"/>
                  </a:moveTo>
                  <a:lnTo>
                    <a:pt x="0" y="960194"/>
                  </a:lnTo>
                </a:path>
                <a:path h="960754">
                  <a:moveTo>
                    <a:pt x="0" y="0"/>
                  </a:moveTo>
                  <a:lnTo>
                    <a:pt x="0" y="326168"/>
                  </a:lnTo>
                </a:path>
              </a:pathLst>
            </a:custGeom>
            <a:noFill/>
            <a:ln w="19158">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412" name="object 23">
              <a:extLst>
                <a:ext uri="{FF2B5EF4-FFF2-40B4-BE49-F238E27FC236}">
                  <a16:creationId xmlns:a16="http://schemas.microsoft.com/office/drawing/2014/main" id="{81AE6924-D362-7F32-3FBE-A1F1608BC5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0311" y="5428886"/>
              <a:ext cx="91559" cy="91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413" name="object 24">
              <a:extLst>
                <a:ext uri="{FF2B5EF4-FFF2-40B4-BE49-F238E27FC236}">
                  <a16:creationId xmlns:a16="http://schemas.microsoft.com/office/drawing/2014/main" id="{094E18D3-91A8-259D-A080-F47E8EF26DF9}"/>
                </a:ext>
              </a:extLst>
            </p:cNvPr>
            <p:cNvSpPr>
              <a:spLocks/>
            </p:cNvSpPr>
            <p:nvPr/>
          </p:nvSpPr>
          <p:spPr bwMode="auto">
            <a:xfrm>
              <a:off x="3486658" y="5762236"/>
              <a:ext cx="0" cy="1082675"/>
            </a:xfrm>
            <a:custGeom>
              <a:avLst/>
              <a:gdLst>
                <a:gd name="T0" fmla="*/ 785108 h 1082675"/>
                <a:gd name="T1" fmla="*/ 1082491 h 1082675"/>
                <a:gd name="T2" fmla="*/ 0 h 1082675"/>
                <a:gd name="T3" fmla="*/ 498986 h 108267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82675">
                  <a:moveTo>
                    <a:pt x="0" y="785108"/>
                  </a:moveTo>
                  <a:lnTo>
                    <a:pt x="0" y="1082491"/>
                  </a:lnTo>
                </a:path>
                <a:path h="1082675">
                  <a:moveTo>
                    <a:pt x="0" y="0"/>
                  </a:moveTo>
                  <a:lnTo>
                    <a:pt x="0" y="498986"/>
                  </a:lnTo>
                </a:path>
              </a:pathLst>
            </a:custGeom>
            <a:noFill/>
            <a:ln w="19170">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414" name="object 25">
              <a:extLst>
                <a:ext uri="{FF2B5EF4-FFF2-40B4-BE49-F238E27FC236}">
                  <a16:creationId xmlns:a16="http://schemas.microsoft.com/office/drawing/2014/main" id="{03213CB3-66D2-8D86-FD35-890F4AD5C4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0923" y="6812296"/>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415" name="object 26">
              <a:extLst>
                <a:ext uri="{FF2B5EF4-FFF2-40B4-BE49-F238E27FC236}">
                  <a16:creationId xmlns:a16="http://schemas.microsoft.com/office/drawing/2014/main" id="{2401FC67-6453-C8AD-8204-96292B6FA486}"/>
                </a:ext>
              </a:extLst>
            </p:cNvPr>
            <p:cNvSpPr>
              <a:spLocks/>
            </p:cNvSpPr>
            <p:nvPr/>
          </p:nvSpPr>
          <p:spPr bwMode="auto">
            <a:xfrm>
              <a:off x="5495345" y="5754933"/>
              <a:ext cx="0" cy="1090295"/>
            </a:xfrm>
            <a:custGeom>
              <a:avLst/>
              <a:gdLst>
                <a:gd name="T0" fmla="*/ 716112 h 1090295"/>
                <a:gd name="T1" fmla="*/ 1089794 h 1090295"/>
                <a:gd name="T2" fmla="*/ 0 h 1090295"/>
                <a:gd name="T3" fmla="*/ 458602 h 1090295"/>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1090295">
                  <a:moveTo>
                    <a:pt x="0" y="716112"/>
                  </a:moveTo>
                  <a:lnTo>
                    <a:pt x="0" y="1089794"/>
                  </a:lnTo>
                </a:path>
                <a:path h="1090295">
                  <a:moveTo>
                    <a:pt x="0" y="0"/>
                  </a:moveTo>
                  <a:lnTo>
                    <a:pt x="0" y="458602"/>
                  </a:lnTo>
                </a:path>
              </a:pathLst>
            </a:custGeom>
            <a:noFill/>
            <a:ln w="19178">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416" name="object 27">
              <a:extLst>
                <a:ext uri="{FF2B5EF4-FFF2-40B4-BE49-F238E27FC236}">
                  <a16:creationId xmlns:a16="http://schemas.microsoft.com/office/drawing/2014/main" id="{96701130-04BF-E817-05D6-4443F2479C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9614" y="6812296"/>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417" name="object 28">
              <a:extLst>
                <a:ext uri="{FF2B5EF4-FFF2-40B4-BE49-F238E27FC236}">
                  <a16:creationId xmlns:a16="http://schemas.microsoft.com/office/drawing/2014/main" id="{68CB51F5-1197-0499-54A5-0BD5984C9C28}"/>
                </a:ext>
              </a:extLst>
            </p:cNvPr>
            <p:cNvSpPr>
              <a:spLocks/>
            </p:cNvSpPr>
            <p:nvPr/>
          </p:nvSpPr>
          <p:spPr bwMode="auto">
            <a:xfrm>
              <a:off x="1947915" y="4503400"/>
              <a:ext cx="1354455" cy="1169670"/>
            </a:xfrm>
            <a:custGeom>
              <a:avLst/>
              <a:gdLst>
                <a:gd name="T0" fmla="*/ 1354287 w 1354454"/>
                <a:gd name="T1" fmla="*/ 0 h 1169670"/>
                <a:gd name="T2" fmla="*/ 1347068 w 1354454"/>
                <a:gd name="T3" fmla="*/ 6231 h 1169670"/>
                <a:gd name="T4" fmla="*/ 0 w 1354454"/>
                <a:gd name="T5" fmla="*/ 1169083 h 1169670"/>
                <a:gd name="T6" fmla="*/ 0 60000 65536"/>
                <a:gd name="T7" fmla="*/ 0 60000 65536"/>
                <a:gd name="T8" fmla="*/ 0 60000 65536"/>
              </a:gdLst>
              <a:ahLst/>
              <a:cxnLst>
                <a:cxn ang="T6">
                  <a:pos x="T0" y="T1"/>
                </a:cxn>
                <a:cxn ang="T7">
                  <a:pos x="T2" y="T3"/>
                </a:cxn>
                <a:cxn ang="T8">
                  <a:pos x="T4" y="T5"/>
                </a:cxn>
              </a:cxnLst>
              <a:rect l="0" t="0" r="r" b="b"/>
              <a:pathLst>
                <a:path w="1354454" h="1169670">
                  <a:moveTo>
                    <a:pt x="1354269" y="0"/>
                  </a:moveTo>
                  <a:lnTo>
                    <a:pt x="1347050" y="6231"/>
                  </a:lnTo>
                  <a:lnTo>
                    <a:pt x="0" y="1169083"/>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18" name="object 29">
              <a:extLst>
                <a:ext uri="{FF2B5EF4-FFF2-40B4-BE49-F238E27FC236}">
                  <a16:creationId xmlns:a16="http://schemas.microsoft.com/office/drawing/2014/main" id="{FE2C545F-A9C0-C41F-E1C9-04BCF7E5392E}"/>
                </a:ext>
              </a:extLst>
            </p:cNvPr>
            <p:cNvSpPr>
              <a:spLocks/>
            </p:cNvSpPr>
            <p:nvPr/>
          </p:nvSpPr>
          <p:spPr bwMode="auto">
            <a:xfrm>
              <a:off x="3247722" y="4464760"/>
              <a:ext cx="99695" cy="94615"/>
            </a:xfrm>
            <a:custGeom>
              <a:avLst/>
              <a:gdLst>
                <a:gd name="T0" fmla="*/ 99222 w 99695"/>
                <a:gd name="T1" fmla="*/ 0 h 94614"/>
                <a:gd name="T2" fmla="*/ 0 w 99695"/>
                <a:gd name="T3" fmla="*/ 25175 h 94614"/>
                <a:gd name="T4" fmla="*/ 47242 w 99695"/>
                <a:gd name="T5" fmla="*/ 44871 h 94614"/>
                <a:gd name="T6" fmla="*/ 59829 w 99695"/>
                <a:gd name="T7" fmla="*/ 94500 h 94614"/>
                <a:gd name="T8" fmla="*/ 99222 w 99695"/>
                <a:gd name="T9" fmla="*/ 0 h 946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695" h="94614">
                  <a:moveTo>
                    <a:pt x="99222" y="0"/>
                  </a:moveTo>
                  <a:lnTo>
                    <a:pt x="0" y="25175"/>
                  </a:lnTo>
                  <a:lnTo>
                    <a:pt x="47242" y="44871"/>
                  </a:lnTo>
                  <a:lnTo>
                    <a:pt x="59829" y="94482"/>
                  </a:lnTo>
                  <a:lnTo>
                    <a:pt x="99222"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19" name="object 30">
              <a:extLst>
                <a:ext uri="{FF2B5EF4-FFF2-40B4-BE49-F238E27FC236}">
                  <a16:creationId xmlns:a16="http://schemas.microsoft.com/office/drawing/2014/main" id="{9E7556E0-E46A-58EE-C433-293EEB7CABAE}"/>
                </a:ext>
              </a:extLst>
            </p:cNvPr>
            <p:cNvSpPr>
              <a:spLocks/>
            </p:cNvSpPr>
            <p:nvPr/>
          </p:nvSpPr>
          <p:spPr bwMode="auto">
            <a:xfrm>
              <a:off x="1984492" y="5747212"/>
              <a:ext cx="1333500" cy="1186815"/>
            </a:xfrm>
            <a:custGeom>
              <a:avLst/>
              <a:gdLst>
                <a:gd name="T0" fmla="*/ 1332892 w 1333500"/>
                <a:gd name="T1" fmla="*/ 1186541 h 1186815"/>
                <a:gd name="T2" fmla="*/ 1325768 w 1333500"/>
                <a:gd name="T3" fmla="*/ 1180200 h 1186815"/>
                <a:gd name="T4" fmla="*/ 0 w 1333500"/>
                <a:gd name="T5" fmla="*/ 0 h 1186815"/>
                <a:gd name="T6" fmla="*/ 0 60000 65536"/>
                <a:gd name="T7" fmla="*/ 0 60000 65536"/>
                <a:gd name="T8" fmla="*/ 0 60000 65536"/>
              </a:gdLst>
              <a:ahLst/>
              <a:cxnLst>
                <a:cxn ang="T6">
                  <a:pos x="T0" y="T1"/>
                </a:cxn>
                <a:cxn ang="T7">
                  <a:pos x="T2" y="T3"/>
                </a:cxn>
                <a:cxn ang="T8">
                  <a:pos x="T4" y="T5"/>
                </a:cxn>
              </a:cxnLst>
              <a:rect l="0" t="0" r="r" b="b"/>
              <a:pathLst>
                <a:path w="1333500" h="1186815">
                  <a:moveTo>
                    <a:pt x="1332892" y="1186541"/>
                  </a:moveTo>
                  <a:lnTo>
                    <a:pt x="1325768" y="1180200"/>
                  </a:lnTo>
                  <a:lnTo>
                    <a:pt x="0"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20" name="object 31">
              <a:extLst>
                <a:ext uri="{FF2B5EF4-FFF2-40B4-BE49-F238E27FC236}">
                  <a16:creationId xmlns:a16="http://schemas.microsoft.com/office/drawing/2014/main" id="{45628074-C7C2-4337-B297-C745802401D4}"/>
                </a:ext>
              </a:extLst>
            </p:cNvPr>
            <p:cNvSpPr>
              <a:spLocks/>
            </p:cNvSpPr>
            <p:nvPr/>
          </p:nvSpPr>
          <p:spPr bwMode="auto">
            <a:xfrm>
              <a:off x="3262723" y="6877998"/>
              <a:ext cx="99060" cy="95250"/>
            </a:xfrm>
            <a:custGeom>
              <a:avLst/>
              <a:gdLst>
                <a:gd name="T0" fmla="*/ 60878 w 99060"/>
                <a:gd name="T1" fmla="*/ 0 h 95250"/>
                <a:gd name="T2" fmla="*/ 47536 w 99060"/>
                <a:gd name="T3" fmla="*/ 49413 h 95250"/>
                <a:gd name="T4" fmla="*/ 0 w 99060"/>
                <a:gd name="T5" fmla="*/ 68387 h 95250"/>
                <a:gd name="T6" fmla="*/ 98827 w 99060"/>
                <a:gd name="T7" fmla="*/ 95072 h 95250"/>
                <a:gd name="T8" fmla="*/ 60878 w 99060"/>
                <a:gd name="T9" fmla="*/ 0 h 95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9060" h="95250">
                  <a:moveTo>
                    <a:pt x="60878" y="0"/>
                  </a:moveTo>
                  <a:lnTo>
                    <a:pt x="47536" y="49413"/>
                  </a:lnTo>
                  <a:lnTo>
                    <a:pt x="0" y="68387"/>
                  </a:lnTo>
                  <a:lnTo>
                    <a:pt x="98827" y="95072"/>
                  </a:lnTo>
                  <a:lnTo>
                    <a:pt x="60878"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21" name="object 32">
              <a:extLst>
                <a:ext uri="{FF2B5EF4-FFF2-40B4-BE49-F238E27FC236}">
                  <a16:creationId xmlns:a16="http://schemas.microsoft.com/office/drawing/2014/main" id="{9B5947F6-8564-284F-2018-FC1BFCBDBA69}"/>
                </a:ext>
              </a:extLst>
            </p:cNvPr>
            <p:cNvSpPr>
              <a:spLocks/>
            </p:cNvSpPr>
            <p:nvPr/>
          </p:nvSpPr>
          <p:spPr bwMode="auto">
            <a:xfrm>
              <a:off x="1922919" y="5701057"/>
              <a:ext cx="1350645" cy="0"/>
            </a:xfrm>
            <a:custGeom>
              <a:avLst/>
              <a:gdLst>
                <a:gd name="T0" fmla="*/ 0 w 1350645"/>
                <a:gd name="T1" fmla="*/ 566778 w 1350645"/>
                <a:gd name="T2" fmla="*/ 995960 w 1350645"/>
                <a:gd name="T3" fmla="*/ 1350289 w 1350645"/>
                <a:gd name="T4" fmla="*/ 0 60000 65536"/>
                <a:gd name="T5" fmla="*/ 0 60000 65536"/>
                <a:gd name="T6" fmla="*/ 0 60000 65536"/>
                <a:gd name="T7" fmla="*/ 0 60000 65536"/>
              </a:gdLst>
              <a:ahLst/>
              <a:cxnLst>
                <a:cxn ang="T4">
                  <a:pos x="T0" y="0"/>
                </a:cxn>
                <a:cxn ang="T5">
                  <a:pos x="T1" y="0"/>
                </a:cxn>
                <a:cxn ang="T6">
                  <a:pos x="T2" y="0"/>
                </a:cxn>
                <a:cxn ang="T7">
                  <a:pos x="T3" y="0"/>
                </a:cxn>
              </a:cxnLst>
              <a:rect l="0" t="0" r="r" b="b"/>
              <a:pathLst>
                <a:path w="1350645">
                  <a:moveTo>
                    <a:pt x="0" y="0"/>
                  </a:moveTo>
                  <a:lnTo>
                    <a:pt x="566778" y="0"/>
                  </a:lnTo>
                </a:path>
                <a:path w="1350645">
                  <a:moveTo>
                    <a:pt x="995960" y="0"/>
                  </a:moveTo>
                  <a:lnTo>
                    <a:pt x="1350289" y="0"/>
                  </a:lnTo>
                </a:path>
              </a:pathLst>
            </a:custGeom>
            <a:noFill/>
            <a:ln w="19074">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422" name="object 33">
              <a:extLst>
                <a:ext uri="{FF2B5EF4-FFF2-40B4-BE49-F238E27FC236}">
                  <a16:creationId xmlns:a16="http://schemas.microsoft.com/office/drawing/2014/main" id="{50F99A5C-84CF-BD50-0BEA-FA17C914B72C}"/>
                </a:ext>
              </a:extLst>
            </p:cNvPr>
            <p:cNvSpPr>
              <a:spLocks/>
            </p:cNvSpPr>
            <p:nvPr/>
          </p:nvSpPr>
          <p:spPr bwMode="auto">
            <a:xfrm>
              <a:off x="3240782" y="5655277"/>
              <a:ext cx="92075" cy="92075"/>
            </a:xfrm>
            <a:custGeom>
              <a:avLst/>
              <a:gdLst>
                <a:gd name="T0" fmla="*/ 0 w 92075"/>
                <a:gd name="T1" fmla="*/ 0 h 92075"/>
                <a:gd name="T2" fmla="*/ 22889 w 92075"/>
                <a:gd name="T3" fmla="*/ 45779 h 92075"/>
                <a:gd name="T4" fmla="*/ 0 w 92075"/>
                <a:gd name="T5" fmla="*/ 91559 h 92075"/>
                <a:gd name="T6" fmla="*/ 91559 w 92075"/>
                <a:gd name="T7" fmla="*/ 45779 h 92075"/>
                <a:gd name="T8" fmla="*/ 0 w 92075"/>
                <a:gd name="T9" fmla="*/ 0 h 920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075" h="92075">
                  <a:moveTo>
                    <a:pt x="0" y="0"/>
                  </a:moveTo>
                  <a:lnTo>
                    <a:pt x="22889" y="45779"/>
                  </a:lnTo>
                  <a:lnTo>
                    <a:pt x="0" y="91559"/>
                  </a:lnTo>
                  <a:lnTo>
                    <a:pt x="91559" y="45779"/>
                  </a:lnTo>
                  <a:lnTo>
                    <a:pt x="0" y="0"/>
                  </a:lnTo>
                  <a:close/>
                </a:path>
              </a:pathLst>
            </a:custGeom>
            <a:solidFill>
              <a:srgbClr val="BABAB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23" name="object 34">
              <a:extLst>
                <a:ext uri="{FF2B5EF4-FFF2-40B4-BE49-F238E27FC236}">
                  <a16:creationId xmlns:a16="http://schemas.microsoft.com/office/drawing/2014/main" id="{0668B856-B1E0-C742-7868-BE9704E6C4FC}"/>
                </a:ext>
              </a:extLst>
            </p:cNvPr>
            <p:cNvSpPr>
              <a:spLocks/>
            </p:cNvSpPr>
            <p:nvPr/>
          </p:nvSpPr>
          <p:spPr bwMode="auto">
            <a:xfrm>
              <a:off x="3281221" y="6261223"/>
              <a:ext cx="429259" cy="286385"/>
            </a:xfrm>
            <a:custGeom>
              <a:avLst/>
              <a:gdLst>
                <a:gd name="T0" fmla="*/ 0 w 429260"/>
                <a:gd name="T1" fmla="*/ 0 h 286384"/>
                <a:gd name="T2" fmla="*/ 429164 w 429260"/>
                <a:gd name="T3" fmla="*/ 0 h 286384"/>
                <a:gd name="T4" fmla="*/ 429164 w 429260"/>
                <a:gd name="T5" fmla="*/ 286140 h 286384"/>
                <a:gd name="T6" fmla="*/ 0 w 429260"/>
                <a:gd name="T7" fmla="*/ 286140 h 286384"/>
                <a:gd name="T8" fmla="*/ 0 w 429260"/>
                <a:gd name="T9" fmla="*/ 0 h 2863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4">
                  <a:moveTo>
                    <a:pt x="0" y="0"/>
                  </a:moveTo>
                  <a:lnTo>
                    <a:pt x="429182" y="0"/>
                  </a:lnTo>
                  <a:lnTo>
                    <a:pt x="429182"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424" name="object 35">
              <a:extLst>
                <a:ext uri="{FF2B5EF4-FFF2-40B4-BE49-F238E27FC236}">
                  <a16:creationId xmlns:a16="http://schemas.microsoft.com/office/drawing/2014/main" id="{6C9C74AF-B302-6C0E-C97B-8D6B40EEBB96}"/>
                </a:ext>
              </a:extLst>
            </p:cNvPr>
            <p:cNvSpPr>
              <a:spLocks/>
            </p:cNvSpPr>
            <p:nvPr/>
          </p:nvSpPr>
          <p:spPr bwMode="auto">
            <a:xfrm>
              <a:off x="3439332" y="5701055"/>
              <a:ext cx="862965" cy="0"/>
            </a:xfrm>
            <a:custGeom>
              <a:avLst/>
              <a:gdLst>
                <a:gd name="T0" fmla="*/ 0 w 862964"/>
                <a:gd name="T1" fmla="*/ 862648 w 862964"/>
                <a:gd name="T2" fmla="*/ 0 60000 65536"/>
                <a:gd name="T3" fmla="*/ 0 60000 65536"/>
              </a:gdLst>
              <a:ahLst/>
              <a:cxnLst>
                <a:cxn ang="T2">
                  <a:pos x="T0" y="0"/>
                </a:cxn>
                <a:cxn ang="T3">
                  <a:pos x="T1" y="0"/>
                </a:cxn>
              </a:cxnLst>
              <a:rect l="0" t="0" r="r" b="b"/>
              <a:pathLst>
                <a:path w="862964">
                  <a:moveTo>
                    <a:pt x="0" y="0"/>
                  </a:moveTo>
                  <a:lnTo>
                    <a:pt x="862630" y="0"/>
                  </a:lnTo>
                </a:path>
              </a:pathLst>
            </a:custGeom>
            <a:noFill/>
            <a:ln w="19075">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40" name="object 36">
            <a:extLst>
              <a:ext uri="{FF2B5EF4-FFF2-40B4-BE49-F238E27FC236}">
                <a16:creationId xmlns:a16="http://schemas.microsoft.com/office/drawing/2014/main" id="{9B1EA87F-F032-67EE-F35B-77DDAF4D8334}"/>
              </a:ext>
            </a:extLst>
          </p:cNvPr>
          <p:cNvSpPr txBox="1"/>
          <p:nvPr/>
        </p:nvSpPr>
        <p:spPr>
          <a:xfrm>
            <a:off x="2741613" y="5054600"/>
            <a:ext cx="344487" cy="187325"/>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9336" name="object 37">
            <a:extLst>
              <a:ext uri="{FF2B5EF4-FFF2-40B4-BE49-F238E27FC236}">
                <a16:creationId xmlns:a16="http://schemas.microsoft.com/office/drawing/2014/main" id="{1D176FDF-A7DD-7FD6-F53E-2C142C3082E9}"/>
              </a:ext>
            </a:extLst>
          </p:cNvPr>
          <p:cNvSpPr>
            <a:spLocks/>
          </p:cNvSpPr>
          <p:nvPr/>
        </p:nvSpPr>
        <p:spPr bwMode="auto">
          <a:xfrm>
            <a:off x="1822450" y="3546475"/>
            <a:ext cx="588963" cy="541338"/>
          </a:xfrm>
          <a:custGeom>
            <a:avLst/>
            <a:gdLst>
              <a:gd name="T0" fmla="*/ 469878 w 589914"/>
              <a:gd name="T1" fmla="*/ 0 h 540385"/>
              <a:gd name="T2" fmla="*/ 0 w 589914"/>
              <a:gd name="T3" fmla="*/ 430994 h 540385"/>
              <a:gd name="T4" fmla="*/ 102910 w 589914"/>
              <a:gd name="T5" fmla="*/ 557685 h 540385"/>
              <a:gd name="T6" fmla="*/ 572790 w 589914"/>
              <a:gd name="T7" fmla="*/ 126691 h 540385"/>
              <a:gd name="T8" fmla="*/ 469878 w 589914"/>
              <a:gd name="T9" fmla="*/ 0 h 540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9914" h="540385">
                <a:moveTo>
                  <a:pt x="483725" y="0"/>
                </a:moveTo>
                <a:lnTo>
                  <a:pt x="0" y="417540"/>
                </a:lnTo>
                <a:lnTo>
                  <a:pt x="105943" y="540275"/>
                </a:lnTo>
                <a:lnTo>
                  <a:pt x="589667" y="122736"/>
                </a:lnTo>
                <a:lnTo>
                  <a:pt x="48372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2" name="object 38">
            <a:extLst>
              <a:ext uri="{FF2B5EF4-FFF2-40B4-BE49-F238E27FC236}">
                <a16:creationId xmlns:a16="http://schemas.microsoft.com/office/drawing/2014/main" id="{1E02DEBF-CE23-F94F-7136-8D844F04E4F5}"/>
              </a:ext>
            </a:extLst>
          </p:cNvPr>
          <p:cNvSpPr txBox="1"/>
          <p:nvPr/>
        </p:nvSpPr>
        <p:spPr>
          <a:xfrm rot="19200000">
            <a:off x="1858963" y="3748088"/>
            <a:ext cx="509587" cy="133350"/>
          </a:xfrm>
          <a:prstGeom prst="rect">
            <a:avLst/>
          </a:prstGeom>
        </p:spPr>
        <p:txBody>
          <a:bodyPr lIns="0" tIns="0" rIns="0" bIns="0">
            <a:spAutoFit/>
          </a:bodyPr>
          <a:lstStyle/>
          <a:p>
            <a:pPr>
              <a:lnSpc>
                <a:spcPts val="1050"/>
              </a:lnSpc>
              <a:defRPr/>
            </a:pPr>
            <a:r>
              <a:rPr sz="1050" dirty="0">
                <a:latin typeface="Lucida Sans"/>
                <a:cs typeface="Lucida Sans"/>
              </a:rPr>
              <a:t>10</a:t>
            </a:r>
            <a:r>
              <a:rPr sz="1050" spc="-30" dirty="0">
                <a:latin typeface="Lucida Sans"/>
                <a:cs typeface="Lucida Sans"/>
              </a:rPr>
              <a:t> </a:t>
            </a:r>
            <a:r>
              <a:rPr sz="1050" dirty="0">
                <a:latin typeface="Lucida Sans"/>
                <a:cs typeface="Lucida Sans"/>
              </a:rPr>
              <a:t>/</a:t>
            </a:r>
            <a:r>
              <a:rPr sz="1050" spc="-20" dirty="0">
                <a:latin typeface="Lucida Sans"/>
                <a:cs typeface="Lucida Sans"/>
              </a:rPr>
              <a:t> </a:t>
            </a:r>
            <a:r>
              <a:rPr sz="1575" spc="-37" baseline="2645" dirty="0">
                <a:latin typeface="Lucida Sans"/>
                <a:cs typeface="Lucida Sans"/>
              </a:rPr>
              <a:t>10</a:t>
            </a:r>
            <a:endParaRPr sz="1575" baseline="2645">
              <a:latin typeface="Lucida Sans"/>
              <a:cs typeface="Lucida Sans"/>
            </a:endParaRPr>
          </a:p>
        </p:txBody>
      </p:sp>
      <p:sp>
        <p:nvSpPr>
          <p:cNvPr id="43" name="object 39">
            <a:extLst>
              <a:ext uri="{FF2B5EF4-FFF2-40B4-BE49-F238E27FC236}">
                <a16:creationId xmlns:a16="http://schemas.microsoft.com/office/drawing/2014/main" id="{29918284-22B3-3BB4-07DA-DF35B9BAEB31}"/>
              </a:ext>
            </a:extLst>
          </p:cNvPr>
          <p:cNvSpPr txBox="1"/>
          <p:nvPr/>
        </p:nvSpPr>
        <p:spPr>
          <a:xfrm>
            <a:off x="5387975" y="4344988"/>
            <a:ext cx="514350" cy="185737"/>
          </a:xfrm>
          <a:prstGeom prst="rect">
            <a:avLst/>
          </a:prstGeom>
        </p:spPr>
        <p:txBody>
          <a:bodyPr lIns="0" tIns="12700" rIns="0" bIns="0">
            <a:spAutoFit/>
          </a:bodyPr>
          <a:lstStyle/>
          <a:p>
            <a:pPr marL="12700">
              <a:spcBef>
                <a:spcPts val="100"/>
              </a:spcBef>
              <a:defRPr/>
            </a:pPr>
            <a:r>
              <a:rPr sz="1050" dirty="0">
                <a:solidFill>
                  <a:srgbClr val="0048AA"/>
                </a:solidFill>
                <a:latin typeface="Lucida Sans"/>
                <a:cs typeface="Lucida Sans"/>
              </a:rPr>
              <a:t>10 / </a:t>
            </a:r>
            <a:r>
              <a:rPr sz="1050" spc="-25" dirty="0">
                <a:solidFill>
                  <a:srgbClr val="0048AA"/>
                </a:solidFill>
                <a:latin typeface="Lucida Sans"/>
                <a:cs typeface="Lucida Sans"/>
              </a:rPr>
              <a:t>10</a:t>
            </a:r>
            <a:endParaRPr sz="1050">
              <a:latin typeface="Lucida Sans"/>
              <a:cs typeface="Lucida Sans"/>
            </a:endParaRPr>
          </a:p>
        </p:txBody>
      </p:sp>
      <p:sp>
        <p:nvSpPr>
          <p:cNvPr id="99339" name="object 40">
            <a:extLst>
              <a:ext uri="{FF2B5EF4-FFF2-40B4-BE49-F238E27FC236}">
                <a16:creationId xmlns:a16="http://schemas.microsoft.com/office/drawing/2014/main" id="{2C62AE1A-D8DB-D4A7-B7F3-5A6E806B7A3C}"/>
              </a:ext>
            </a:extLst>
          </p:cNvPr>
          <p:cNvSpPr>
            <a:spLocks/>
          </p:cNvSpPr>
          <p:nvPr/>
        </p:nvSpPr>
        <p:spPr bwMode="auto">
          <a:xfrm>
            <a:off x="1908175" y="4376738"/>
            <a:ext cx="428625" cy="163512"/>
          </a:xfrm>
          <a:custGeom>
            <a:avLst/>
            <a:gdLst>
              <a:gd name="T0" fmla="*/ 0 w 429260"/>
              <a:gd name="T1" fmla="*/ 0 h 162560"/>
              <a:gd name="T2" fmla="*/ 417897 w 429260"/>
              <a:gd name="T3" fmla="*/ 0 h 162560"/>
              <a:gd name="T4" fmla="*/ 417897 w 429260"/>
              <a:gd name="T5" fmla="*/ 180104 h 162560"/>
              <a:gd name="T6" fmla="*/ 0 w 429260"/>
              <a:gd name="T7" fmla="*/ 180104 h 162560"/>
              <a:gd name="T8" fmla="*/ 0 w 429260"/>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162560">
                <a:moveTo>
                  <a:pt x="0" y="0"/>
                </a:moveTo>
                <a:lnTo>
                  <a:pt x="429182" y="0"/>
                </a:lnTo>
                <a:lnTo>
                  <a:pt x="429182"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45" name="object 41">
            <a:extLst>
              <a:ext uri="{FF2B5EF4-FFF2-40B4-BE49-F238E27FC236}">
                <a16:creationId xmlns:a16="http://schemas.microsoft.com/office/drawing/2014/main" id="{B17DCCBE-22F8-405B-37E2-8210C737EA82}"/>
              </a:ext>
            </a:extLst>
          </p:cNvPr>
          <p:cNvSpPr txBox="1"/>
          <p:nvPr/>
        </p:nvSpPr>
        <p:spPr>
          <a:xfrm>
            <a:off x="1949450" y="4344988"/>
            <a:ext cx="346075" cy="185737"/>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5</a:t>
            </a:r>
            <a:endParaRPr sz="1050">
              <a:latin typeface="Lucida Sans"/>
              <a:cs typeface="Lucida Sans"/>
            </a:endParaRPr>
          </a:p>
        </p:txBody>
      </p:sp>
      <p:grpSp>
        <p:nvGrpSpPr>
          <p:cNvPr id="99341" name="object 42">
            <a:extLst>
              <a:ext uri="{FF2B5EF4-FFF2-40B4-BE49-F238E27FC236}">
                <a16:creationId xmlns:a16="http://schemas.microsoft.com/office/drawing/2014/main" id="{E6D1CE1B-ED8F-66B7-D30A-2E82417E9AF1}"/>
              </a:ext>
            </a:extLst>
          </p:cNvPr>
          <p:cNvGrpSpPr>
            <a:grpSpLocks/>
          </p:cNvGrpSpPr>
          <p:nvPr/>
        </p:nvGrpSpPr>
        <p:grpSpPr bwMode="auto">
          <a:xfrm>
            <a:off x="1230313" y="2979738"/>
            <a:ext cx="3821112" cy="2959100"/>
            <a:chOff x="1811288" y="4221119"/>
            <a:chExt cx="3821429" cy="2958465"/>
          </a:xfrm>
        </p:grpSpPr>
        <p:sp>
          <p:nvSpPr>
            <p:cNvPr id="99382" name="object 43">
              <a:extLst>
                <a:ext uri="{FF2B5EF4-FFF2-40B4-BE49-F238E27FC236}">
                  <a16:creationId xmlns:a16="http://schemas.microsoft.com/office/drawing/2014/main" id="{A75E74BB-DF0A-3489-6916-7BB50D95CA83}"/>
                </a:ext>
              </a:extLst>
            </p:cNvPr>
            <p:cNvSpPr>
              <a:spLocks/>
            </p:cNvSpPr>
            <p:nvPr/>
          </p:nvSpPr>
          <p:spPr bwMode="auto">
            <a:xfrm>
              <a:off x="3351721"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83" name="object 44">
              <a:extLst>
                <a:ext uri="{FF2B5EF4-FFF2-40B4-BE49-F238E27FC236}">
                  <a16:creationId xmlns:a16="http://schemas.microsoft.com/office/drawing/2014/main" id="{0ECB1841-F26B-535C-FC0B-22F8B563516A}"/>
                </a:ext>
              </a:extLst>
            </p:cNvPr>
            <p:cNvSpPr>
              <a:spLocks/>
            </p:cNvSpPr>
            <p:nvPr/>
          </p:nvSpPr>
          <p:spPr bwMode="auto">
            <a:xfrm>
              <a:off x="3351722"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84" name="object 45">
              <a:extLst>
                <a:ext uri="{FF2B5EF4-FFF2-40B4-BE49-F238E27FC236}">
                  <a16:creationId xmlns:a16="http://schemas.microsoft.com/office/drawing/2014/main" id="{E10564F4-9C69-E615-735F-FD4D00F1AEE3}"/>
                </a:ext>
              </a:extLst>
            </p:cNvPr>
            <p:cNvSpPr>
              <a:spLocks/>
            </p:cNvSpPr>
            <p:nvPr/>
          </p:nvSpPr>
          <p:spPr bwMode="auto">
            <a:xfrm>
              <a:off x="5360414" y="6907295"/>
              <a:ext cx="267335" cy="267335"/>
            </a:xfrm>
            <a:custGeom>
              <a:avLst/>
              <a:gdLst>
                <a:gd name="T0" fmla="*/ 154196 w 267335"/>
                <a:gd name="T1" fmla="*/ 0 h 267334"/>
                <a:gd name="T2" fmla="*/ 112837 w 267335"/>
                <a:gd name="T3" fmla="*/ 0 h 267334"/>
                <a:gd name="T4" fmla="*/ 73051 w 267335"/>
                <a:gd name="T5" fmla="*/ 12662 h 267334"/>
                <a:gd name="T6" fmla="*/ 37986 w 267335"/>
                <a:gd name="T7" fmla="*/ 37987 h 267334"/>
                <a:gd name="T8" fmla="*/ 12662 w 267335"/>
                <a:gd name="T9" fmla="*/ 73052 h 267334"/>
                <a:gd name="T10" fmla="*/ 0 w 267335"/>
                <a:gd name="T11" fmla="*/ 112837 h 267334"/>
                <a:gd name="T12" fmla="*/ 0 w 267335"/>
                <a:gd name="T13" fmla="*/ 154214 h 267334"/>
                <a:gd name="T14" fmla="*/ 12662 w 267335"/>
                <a:gd name="T15" fmla="*/ 193999 h 267334"/>
                <a:gd name="T16" fmla="*/ 37986 w 267335"/>
                <a:gd name="T17" fmla="*/ 229064 h 267334"/>
                <a:gd name="T18" fmla="*/ 73051 w 267335"/>
                <a:gd name="T19" fmla="*/ 254389 h 267334"/>
                <a:gd name="T20" fmla="*/ 112837 w 267335"/>
                <a:gd name="T21" fmla="*/ 267052 h 267334"/>
                <a:gd name="T22" fmla="*/ 154196 w 267335"/>
                <a:gd name="T23" fmla="*/ 267052 h 267334"/>
                <a:gd name="T24" fmla="*/ 193981 w 267335"/>
                <a:gd name="T25" fmla="*/ 254389 h 267334"/>
                <a:gd name="T26" fmla="*/ 229046 w 267335"/>
                <a:gd name="T27" fmla="*/ 229064 h 267334"/>
                <a:gd name="T28" fmla="*/ 254371 w 267335"/>
                <a:gd name="T29" fmla="*/ 193999 h 267334"/>
                <a:gd name="T30" fmla="*/ 267033 w 267335"/>
                <a:gd name="T31" fmla="*/ 154214 h 267334"/>
                <a:gd name="T32" fmla="*/ 267033 w 267335"/>
                <a:gd name="T33" fmla="*/ 112837 h 267334"/>
                <a:gd name="T34" fmla="*/ 254371 w 267335"/>
                <a:gd name="T35" fmla="*/ 73052 h 267334"/>
                <a:gd name="T36" fmla="*/ 229046 w 267335"/>
                <a:gd name="T37" fmla="*/ 37987 h 267334"/>
                <a:gd name="T38" fmla="*/ 193981 w 267335"/>
                <a:gd name="T39" fmla="*/ 12662 h 267334"/>
                <a:gd name="T40" fmla="*/ 154196 w 267335"/>
                <a:gd name="T41" fmla="*/ 0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1" y="193981"/>
                  </a:lnTo>
                  <a:lnTo>
                    <a:pt x="267033" y="154196"/>
                  </a:lnTo>
                  <a:lnTo>
                    <a:pt x="267033" y="112837"/>
                  </a:lnTo>
                  <a:lnTo>
                    <a:pt x="254371"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85" name="object 46">
              <a:extLst>
                <a:ext uri="{FF2B5EF4-FFF2-40B4-BE49-F238E27FC236}">
                  <a16:creationId xmlns:a16="http://schemas.microsoft.com/office/drawing/2014/main" id="{6C0F63AC-EF67-4843-0C30-9536DAEE8DE2}"/>
                </a:ext>
              </a:extLst>
            </p:cNvPr>
            <p:cNvSpPr>
              <a:spLocks/>
            </p:cNvSpPr>
            <p:nvPr/>
          </p:nvSpPr>
          <p:spPr bwMode="auto">
            <a:xfrm>
              <a:off x="5360415" y="6907295"/>
              <a:ext cx="267335" cy="267335"/>
            </a:xfrm>
            <a:custGeom>
              <a:avLst/>
              <a:gdLst>
                <a:gd name="T0" fmla="*/ 37987 w 267335"/>
                <a:gd name="T1" fmla="*/ 37987 h 267334"/>
                <a:gd name="T2" fmla="*/ 12662 w 267335"/>
                <a:gd name="T3" fmla="*/ 73052 h 267334"/>
                <a:gd name="T4" fmla="*/ 0 w 267335"/>
                <a:gd name="T5" fmla="*/ 112837 h 267334"/>
                <a:gd name="T6" fmla="*/ 0 w 267335"/>
                <a:gd name="T7" fmla="*/ 154214 h 267334"/>
                <a:gd name="T8" fmla="*/ 12662 w 267335"/>
                <a:gd name="T9" fmla="*/ 194000 h 267334"/>
                <a:gd name="T10" fmla="*/ 37987 w 267335"/>
                <a:gd name="T11" fmla="*/ 229065 h 267334"/>
                <a:gd name="T12" fmla="*/ 73052 w 267335"/>
                <a:gd name="T13" fmla="*/ 254389 h 267334"/>
                <a:gd name="T14" fmla="*/ 112837 w 267335"/>
                <a:gd name="T15" fmla="*/ 267052 h 267334"/>
                <a:gd name="T16" fmla="*/ 154196 w 267335"/>
                <a:gd name="T17" fmla="*/ 267052 h 267334"/>
                <a:gd name="T18" fmla="*/ 193982 w 267335"/>
                <a:gd name="T19" fmla="*/ 254389 h 267334"/>
                <a:gd name="T20" fmla="*/ 229047 w 267335"/>
                <a:gd name="T21" fmla="*/ 229065 h 267334"/>
                <a:gd name="T22" fmla="*/ 254371 w 267335"/>
                <a:gd name="T23" fmla="*/ 194000 h 267334"/>
                <a:gd name="T24" fmla="*/ 267034 w 267335"/>
                <a:gd name="T25" fmla="*/ 154214 h 267334"/>
                <a:gd name="T26" fmla="*/ 267034 w 267335"/>
                <a:gd name="T27" fmla="*/ 112837 h 267334"/>
                <a:gd name="T28" fmla="*/ 254371 w 267335"/>
                <a:gd name="T29" fmla="*/ 73052 h 267334"/>
                <a:gd name="T30" fmla="*/ 229047 w 267335"/>
                <a:gd name="T31" fmla="*/ 37987 h 267334"/>
                <a:gd name="T32" fmla="*/ 193982 w 267335"/>
                <a:gd name="T33" fmla="*/ 12662 h 267334"/>
                <a:gd name="T34" fmla="*/ 154196 w 267335"/>
                <a:gd name="T35" fmla="*/ 0 h 267334"/>
                <a:gd name="T36" fmla="*/ 112837 w 267335"/>
                <a:gd name="T37" fmla="*/ 0 h 267334"/>
                <a:gd name="T38" fmla="*/ 73052 w 267335"/>
                <a:gd name="T39" fmla="*/ 12662 h 267334"/>
                <a:gd name="T40" fmla="*/ 37987 w 267335"/>
                <a:gd name="T41" fmla="*/ 37987 h 2673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4">
                  <a:moveTo>
                    <a:pt x="37987" y="37987"/>
                  </a:moveTo>
                  <a:lnTo>
                    <a:pt x="12662" y="73052"/>
                  </a:lnTo>
                  <a:lnTo>
                    <a:pt x="0" y="112837"/>
                  </a:lnTo>
                  <a:lnTo>
                    <a:pt x="0" y="154196"/>
                  </a:lnTo>
                  <a:lnTo>
                    <a:pt x="12662" y="193982"/>
                  </a:lnTo>
                  <a:lnTo>
                    <a:pt x="37987" y="229047"/>
                  </a:lnTo>
                  <a:lnTo>
                    <a:pt x="73052" y="254371"/>
                  </a:lnTo>
                  <a:lnTo>
                    <a:pt x="112837" y="267034"/>
                  </a:lnTo>
                  <a:lnTo>
                    <a:pt x="154196" y="267034"/>
                  </a:lnTo>
                  <a:lnTo>
                    <a:pt x="193982" y="254371"/>
                  </a:lnTo>
                  <a:lnTo>
                    <a:pt x="229047" y="229047"/>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86" name="object 47">
              <a:extLst>
                <a:ext uri="{FF2B5EF4-FFF2-40B4-BE49-F238E27FC236}">
                  <a16:creationId xmlns:a16="http://schemas.microsoft.com/office/drawing/2014/main" id="{981DD34E-2625-8ACE-404C-9C6F290BB522}"/>
                </a:ext>
              </a:extLst>
            </p:cNvPr>
            <p:cNvSpPr>
              <a:spLocks/>
            </p:cNvSpPr>
            <p:nvPr/>
          </p:nvSpPr>
          <p:spPr bwMode="auto">
            <a:xfrm>
              <a:off x="3351721"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87" name="object 48">
              <a:extLst>
                <a:ext uri="{FF2B5EF4-FFF2-40B4-BE49-F238E27FC236}">
                  <a16:creationId xmlns:a16="http://schemas.microsoft.com/office/drawing/2014/main" id="{468DDBD3-1E82-13CB-F5F2-02809CDDA67A}"/>
                </a:ext>
              </a:extLst>
            </p:cNvPr>
            <p:cNvSpPr>
              <a:spLocks/>
            </p:cNvSpPr>
            <p:nvPr/>
          </p:nvSpPr>
          <p:spPr bwMode="auto">
            <a:xfrm>
              <a:off x="3351722"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88" name="object 49">
              <a:extLst>
                <a:ext uri="{FF2B5EF4-FFF2-40B4-BE49-F238E27FC236}">
                  <a16:creationId xmlns:a16="http://schemas.microsoft.com/office/drawing/2014/main" id="{ED5F6068-DFA1-EC7B-5FD3-C2BCA30EBFBE}"/>
                </a:ext>
              </a:extLst>
            </p:cNvPr>
            <p:cNvSpPr>
              <a:spLocks/>
            </p:cNvSpPr>
            <p:nvPr/>
          </p:nvSpPr>
          <p:spPr bwMode="auto">
            <a:xfrm>
              <a:off x="5360414"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89" name="object 50">
              <a:extLst>
                <a:ext uri="{FF2B5EF4-FFF2-40B4-BE49-F238E27FC236}">
                  <a16:creationId xmlns:a16="http://schemas.microsoft.com/office/drawing/2014/main" id="{E57EAF06-7B3D-F149-8BDA-57F25CF1462C}"/>
                </a:ext>
              </a:extLst>
            </p:cNvPr>
            <p:cNvSpPr>
              <a:spLocks/>
            </p:cNvSpPr>
            <p:nvPr/>
          </p:nvSpPr>
          <p:spPr bwMode="auto">
            <a:xfrm>
              <a:off x="5360415"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90" name="object 51">
              <a:extLst>
                <a:ext uri="{FF2B5EF4-FFF2-40B4-BE49-F238E27FC236}">
                  <a16:creationId xmlns:a16="http://schemas.microsoft.com/office/drawing/2014/main" id="{2C6ED2F9-BACE-5A73-9F1C-8042B8635F92}"/>
                </a:ext>
              </a:extLst>
            </p:cNvPr>
            <p:cNvSpPr>
              <a:spLocks/>
            </p:cNvSpPr>
            <p:nvPr/>
          </p:nvSpPr>
          <p:spPr bwMode="auto">
            <a:xfrm>
              <a:off x="5360414" y="5542567"/>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3 h 267335"/>
                <a:gd name="T22" fmla="*/ 154196 w 267335"/>
                <a:gd name="T23" fmla="*/ 267033 h 267335"/>
                <a:gd name="T24" fmla="*/ 193981 w 267335"/>
                <a:gd name="T25" fmla="*/ 254371 h 267335"/>
                <a:gd name="T26" fmla="*/ 229046 w 267335"/>
                <a:gd name="T27" fmla="*/ 229046 h 267335"/>
                <a:gd name="T28" fmla="*/ 254371 w 267335"/>
                <a:gd name="T29" fmla="*/ 193981 h 267335"/>
                <a:gd name="T30" fmla="*/ 267033 w 267335"/>
                <a:gd name="T31" fmla="*/ 154196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6"/>
                  </a:lnTo>
                  <a:lnTo>
                    <a:pt x="12662" y="193981"/>
                  </a:lnTo>
                  <a:lnTo>
                    <a:pt x="37986" y="229046"/>
                  </a:lnTo>
                  <a:lnTo>
                    <a:pt x="73051" y="254371"/>
                  </a:lnTo>
                  <a:lnTo>
                    <a:pt x="112837" y="267033"/>
                  </a:lnTo>
                  <a:lnTo>
                    <a:pt x="154196" y="267033"/>
                  </a:lnTo>
                  <a:lnTo>
                    <a:pt x="193981" y="254371"/>
                  </a:lnTo>
                  <a:lnTo>
                    <a:pt x="229046" y="229046"/>
                  </a:lnTo>
                  <a:lnTo>
                    <a:pt x="254371" y="193981"/>
                  </a:lnTo>
                  <a:lnTo>
                    <a:pt x="267033" y="154196"/>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91" name="object 52">
              <a:extLst>
                <a:ext uri="{FF2B5EF4-FFF2-40B4-BE49-F238E27FC236}">
                  <a16:creationId xmlns:a16="http://schemas.microsoft.com/office/drawing/2014/main" id="{8209D3A1-CE33-254E-368C-E2F98B1F3CE1}"/>
                </a:ext>
              </a:extLst>
            </p:cNvPr>
            <p:cNvSpPr>
              <a:spLocks/>
            </p:cNvSpPr>
            <p:nvPr/>
          </p:nvSpPr>
          <p:spPr bwMode="auto">
            <a:xfrm>
              <a:off x="5360415" y="5542567"/>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2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2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2"/>
                  </a:lnTo>
                  <a:lnTo>
                    <a:pt x="37987" y="229046"/>
                  </a:lnTo>
                  <a:lnTo>
                    <a:pt x="73052" y="254371"/>
                  </a:lnTo>
                  <a:lnTo>
                    <a:pt x="112837" y="267034"/>
                  </a:lnTo>
                  <a:lnTo>
                    <a:pt x="154196" y="267034"/>
                  </a:lnTo>
                  <a:lnTo>
                    <a:pt x="193982" y="254371"/>
                  </a:lnTo>
                  <a:lnTo>
                    <a:pt x="229047" y="229046"/>
                  </a:lnTo>
                  <a:lnTo>
                    <a:pt x="254371" y="193982"/>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92" name="object 53">
              <a:extLst>
                <a:ext uri="{FF2B5EF4-FFF2-40B4-BE49-F238E27FC236}">
                  <a16:creationId xmlns:a16="http://schemas.microsoft.com/office/drawing/2014/main" id="{8BB05B7E-7990-EAFC-1B73-D01AF367593B}"/>
                </a:ext>
              </a:extLst>
            </p:cNvPr>
            <p:cNvSpPr>
              <a:spLocks/>
            </p:cNvSpPr>
            <p:nvPr/>
          </p:nvSpPr>
          <p:spPr bwMode="auto">
            <a:xfrm>
              <a:off x="1816367" y="5537431"/>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7 h 267335"/>
                <a:gd name="T8" fmla="*/ 12662 w 267335"/>
                <a:gd name="T9" fmla="*/ 73052 h 267335"/>
                <a:gd name="T10" fmla="*/ 0 w 267335"/>
                <a:gd name="T11" fmla="*/ 112837 h 267335"/>
                <a:gd name="T12" fmla="*/ 0 w 267335"/>
                <a:gd name="T13" fmla="*/ 154196 h 267335"/>
                <a:gd name="T14" fmla="*/ 12662 w 267335"/>
                <a:gd name="T15" fmla="*/ 193981 h 267335"/>
                <a:gd name="T16" fmla="*/ 37986 w 267335"/>
                <a:gd name="T17" fmla="*/ 229046 h 267335"/>
                <a:gd name="T18" fmla="*/ 73051 w 267335"/>
                <a:gd name="T19" fmla="*/ 254371 h 267335"/>
                <a:gd name="T20" fmla="*/ 112837 w 267335"/>
                <a:gd name="T21" fmla="*/ 267034 h 267335"/>
                <a:gd name="T22" fmla="*/ 154196 w 267335"/>
                <a:gd name="T23" fmla="*/ 267034 h 267335"/>
                <a:gd name="T24" fmla="*/ 193981 w 267335"/>
                <a:gd name="T25" fmla="*/ 254371 h 267335"/>
                <a:gd name="T26" fmla="*/ 229046 w 267335"/>
                <a:gd name="T27" fmla="*/ 229046 h 267335"/>
                <a:gd name="T28" fmla="*/ 254372 w 267335"/>
                <a:gd name="T29" fmla="*/ 193981 h 267335"/>
                <a:gd name="T30" fmla="*/ 267034 w 267335"/>
                <a:gd name="T31" fmla="*/ 154196 h 267335"/>
                <a:gd name="T32" fmla="*/ 267034 w 267335"/>
                <a:gd name="T33" fmla="*/ 112837 h 267335"/>
                <a:gd name="T34" fmla="*/ 254372 w 267335"/>
                <a:gd name="T35" fmla="*/ 73052 h 267335"/>
                <a:gd name="T36" fmla="*/ 229046 w 267335"/>
                <a:gd name="T37" fmla="*/ 37987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7"/>
                  </a:lnTo>
                  <a:lnTo>
                    <a:pt x="12662" y="73052"/>
                  </a:lnTo>
                  <a:lnTo>
                    <a:pt x="0" y="112837"/>
                  </a:lnTo>
                  <a:lnTo>
                    <a:pt x="0" y="154196"/>
                  </a:lnTo>
                  <a:lnTo>
                    <a:pt x="12662" y="193981"/>
                  </a:lnTo>
                  <a:lnTo>
                    <a:pt x="37986" y="229046"/>
                  </a:lnTo>
                  <a:lnTo>
                    <a:pt x="73051" y="254371"/>
                  </a:lnTo>
                  <a:lnTo>
                    <a:pt x="112837" y="267034"/>
                  </a:lnTo>
                  <a:lnTo>
                    <a:pt x="154196" y="267034"/>
                  </a:lnTo>
                  <a:lnTo>
                    <a:pt x="193981" y="254371"/>
                  </a:lnTo>
                  <a:lnTo>
                    <a:pt x="229046" y="229046"/>
                  </a:lnTo>
                  <a:lnTo>
                    <a:pt x="254372" y="193981"/>
                  </a:lnTo>
                  <a:lnTo>
                    <a:pt x="267034" y="154196"/>
                  </a:lnTo>
                  <a:lnTo>
                    <a:pt x="267034" y="112837"/>
                  </a:lnTo>
                  <a:lnTo>
                    <a:pt x="254372" y="73052"/>
                  </a:lnTo>
                  <a:lnTo>
                    <a:pt x="229046" y="37987"/>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93" name="object 54">
              <a:extLst>
                <a:ext uri="{FF2B5EF4-FFF2-40B4-BE49-F238E27FC236}">
                  <a16:creationId xmlns:a16="http://schemas.microsoft.com/office/drawing/2014/main" id="{79F8EB76-DA9E-5158-1D31-283EEE27EFA0}"/>
                </a:ext>
              </a:extLst>
            </p:cNvPr>
            <p:cNvSpPr>
              <a:spLocks/>
            </p:cNvSpPr>
            <p:nvPr/>
          </p:nvSpPr>
          <p:spPr bwMode="auto">
            <a:xfrm>
              <a:off x="1816368" y="5537432"/>
              <a:ext cx="267335" cy="267335"/>
            </a:xfrm>
            <a:custGeom>
              <a:avLst/>
              <a:gdLst>
                <a:gd name="T0" fmla="*/ 229046 w 267335"/>
                <a:gd name="T1" fmla="*/ 37987 h 267335"/>
                <a:gd name="T2" fmla="*/ 254371 w 267335"/>
                <a:gd name="T3" fmla="*/ 73052 h 267335"/>
                <a:gd name="T4" fmla="*/ 267034 w 267335"/>
                <a:gd name="T5" fmla="*/ 112837 h 267335"/>
                <a:gd name="T6" fmla="*/ 267034 w 267335"/>
                <a:gd name="T7" fmla="*/ 154196 h 267335"/>
                <a:gd name="T8" fmla="*/ 254371 w 267335"/>
                <a:gd name="T9" fmla="*/ 193982 h 267335"/>
                <a:gd name="T10" fmla="*/ 229046 w 267335"/>
                <a:gd name="T11" fmla="*/ 229046 h 267335"/>
                <a:gd name="T12" fmla="*/ 193981 w 267335"/>
                <a:gd name="T13" fmla="*/ 254371 h 267335"/>
                <a:gd name="T14" fmla="*/ 154196 w 267335"/>
                <a:gd name="T15" fmla="*/ 267034 h 267335"/>
                <a:gd name="T16" fmla="*/ 112837 w 267335"/>
                <a:gd name="T17" fmla="*/ 267034 h 267335"/>
                <a:gd name="T18" fmla="*/ 73051 w 267335"/>
                <a:gd name="T19" fmla="*/ 254371 h 267335"/>
                <a:gd name="T20" fmla="*/ 37986 w 267335"/>
                <a:gd name="T21" fmla="*/ 229046 h 267335"/>
                <a:gd name="T22" fmla="*/ 12662 w 267335"/>
                <a:gd name="T23" fmla="*/ 193982 h 267335"/>
                <a:gd name="T24" fmla="*/ 0 w 267335"/>
                <a:gd name="T25" fmla="*/ 154196 h 267335"/>
                <a:gd name="T26" fmla="*/ 0 w 267335"/>
                <a:gd name="T27" fmla="*/ 112837 h 267335"/>
                <a:gd name="T28" fmla="*/ 12662 w 267335"/>
                <a:gd name="T29" fmla="*/ 73052 h 267335"/>
                <a:gd name="T30" fmla="*/ 37986 w 267335"/>
                <a:gd name="T31" fmla="*/ 37987 h 267335"/>
                <a:gd name="T32" fmla="*/ 73051 w 267335"/>
                <a:gd name="T33" fmla="*/ 12662 h 267335"/>
                <a:gd name="T34" fmla="*/ 112837 w 267335"/>
                <a:gd name="T35" fmla="*/ 0 h 267335"/>
                <a:gd name="T36" fmla="*/ 154196 w 267335"/>
                <a:gd name="T37" fmla="*/ 0 h 267335"/>
                <a:gd name="T38" fmla="*/ 193981 w 267335"/>
                <a:gd name="T39" fmla="*/ 12662 h 267335"/>
                <a:gd name="T40" fmla="*/ 229046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229046" y="37987"/>
                  </a:moveTo>
                  <a:lnTo>
                    <a:pt x="254371" y="73052"/>
                  </a:lnTo>
                  <a:lnTo>
                    <a:pt x="267034" y="112837"/>
                  </a:lnTo>
                  <a:lnTo>
                    <a:pt x="267034" y="154196"/>
                  </a:lnTo>
                  <a:lnTo>
                    <a:pt x="254371" y="193982"/>
                  </a:lnTo>
                  <a:lnTo>
                    <a:pt x="229046" y="229046"/>
                  </a:lnTo>
                  <a:lnTo>
                    <a:pt x="193981" y="254371"/>
                  </a:lnTo>
                  <a:lnTo>
                    <a:pt x="154196" y="267034"/>
                  </a:lnTo>
                  <a:lnTo>
                    <a:pt x="112837" y="267034"/>
                  </a:lnTo>
                  <a:lnTo>
                    <a:pt x="73051" y="254371"/>
                  </a:lnTo>
                  <a:lnTo>
                    <a:pt x="37986" y="229046"/>
                  </a:lnTo>
                  <a:lnTo>
                    <a:pt x="12662" y="193982"/>
                  </a:lnTo>
                  <a:lnTo>
                    <a:pt x="0" y="154196"/>
                  </a:lnTo>
                  <a:lnTo>
                    <a:pt x="0" y="112837"/>
                  </a:lnTo>
                  <a:lnTo>
                    <a:pt x="12662" y="73052"/>
                  </a:lnTo>
                  <a:lnTo>
                    <a:pt x="37986" y="37987"/>
                  </a:lnTo>
                  <a:lnTo>
                    <a:pt x="73051" y="12662"/>
                  </a:lnTo>
                  <a:lnTo>
                    <a:pt x="112837" y="0"/>
                  </a:lnTo>
                  <a:lnTo>
                    <a:pt x="154196" y="0"/>
                  </a:lnTo>
                  <a:lnTo>
                    <a:pt x="193981" y="12662"/>
                  </a:lnTo>
                  <a:lnTo>
                    <a:pt x="229046"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9342" name="object 55">
            <a:extLst>
              <a:ext uri="{FF2B5EF4-FFF2-40B4-BE49-F238E27FC236}">
                <a16:creationId xmlns:a16="http://schemas.microsoft.com/office/drawing/2014/main" id="{49B6DFE0-0D89-7F90-26E1-EE8F78D3A681}"/>
              </a:ext>
            </a:extLst>
          </p:cNvPr>
          <p:cNvSpPr txBox="1">
            <a:spLocks noChangeArrowheads="1"/>
          </p:cNvSpPr>
          <p:nvPr/>
        </p:nvSpPr>
        <p:spPr bwMode="auto">
          <a:xfrm>
            <a:off x="1316038" y="4300538"/>
            <a:ext cx="104775"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929292"/>
                </a:solidFill>
                <a:latin typeface="Lucida Sans" panose="020B0602030504020204" pitchFamily="34" charset="0"/>
              </a:rPr>
              <a:t>s</a:t>
            </a:r>
            <a:endParaRPr lang="zh-CN" altLang="zh-CN" sz="1200">
              <a:latin typeface="Lucida Sans" panose="020B0602030504020204" pitchFamily="34" charset="0"/>
            </a:endParaRPr>
          </a:p>
        </p:txBody>
      </p:sp>
      <p:grpSp>
        <p:nvGrpSpPr>
          <p:cNvPr id="99343" name="object 56">
            <a:extLst>
              <a:ext uri="{FF2B5EF4-FFF2-40B4-BE49-F238E27FC236}">
                <a16:creationId xmlns:a16="http://schemas.microsoft.com/office/drawing/2014/main" id="{A4E094D7-310E-71D6-9E89-6408437BC235}"/>
              </a:ext>
            </a:extLst>
          </p:cNvPr>
          <p:cNvGrpSpPr>
            <a:grpSpLocks/>
          </p:cNvGrpSpPr>
          <p:nvPr/>
        </p:nvGrpSpPr>
        <p:grpSpPr bwMode="auto">
          <a:xfrm>
            <a:off x="6302375" y="4294188"/>
            <a:ext cx="277813" cy="277812"/>
            <a:chOff x="6883621" y="5535110"/>
            <a:chExt cx="277495" cy="277495"/>
          </a:xfrm>
        </p:grpSpPr>
        <p:sp>
          <p:nvSpPr>
            <p:cNvPr id="99380" name="object 57">
              <a:extLst>
                <a:ext uri="{FF2B5EF4-FFF2-40B4-BE49-F238E27FC236}">
                  <a16:creationId xmlns:a16="http://schemas.microsoft.com/office/drawing/2014/main" id="{ECFD0003-71AC-759B-47A6-252A9785FBA6}"/>
                </a:ext>
              </a:extLst>
            </p:cNvPr>
            <p:cNvSpPr>
              <a:spLocks/>
            </p:cNvSpPr>
            <p:nvPr/>
          </p:nvSpPr>
          <p:spPr bwMode="auto">
            <a:xfrm>
              <a:off x="6888701" y="5540189"/>
              <a:ext cx="267335" cy="267335"/>
            </a:xfrm>
            <a:custGeom>
              <a:avLst/>
              <a:gdLst>
                <a:gd name="T0" fmla="*/ 154214 w 267334"/>
                <a:gd name="T1" fmla="*/ 0 h 267335"/>
                <a:gd name="T2" fmla="*/ 112837 w 267334"/>
                <a:gd name="T3" fmla="*/ 0 h 267335"/>
                <a:gd name="T4" fmla="*/ 73052 w 267334"/>
                <a:gd name="T5" fmla="*/ 12662 h 267335"/>
                <a:gd name="T6" fmla="*/ 37987 w 267334"/>
                <a:gd name="T7" fmla="*/ 37987 h 267335"/>
                <a:gd name="T8" fmla="*/ 12662 w 267334"/>
                <a:gd name="T9" fmla="*/ 73052 h 267335"/>
                <a:gd name="T10" fmla="*/ 0 w 267334"/>
                <a:gd name="T11" fmla="*/ 112837 h 267335"/>
                <a:gd name="T12" fmla="*/ 0 w 267334"/>
                <a:gd name="T13" fmla="*/ 154196 h 267335"/>
                <a:gd name="T14" fmla="*/ 12662 w 267334"/>
                <a:gd name="T15" fmla="*/ 193981 h 267335"/>
                <a:gd name="T16" fmla="*/ 37987 w 267334"/>
                <a:gd name="T17" fmla="*/ 229046 h 267335"/>
                <a:gd name="T18" fmla="*/ 73052 w 267334"/>
                <a:gd name="T19" fmla="*/ 254371 h 267335"/>
                <a:gd name="T20" fmla="*/ 112837 w 267334"/>
                <a:gd name="T21" fmla="*/ 267034 h 267335"/>
                <a:gd name="T22" fmla="*/ 154214 w 267334"/>
                <a:gd name="T23" fmla="*/ 267034 h 267335"/>
                <a:gd name="T24" fmla="*/ 193999 w 267334"/>
                <a:gd name="T25" fmla="*/ 254371 h 267335"/>
                <a:gd name="T26" fmla="*/ 229064 w 267334"/>
                <a:gd name="T27" fmla="*/ 229046 h 267335"/>
                <a:gd name="T28" fmla="*/ 254389 w 267334"/>
                <a:gd name="T29" fmla="*/ 193981 h 267335"/>
                <a:gd name="T30" fmla="*/ 267052 w 267334"/>
                <a:gd name="T31" fmla="*/ 154196 h 267335"/>
                <a:gd name="T32" fmla="*/ 267052 w 267334"/>
                <a:gd name="T33" fmla="*/ 112837 h 267335"/>
                <a:gd name="T34" fmla="*/ 254389 w 267334"/>
                <a:gd name="T35" fmla="*/ 73052 h 267335"/>
                <a:gd name="T36" fmla="*/ 229064 w 267334"/>
                <a:gd name="T37" fmla="*/ 37987 h 267335"/>
                <a:gd name="T38" fmla="*/ 193999 w 267334"/>
                <a:gd name="T39" fmla="*/ 12662 h 267335"/>
                <a:gd name="T40" fmla="*/ 154214 w 267334"/>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154196" y="0"/>
                  </a:moveTo>
                  <a:lnTo>
                    <a:pt x="112837" y="0"/>
                  </a:lnTo>
                  <a:lnTo>
                    <a:pt x="73052" y="12662"/>
                  </a:lnTo>
                  <a:lnTo>
                    <a:pt x="37987" y="37987"/>
                  </a:lnTo>
                  <a:lnTo>
                    <a:pt x="12662" y="73052"/>
                  </a:lnTo>
                  <a:lnTo>
                    <a:pt x="0" y="112837"/>
                  </a:lnTo>
                  <a:lnTo>
                    <a:pt x="0" y="154196"/>
                  </a:lnTo>
                  <a:lnTo>
                    <a:pt x="12662" y="193981"/>
                  </a:lnTo>
                  <a:lnTo>
                    <a:pt x="37987" y="229046"/>
                  </a:lnTo>
                  <a:lnTo>
                    <a:pt x="73052" y="254371"/>
                  </a:lnTo>
                  <a:lnTo>
                    <a:pt x="112837" y="267034"/>
                  </a:lnTo>
                  <a:lnTo>
                    <a:pt x="154196" y="267034"/>
                  </a:lnTo>
                  <a:lnTo>
                    <a:pt x="193981" y="254371"/>
                  </a:lnTo>
                  <a:lnTo>
                    <a:pt x="229046" y="229046"/>
                  </a:lnTo>
                  <a:lnTo>
                    <a:pt x="254371" y="193981"/>
                  </a:lnTo>
                  <a:lnTo>
                    <a:pt x="267034" y="154196"/>
                  </a:lnTo>
                  <a:lnTo>
                    <a:pt x="267034" y="112837"/>
                  </a:lnTo>
                  <a:lnTo>
                    <a:pt x="254371" y="73052"/>
                  </a:lnTo>
                  <a:lnTo>
                    <a:pt x="229046" y="37987"/>
                  </a:lnTo>
                  <a:lnTo>
                    <a:pt x="193981" y="12662"/>
                  </a:lnTo>
                  <a:lnTo>
                    <a:pt x="154196" y="0"/>
                  </a:lnTo>
                  <a:close/>
                </a:path>
              </a:pathLst>
            </a:custGeom>
            <a:solidFill>
              <a:srgbClr val="0048AA"/>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81" name="object 58">
              <a:extLst>
                <a:ext uri="{FF2B5EF4-FFF2-40B4-BE49-F238E27FC236}">
                  <a16:creationId xmlns:a16="http://schemas.microsoft.com/office/drawing/2014/main" id="{0A862C14-B4E1-C304-2728-3BA4E4381ED5}"/>
                </a:ext>
              </a:extLst>
            </p:cNvPr>
            <p:cNvSpPr>
              <a:spLocks/>
            </p:cNvSpPr>
            <p:nvPr/>
          </p:nvSpPr>
          <p:spPr bwMode="auto">
            <a:xfrm>
              <a:off x="6888701" y="5540190"/>
              <a:ext cx="267335" cy="267335"/>
            </a:xfrm>
            <a:custGeom>
              <a:avLst/>
              <a:gdLst>
                <a:gd name="T0" fmla="*/ 229065 w 267334"/>
                <a:gd name="T1" fmla="*/ 37987 h 267335"/>
                <a:gd name="T2" fmla="*/ 254390 w 267334"/>
                <a:gd name="T3" fmla="*/ 73052 h 267335"/>
                <a:gd name="T4" fmla="*/ 267052 w 267334"/>
                <a:gd name="T5" fmla="*/ 112837 h 267335"/>
                <a:gd name="T6" fmla="*/ 267052 w 267334"/>
                <a:gd name="T7" fmla="*/ 154196 h 267335"/>
                <a:gd name="T8" fmla="*/ 254390 w 267334"/>
                <a:gd name="T9" fmla="*/ 193981 h 267335"/>
                <a:gd name="T10" fmla="*/ 229065 w 267334"/>
                <a:gd name="T11" fmla="*/ 229046 h 267335"/>
                <a:gd name="T12" fmla="*/ 194000 w 267334"/>
                <a:gd name="T13" fmla="*/ 254371 h 267335"/>
                <a:gd name="T14" fmla="*/ 154215 w 267334"/>
                <a:gd name="T15" fmla="*/ 267034 h 267335"/>
                <a:gd name="T16" fmla="*/ 112838 w 267334"/>
                <a:gd name="T17" fmla="*/ 267034 h 267335"/>
                <a:gd name="T18" fmla="*/ 73052 w 267334"/>
                <a:gd name="T19" fmla="*/ 254371 h 267335"/>
                <a:gd name="T20" fmla="*/ 37987 w 267334"/>
                <a:gd name="T21" fmla="*/ 229046 h 267335"/>
                <a:gd name="T22" fmla="*/ 12662 w 267334"/>
                <a:gd name="T23" fmla="*/ 193981 h 267335"/>
                <a:gd name="T24" fmla="*/ 0 w 267334"/>
                <a:gd name="T25" fmla="*/ 154196 h 267335"/>
                <a:gd name="T26" fmla="*/ 0 w 267334"/>
                <a:gd name="T27" fmla="*/ 112837 h 267335"/>
                <a:gd name="T28" fmla="*/ 12662 w 267334"/>
                <a:gd name="T29" fmla="*/ 73052 h 267335"/>
                <a:gd name="T30" fmla="*/ 37987 w 267334"/>
                <a:gd name="T31" fmla="*/ 37987 h 267335"/>
                <a:gd name="T32" fmla="*/ 73052 w 267334"/>
                <a:gd name="T33" fmla="*/ 12662 h 267335"/>
                <a:gd name="T34" fmla="*/ 112838 w 267334"/>
                <a:gd name="T35" fmla="*/ 0 h 267335"/>
                <a:gd name="T36" fmla="*/ 154215 w 267334"/>
                <a:gd name="T37" fmla="*/ 0 h 267335"/>
                <a:gd name="T38" fmla="*/ 194000 w 267334"/>
                <a:gd name="T39" fmla="*/ 12662 h 267335"/>
                <a:gd name="T40" fmla="*/ 229065 w 267334"/>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4" h="267335">
                  <a:moveTo>
                    <a:pt x="229047" y="37987"/>
                  </a:moveTo>
                  <a:lnTo>
                    <a:pt x="254372" y="73052"/>
                  </a:lnTo>
                  <a:lnTo>
                    <a:pt x="267034" y="112837"/>
                  </a:lnTo>
                  <a:lnTo>
                    <a:pt x="267034" y="154196"/>
                  </a:lnTo>
                  <a:lnTo>
                    <a:pt x="254372" y="193981"/>
                  </a:lnTo>
                  <a:lnTo>
                    <a:pt x="229047" y="229046"/>
                  </a:lnTo>
                  <a:lnTo>
                    <a:pt x="193982" y="254371"/>
                  </a:lnTo>
                  <a:lnTo>
                    <a:pt x="154197" y="267034"/>
                  </a:lnTo>
                  <a:lnTo>
                    <a:pt x="112838" y="267034"/>
                  </a:lnTo>
                  <a:lnTo>
                    <a:pt x="73052" y="254371"/>
                  </a:lnTo>
                  <a:lnTo>
                    <a:pt x="37987" y="229046"/>
                  </a:lnTo>
                  <a:lnTo>
                    <a:pt x="12662" y="193981"/>
                  </a:lnTo>
                  <a:lnTo>
                    <a:pt x="0" y="154196"/>
                  </a:lnTo>
                  <a:lnTo>
                    <a:pt x="0" y="112837"/>
                  </a:lnTo>
                  <a:lnTo>
                    <a:pt x="12662" y="73052"/>
                  </a:lnTo>
                  <a:lnTo>
                    <a:pt x="37987" y="37987"/>
                  </a:lnTo>
                  <a:lnTo>
                    <a:pt x="73052" y="12662"/>
                  </a:lnTo>
                  <a:lnTo>
                    <a:pt x="112838" y="0"/>
                  </a:lnTo>
                  <a:lnTo>
                    <a:pt x="154197" y="0"/>
                  </a:lnTo>
                  <a:lnTo>
                    <a:pt x="193982" y="12662"/>
                  </a:lnTo>
                  <a:lnTo>
                    <a:pt x="229047" y="37987"/>
                  </a:lnTo>
                </a:path>
              </a:pathLst>
            </a:custGeom>
            <a:noFill/>
            <a:ln w="9537">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grpSp>
      <p:sp>
        <p:nvSpPr>
          <p:cNvPr id="99344" name="object 59">
            <a:extLst>
              <a:ext uri="{FF2B5EF4-FFF2-40B4-BE49-F238E27FC236}">
                <a16:creationId xmlns:a16="http://schemas.microsoft.com/office/drawing/2014/main" id="{AAA3049D-8DA0-ADDA-EEF9-6DE7791338A3}"/>
              </a:ext>
            </a:extLst>
          </p:cNvPr>
          <p:cNvSpPr txBox="1">
            <a:spLocks noChangeArrowheads="1"/>
          </p:cNvSpPr>
          <p:nvPr/>
        </p:nvSpPr>
        <p:spPr bwMode="auto">
          <a:xfrm>
            <a:off x="6399213" y="4303713"/>
            <a:ext cx="82550"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2700" rIns="0" bIns="0">
            <a:spAutoFit/>
          </a:bodyPr>
          <a:lstStyle>
            <a:lvl1pPr marL="127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spcBef>
                <a:spcPts val="100"/>
              </a:spcBef>
            </a:pPr>
            <a:r>
              <a:rPr lang="zh-CN" altLang="zh-CN" sz="1200">
                <a:solidFill>
                  <a:srgbClr val="FFFFFF"/>
                </a:solidFill>
                <a:latin typeface="Lucida Sans" panose="020B0602030504020204" pitchFamily="34" charset="0"/>
              </a:rPr>
              <a:t>t</a:t>
            </a:r>
            <a:endParaRPr lang="zh-CN" altLang="zh-CN" sz="1200">
              <a:latin typeface="Lucida Sans" panose="020B0602030504020204" pitchFamily="34" charset="0"/>
            </a:endParaRPr>
          </a:p>
        </p:txBody>
      </p:sp>
      <p:sp>
        <p:nvSpPr>
          <p:cNvPr id="99345" name="object 60">
            <a:extLst>
              <a:ext uri="{FF2B5EF4-FFF2-40B4-BE49-F238E27FC236}">
                <a16:creationId xmlns:a16="http://schemas.microsoft.com/office/drawing/2014/main" id="{13DF4012-0E91-D0ED-83D9-E81A8CB3EB6A}"/>
              </a:ext>
            </a:extLst>
          </p:cNvPr>
          <p:cNvSpPr>
            <a:spLocks/>
          </p:cNvSpPr>
          <p:nvPr/>
        </p:nvSpPr>
        <p:spPr bwMode="auto">
          <a:xfrm>
            <a:off x="5434013" y="3535363"/>
            <a:ext cx="495300" cy="460375"/>
          </a:xfrm>
          <a:custGeom>
            <a:avLst/>
            <a:gdLst>
              <a:gd name="T0" fmla="*/ 100963 w 496570"/>
              <a:gd name="T1" fmla="*/ 0 h 459104"/>
              <a:gd name="T2" fmla="*/ 0 w 496570"/>
              <a:gd name="T3" fmla="*/ 129193 h 459104"/>
              <a:gd name="T4" fmla="*/ 372865 w 496570"/>
              <a:gd name="T5" fmla="*/ 482172 h 459104"/>
              <a:gd name="T6" fmla="*/ 473830 w 496570"/>
              <a:gd name="T7" fmla="*/ 352979 h 459104"/>
              <a:gd name="T8" fmla="*/ 100963 w 496570"/>
              <a:gd name="T9" fmla="*/ 0 h 459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6570" h="459104">
                <a:moveTo>
                  <a:pt x="105727" y="0"/>
                </a:moveTo>
                <a:lnTo>
                  <a:pt x="0" y="122920"/>
                </a:lnTo>
                <a:lnTo>
                  <a:pt x="390453" y="458764"/>
                </a:lnTo>
                <a:lnTo>
                  <a:pt x="496182" y="335843"/>
                </a:lnTo>
                <a:lnTo>
                  <a:pt x="10572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5" name="object 61">
            <a:extLst>
              <a:ext uri="{FF2B5EF4-FFF2-40B4-BE49-F238E27FC236}">
                <a16:creationId xmlns:a16="http://schemas.microsoft.com/office/drawing/2014/main" id="{701BA164-4B51-A4A8-0283-E6A1C8BEA1A4}"/>
              </a:ext>
            </a:extLst>
          </p:cNvPr>
          <p:cNvSpPr txBox="1"/>
          <p:nvPr/>
        </p:nvSpPr>
        <p:spPr>
          <a:xfrm rot="2400000">
            <a:off x="5470525" y="3695700"/>
            <a:ext cx="428625" cy="133350"/>
          </a:xfrm>
          <a:prstGeom prst="rect">
            <a:avLst/>
          </a:prstGeom>
        </p:spPr>
        <p:txBody>
          <a:bodyPr lIns="0" tIns="0" rIns="0" bIns="0">
            <a:spAutoFit/>
          </a:bodyPr>
          <a:lstStyle/>
          <a:p>
            <a:pPr>
              <a:lnSpc>
                <a:spcPts val="1040"/>
              </a:lnSpc>
              <a:defRPr/>
            </a:pPr>
            <a:r>
              <a:rPr sz="1050" dirty="0">
                <a:solidFill>
                  <a:srgbClr val="0048AA"/>
                </a:solidFill>
                <a:latin typeface="Lucida Sans"/>
                <a:cs typeface="Lucida Sans"/>
              </a:rPr>
              <a:t>5</a:t>
            </a:r>
            <a:r>
              <a:rPr sz="1050" spc="-20" dirty="0">
                <a:solidFill>
                  <a:srgbClr val="0048AA"/>
                </a:solidFill>
                <a:latin typeface="Lucida Sans"/>
                <a:cs typeface="Lucida Sans"/>
              </a:rPr>
              <a:t> </a:t>
            </a:r>
            <a:r>
              <a:rPr sz="1050" dirty="0">
                <a:solidFill>
                  <a:srgbClr val="0048AA"/>
                </a:solidFill>
                <a:latin typeface="Lucida Sans"/>
                <a:cs typeface="Lucida Sans"/>
              </a:rPr>
              <a:t>/</a:t>
            </a:r>
            <a:r>
              <a:rPr sz="1050" spc="-20" dirty="0">
                <a:solidFill>
                  <a:srgbClr val="0048AA"/>
                </a:solidFill>
                <a:latin typeface="Lucida Sans"/>
                <a:cs typeface="Lucida Sans"/>
              </a:rPr>
              <a:t> </a:t>
            </a:r>
            <a:r>
              <a:rPr sz="1050" spc="-25" dirty="0">
                <a:solidFill>
                  <a:srgbClr val="0048AA"/>
                </a:solidFill>
                <a:latin typeface="Lucida Sans"/>
                <a:cs typeface="Lucida Sans"/>
              </a:rPr>
              <a:t>10</a:t>
            </a:r>
            <a:endParaRPr sz="1050">
              <a:latin typeface="Lucida Sans"/>
              <a:cs typeface="Lucida Sans"/>
            </a:endParaRPr>
          </a:p>
        </p:txBody>
      </p:sp>
      <p:sp>
        <p:nvSpPr>
          <p:cNvPr id="99347" name="object 62">
            <a:extLst>
              <a:ext uri="{FF2B5EF4-FFF2-40B4-BE49-F238E27FC236}">
                <a16:creationId xmlns:a16="http://schemas.microsoft.com/office/drawing/2014/main" id="{08CAFC7C-6DDA-0BE4-1D4E-A3DEB730BA4B}"/>
              </a:ext>
            </a:extLst>
          </p:cNvPr>
          <p:cNvSpPr>
            <a:spLocks/>
          </p:cNvSpPr>
          <p:nvPr/>
        </p:nvSpPr>
        <p:spPr bwMode="auto">
          <a:xfrm>
            <a:off x="3700463" y="3019425"/>
            <a:ext cx="477837" cy="161925"/>
          </a:xfrm>
          <a:custGeom>
            <a:avLst/>
            <a:gdLst>
              <a:gd name="T0" fmla="*/ 0 w 476885"/>
              <a:gd name="T1" fmla="*/ 0 h 162560"/>
              <a:gd name="T2" fmla="*/ 494299 w 476885"/>
              <a:gd name="T3" fmla="*/ 0 h 162560"/>
              <a:gd name="T4" fmla="*/ 494299 w 476885"/>
              <a:gd name="T5" fmla="*/ 151105 h 162560"/>
              <a:gd name="T6" fmla="*/ 0 w 476885"/>
              <a:gd name="T7" fmla="*/ 151105 h 162560"/>
              <a:gd name="T8" fmla="*/ 0 w 476885"/>
              <a:gd name="T9" fmla="*/ 0 h 1625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76885" h="162560">
                <a:moveTo>
                  <a:pt x="0" y="0"/>
                </a:moveTo>
                <a:lnTo>
                  <a:pt x="476869" y="0"/>
                </a:lnTo>
                <a:lnTo>
                  <a:pt x="476869" y="162135"/>
                </a:lnTo>
                <a:lnTo>
                  <a:pt x="0" y="162135"/>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67" name="object 63">
            <a:extLst>
              <a:ext uri="{FF2B5EF4-FFF2-40B4-BE49-F238E27FC236}">
                <a16:creationId xmlns:a16="http://schemas.microsoft.com/office/drawing/2014/main" id="{B6965400-8774-56FF-D0D0-AE57BAC188BF}"/>
              </a:ext>
            </a:extLst>
          </p:cNvPr>
          <p:cNvSpPr txBox="1"/>
          <p:nvPr/>
        </p:nvSpPr>
        <p:spPr>
          <a:xfrm>
            <a:off x="3767138" y="2987675"/>
            <a:ext cx="344487"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9</a:t>
            </a:r>
            <a:endParaRPr sz="1050">
              <a:latin typeface="Lucida Sans"/>
              <a:cs typeface="Lucida Sans"/>
            </a:endParaRPr>
          </a:p>
        </p:txBody>
      </p:sp>
      <p:sp>
        <p:nvSpPr>
          <p:cNvPr id="68" name="object 64">
            <a:extLst>
              <a:ext uri="{FF2B5EF4-FFF2-40B4-BE49-F238E27FC236}">
                <a16:creationId xmlns:a16="http://schemas.microsoft.com/office/drawing/2014/main" id="{4682DAAC-6E1D-1D93-EDCF-16699DCBCB18}"/>
              </a:ext>
            </a:extLst>
          </p:cNvPr>
          <p:cNvSpPr txBox="1"/>
          <p:nvPr/>
        </p:nvSpPr>
        <p:spPr>
          <a:xfrm>
            <a:off x="3762375" y="4343400"/>
            <a:ext cx="344488" cy="185738"/>
          </a:xfrm>
          <a:prstGeom prst="rect">
            <a:avLst/>
          </a:prstGeom>
        </p:spPr>
        <p:txBody>
          <a:bodyPr lIns="0" tIns="12700" rIns="0" bIns="0">
            <a:spAutoFit/>
          </a:bodyPr>
          <a:lstStyle/>
          <a:p>
            <a:pPr marL="12700">
              <a:spcBef>
                <a:spcPts val="100"/>
              </a:spcBef>
              <a:defRPr/>
            </a:pPr>
            <a:r>
              <a:rPr sz="1050" dirty="0">
                <a:latin typeface="Lucida Sans"/>
                <a:cs typeface="Lucida Sans"/>
              </a:rPr>
              <a:t>5 / </a:t>
            </a:r>
            <a:r>
              <a:rPr sz="1050" spc="-50" dirty="0">
                <a:latin typeface="Lucida Sans"/>
                <a:cs typeface="Lucida Sans"/>
              </a:rPr>
              <a:t>8</a:t>
            </a:r>
            <a:endParaRPr sz="1050">
              <a:latin typeface="Lucida Sans"/>
              <a:cs typeface="Lucida Sans"/>
            </a:endParaRPr>
          </a:p>
        </p:txBody>
      </p:sp>
      <p:sp>
        <p:nvSpPr>
          <p:cNvPr id="99350" name="object 65">
            <a:extLst>
              <a:ext uri="{FF2B5EF4-FFF2-40B4-BE49-F238E27FC236}">
                <a16:creationId xmlns:a16="http://schemas.microsoft.com/office/drawing/2014/main" id="{1342A1B5-0578-228F-F2F5-6A57ED8D6A59}"/>
              </a:ext>
            </a:extLst>
          </p:cNvPr>
          <p:cNvSpPr>
            <a:spLocks/>
          </p:cNvSpPr>
          <p:nvPr/>
        </p:nvSpPr>
        <p:spPr bwMode="auto">
          <a:xfrm>
            <a:off x="3678238" y="3567113"/>
            <a:ext cx="530225" cy="419100"/>
          </a:xfrm>
          <a:custGeom>
            <a:avLst/>
            <a:gdLst>
              <a:gd name="T0" fmla="*/ 89019 w 529589"/>
              <a:gd name="T1" fmla="*/ 0 h 419100"/>
              <a:gd name="T2" fmla="*/ 0 w 529589"/>
              <a:gd name="T3" fmla="*/ 136744 h 419100"/>
              <a:gd name="T4" fmla="*/ 452068 w 529589"/>
              <a:gd name="T5" fmla="*/ 418589 h 419100"/>
              <a:gd name="T6" fmla="*/ 541086 w 529589"/>
              <a:gd name="T7" fmla="*/ 281844 h 419100"/>
              <a:gd name="T8" fmla="*/ 89019 w 529589"/>
              <a:gd name="T9" fmla="*/ 0 h 4191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589" h="419100">
                <a:moveTo>
                  <a:pt x="87115" y="0"/>
                </a:moveTo>
                <a:lnTo>
                  <a:pt x="0" y="136744"/>
                </a:lnTo>
                <a:lnTo>
                  <a:pt x="442407" y="418589"/>
                </a:lnTo>
                <a:lnTo>
                  <a:pt x="529522" y="281844"/>
                </a:lnTo>
                <a:lnTo>
                  <a:pt x="87115"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0" name="object 66">
            <a:extLst>
              <a:ext uri="{FF2B5EF4-FFF2-40B4-BE49-F238E27FC236}">
                <a16:creationId xmlns:a16="http://schemas.microsoft.com/office/drawing/2014/main" id="{3E7ED781-F0EA-0232-8A53-004A2B2589F2}"/>
              </a:ext>
            </a:extLst>
          </p:cNvPr>
          <p:cNvSpPr txBox="1"/>
          <p:nvPr/>
        </p:nvSpPr>
        <p:spPr>
          <a:xfrm rot="1920000">
            <a:off x="3733800" y="3705225"/>
            <a:ext cx="427038" cy="133350"/>
          </a:xfrm>
          <a:prstGeom prst="rect">
            <a:avLst/>
          </a:prstGeom>
        </p:spPr>
        <p:txBody>
          <a:bodyPr lIns="0" tIns="0" rIns="0" bIns="0">
            <a:spAutoFit/>
          </a:bodyPr>
          <a:lstStyle/>
          <a:p>
            <a:pPr>
              <a:lnSpc>
                <a:spcPts val="1045"/>
              </a:lnSpc>
              <a:defRPr/>
            </a:pPr>
            <a:r>
              <a:rPr sz="1050" dirty="0">
                <a:latin typeface="Lucida Sans"/>
                <a:cs typeface="Lucida Sans"/>
              </a:rPr>
              <a:t>5</a:t>
            </a:r>
            <a:r>
              <a:rPr sz="1050" spc="-15" dirty="0">
                <a:latin typeface="Lucida Sans"/>
                <a:cs typeface="Lucida Sans"/>
              </a:rPr>
              <a:t> </a:t>
            </a:r>
            <a:r>
              <a:rPr sz="1050" dirty="0">
                <a:latin typeface="Lucida Sans"/>
                <a:cs typeface="Lucida Sans"/>
              </a:rPr>
              <a:t>/</a:t>
            </a:r>
            <a:r>
              <a:rPr sz="1050" spc="-15" dirty="0">
                <a:latin typeface="Lucida Sans"/>
                <a:cs typeface="Lucida Sans"/>
              </a:rPr>
              <a:t> </a:t>
            </a:r>
            <a:r>
              <a:rPr sz="1050" spc="-35" dirty="0">
                <a:latin typeface="Lucida Sans"/>
                <a:cs typeface="Lucida Sans"/>
              </a:rPr>
              <a:t>15</a:t>
            </a:r>
            <a:endParaRPr sz="1050">
              <a:latin typeface="Lucida Sans"/>
              <a:cs typeface="Lucida Sans"/>
            </a:endParaRPr>
          </a:p>
        </p:txBody>
      </p:sp>
      <p:grpSp>
        <p:nvGrpSpPr>
          <p:cNvPr id="99352" name="object 67">
            <a:extLst>
              <a:ext uri="{FF2B5EF4-FFF2-40B4-BE49-F238E27FC236}">
                <a16:creationId xmlns:a16="http://schemas.microsoft.com/office/drawing/2014/main" id="{7EBED339-935A-5535-9367-71A3F0173051}"/>
              </a:ext>
            </a:extLst>
          </p:cNvPr>
          <p:cNvGrpSpPr>
            <a:grpSpLocks/>
          </p:cNvGrpSpPr>
          <p:nvPr/>
        </p:nvGrpSpPr>
        <p:grpSpPr bwMode="auto">
          <a:xfrm>
            <a:off x="2765425" y="2979738"/>
            <a:ext cx="3214688" cy="2382837"/>
            <a:chOff x="3346642" y="4221119"/>
            <a:chExt cx="3215640" cy="2383155"/>
          </a:xfrm>
        </p:grpSpPr>
        <p:sp>
          <p:nvSpPr>
            <p:cNvPr id="99377" name="object 68">
              <a:extLst>
                <a:ext uri="{FF2B5EF4-FFF2-40B4-BE49-F238E27FC236}">
                  <a16:creationId xmlns:a16="http://schemas.microsoft.com/office/drawing/2014/main" id="{E9748B62-5BDE-2E63-8160-8700082C0D6B}"/>
                </a:ext>
              </a:extLst>
            </p:cNvPr>
            <p:cNvSpPr>
              <a:spLocks/>
            </p:cNvSpPr>
            <p:nvPr/>
          </p:nvSpPr>
          <p:spPr bwMode="auto">
            <a:xfrm>
              <a:off x="3351721" y="4226199"/>
              <a:ext cx="267335" cy="267335"/>
            </a:xfrm>
            <a:custGeom>
              <a:avLst/>
              <a:gdLst>
                <a:gd name="T0" fmla="*/ 154196 w 267335"/>
                <a:gd name="T1" fmla="*/ 0 h 267335"/>
                <a:gd name="T2" fmla="*/ 112837 w 267335"/>
                <a:gd name="T3" fmla="*/ 0 h 267335"/>
                <a:gd name="T4" fmla="*/ 73051 w 267335"/>
                <a:gd name="T5" fmla="*/ 12662 h 267335"/>
                <a:gd name="T6" fmla="*/ 37986 w 267335"/>
                <a:gd name="T7" fmla="*/ 37986 h 267335"/>
                <a:gd name="T8" fmla="*/ 12662 w 267335"/>
                <a:gd name="T9" fmla="*/ 73051 h 267335"/>
                <a:gd name="T10" fmla="*/ 0 w 267335"/>
                <a:gd name="T11" fmla="*/ 112837 h 267335"/>
                <a:gd name="T12" fmla="*/ 0 w 267335"/>
                <a:gd name="T13" fmla="*/ 154195 h 267335"/>
                <a:gd name="T14" fmla="*/ 12662 w 267335"/>
                <a:gd name="T15" fmla="*/ 193980 h 267335"/>
                <a:gd name="T16" fmla="*/ 37986 w 267335"/>
                <a:gd name="T17" fmla="*/ 229045 h 267335"/>
                <a:gd name="T18" fmla="*/ 73051 w 267335"/>
                <a:gd name="T19" fmla="*/ 254370 h 267335"/>
                <a:gd name="T20" fmla="*/ 112837 w 267335"/>
                <a:gd name="T21" fmla="*/ 267033 h 267335"/>
                <a:gd name="T22" fmla="*/ 154196 w 267335"/>
                <a:gd name="T23" fmla="*/ 267033 h 267335"/>
                <a:gd name="T24" fmla="*/ 193981 w 267335"/>
                <a:gd name="T25" fmla="*/ 254370 h 267335"/>
                <a:gd name="T26" fmla="*/ 229046 w 267335"/>
                <a:gd name="T27" fmla="*/ 229045 h 267335"/>
                <a:gd name="T28" fmla="*/ 254371 w 267335"/>
                <a:gd name="T29" fmla="*/ 193980 h 267335"/>
                <a:gd name="T30" fmla="*/ 267033 w 267335"/>
                <a:gd name="T31" fmla="*/ 154195 h 267335"/>
                <a:gd name="T32" fmla="*/ 267033 w 267335"/>
                <a:gd name="T33" fmla="*/ 112837 h 267335"/>
                <a:gd name="T34" fmla="*/ 254371 w 267335"/>
                <a:gd name="T35" fmla="*/ 73051 h 267335"/>
                <a:gd name="T36" fmla="*/ 229046 w 267335"/>
                <a:gd name="T37" fmla="*/ 37986 h 267335"/>
                <a:gd name="T38" fmla="*/ 193981 w 267335"/>
                <a:gd name="T39" fmla="*/ 12662 h 267335"/>
                <a:gd name="T40" fmla="*/ 154196 w 267335"/>
                <a:gd name="T41" fmla="*/ 0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154196" y="0"/>
                  </a:moveTo>
                  <a:lnTo>
                    <a:pt x="112837" y="0"/>
                  </a:lnTo>
                  <a:lnTo>
                    <a:pt x="73051" y="12662"/>
                  </a:lnTo>
                  <a:lnTo>
                    <a:pt x="37986" y="37986"/>
                  </a:lnTo>
                  <a:lnTo>
                    <a:pt x="12662" y="73051"/>
                  </a:lnTo>
                  <a:lnTo>
                    <a:pt x="0" y="112837"/>
                  </a:lnTo>
                  <a:lnTo>
                    <a:pt x="0" y="154195"/>
                  </a:lnTo>
                  <a:lnTo>
                    <a:pt x="12662" y="193980"/>
                  </a:lnTo>
                  <a:lnTo>
                    <a:pt x="37986" y="229045"/>
                  </a:lnTo>
                  <a:lnTo>
                    <a:pt x="73051" y="254370"/>
                  </a:lnTo>
                  <a:lnTo>
                    <a:pt x="112837" y="267033"/>
                  </a:lnTo>
                  <a:lnTo>
                    <a:pt x="154196" y="267033"/>
                  </a:lnTo>
                  <a:lnTo>
                    <a:pt x="193981" y="254370"/>
                  </a:lnTo>
                  <a:lnTo>
                    <a:pt x="229046" y="229045"/>
                  </a:lnTo>
                  <a:lnTo>
                    <a:pt x="254371" y="193980"/>
                  </a:lnTo>
                  <a:lnTo>
                    <a:pt x="267033" y="154195"/>
                  </a:lnTo>
                  <a:lnTo>
                    <a:pt x="267033" y="112837"/>
                  </a:lnTo>
                  <a:lnTo>
                    <a:pt x="254371" y="73051"/>
                  </a:lnTo>
                  <a:lnTo>
                    <a:pt x="229046" y="37986"/>
                  </a:lnTo>
                  <a:lnTo>
                    <a:pt x="193981" y="12662"/>
                  </a:lnTo>
                  <a:lnTo>
                    <a:pt x="1541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99378" name="object 69">
              <a:extLst>
                <a:ext uri="{FF2B5EF4-FFF2-40B4-BE49-F238E27FC236}">
                  <a16:creationId xmlns:a16="http://schemas.microsoft.com/office/drawing/2014/main" id="{1434AD76-8C4F-F795-D5B6-C99A995619FB}"/>
                </a:ext>
              </a:extLst>
            </p:cNvPr>
            <p:cNvSpPr>
              <a:spLocks/>
            </p:cNvSpPr>
            <p:nvPr/>
          </p:nvSpPr>
          <p:spPr bwMode="auto">
            <a:xfrm>
              <a:off x="3351722" y="4226199"/>
              <a:ext cx="267335" cy="267335"/>
            </a:xfrm>
            <a:custGeom>
              <a:avLst/>
              <a:gdLst>
                <a:gd name="T0" fmla="*/ 37987 w 267335"/>
                <a:gd name="T1" fmla="*/ 37987 h 267335"/>
                <a:gd name="T2" fmla="*/ 12662 w 267335"/>
                <a:gd name="T3" fmla="*/ 73052 h 267335"/>
                <a:gd name="T4" fmla="*/ 0 w 267335"/>
                <a:gd name="T5" fmla="*/ 112837 h 267335"/>
                <a:gd name="T6" fmla="*/ 0 w 267335"/>
                <a:gd name="T7" fmla="*/ 154196 h 267335"/>
                <a:gd name="T8" fmla="*/ 12662 w 267335"/>
                <a:gd name="T9" fmla="*/ 193981 h 267335"/>
                <a:gd name="T10" fmla="*/ 37987 w 267335"/>
                <a:gd name="T11" fmla="*/ 229046 h 267335"/>
                <a:gd name="T12" fmla="*/ 73052 w 267335"/>
                <a:gd name="T13" fmla="*/ 254371 h 267335"/>
                <a:gd name="T14" fmla="*/ 112837 w 267335"/>
                <a:gd name="T15" fmla="*/ 267034 h 267335"/>
                <a:gd name="T16" fmla="*/ 154196 w 267335"/>
                <a:gd name="T17" fmla="*/ 267034 h 267335"/>
                <a:gd name="T18" fmla="*/ 193982 w 267335"/>
                <a:gd name="T19" fmla="*/ 254371 h 267335"/>
                <a:gd name="T20" fmla="*/ 229047 w 267335"/>
                <a:gd name="T21" fmla="*/ 229046 h 267335"/>
                <a:gd name="T22" fmla="*/ 254371 w 267335"/>
                <a:gd name="T23" fmla="*/ 193981 h 267335"/>
                <a:gd name="T24" fmla="*/ 267034 w 267335"/>
                <a:gd name="T25" fmla="*/ 154196 h 267335"/>
                <a:gd name="T26" fmla="*/ 267034 w 267335"/>
                <a:gd name="T27" fmla="*/ 112837 h 267335"/>
                <a:gd name="T28" fmla="*/ 254371 w 267335"/>
                <a:gd name="T29" fmla="*/ 73052 h 267335"/>
                <a:gd name="T30" fmla="*/ 229047 w 267335"/>
                <a:gd name="T31" fmla="*/ 37987 h 267335"/>
                <a:gd name="T32" fmla="*/ 193982 w 267335"/>
                <a:gd name="T33" fmla="*/ 12662 h 267335"/>
                <a:gd name="T34" fmla="*/ 154196 w 267335"/>
                <a:gd name="T35" fmla="*/ 0 h 267335"/>
                <a:gd name="T36" fmla="*/ 112837 w 267335"/>
                <a:gd name="T37" fmla="*/ 0 h 267335"/>
                <a:gd name="T38" fmla="*/ 73052 w 267335"/>
                <a:gd name="T39" fmla="*/ 12662 h 267335"/>
                <a:gd name="T40" fmla="*/ 37987 w 267335"/>
                <a:gd name="T41" fmla="*/ 37987 h 26733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67335" h="267335">
                  <a:moveTo>
                    <a:pt x="37987" y="37987"/>
                  </a:moveTo>
                  <a:lnTo>
                    <a:pt x="12662" y="73052"/>
                  </a:lnTo>
                  <a:lnTo>
                    <a:pt x="0" y="112837"/>
                  </a:lnTo>
                  <a:lnTo>
                    <a:pt x="0" y="154196"/>
                  </a:lnTo>
                  <a:lnTo>
                    <a:pt x="12662" y="193981"/>
                  </a:lnTo>
                  <a:lnTo>
                    <a:pt x="37987" y="229046"/>
                  </a:lnTo>
                  <a:lnTo>
                    <a:pt x="73052" y="254371"/>
                  </a:lnTo>
                  <a:lnTo>
                    <a:pt x="112837" y="267034"/>
                  </a:lnTo>
                  <a:lnTo>
                    <a:pt x="154196" y="267034"/>
                  </a:lnTo>
                  <a:lnTo>
                    <a:pt x="193982" y="254371"/>
                  </a:lnTo>
                  <a:lnTo>
                    <a:pt x="229047" y="229046"/>
                  </a:lnTo>
                  <a:lnTo>
                    <a:pt x="254371" y="193981"/>
                  </a:lnTo>
                  <a:lnTo>
                    <a:pt x="267034" y="154196"/>
                  </a:lnTo>
                  <a:lnTo>
                    <a:pt x="267034" y="112837"/>
                  </a:lnTo>
                  <a:lnTo>
                    <a:pt x="254371" y="73052"/>
                  </a:lnTo>
                  <a:lnTo>
                    <a:pt x="229047" y="37987"/>
                  </a:lnTo>
                  <a:lnTo>
                    <a:pt x="193982" y="12662"/>
                  </a:lnTo>
                  <a:lnTo>
                    <a:pt x="154196" y="0"/>
                  </a:lnTo>
                  <a:lnTo>
                    <a:pt x="112837" y="0"/>
                  </a:lnTo>
                  <a:lnTo>
                    <a:pt x="73052" y="12662"/>
                  </a:lnTo>
                  <a:lnTo>
                    <a:pt x="37987" y="37987"/>
                  </a:lnTo>
                </a:path>
              </a:pathLst>
            </a:custGeom>
            <a:noFill/>
            <a:ln w="9537">
              <a:solidFill>
                <a:srgbClr val="BABABA"/>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9379" name="object 70">
              <a:extLst>
                <a:ext uri="{FF2B5EF4-FFF2-40B4-BE49-F238E27FC236}">
                  <a16:creationId xmlns:a16="http://schemas.microsoft.com/office/drawing/2014/main" id="{5B450E3D-25DE-74AD-EA87-DB09FA6E9B8A}"/>
                </a:ext>
              </a:extLst>
            </p:cNvPr>
            <p:cNvSpPr>
              <a:spLocks/>
            </p:cNvSpPr>
            <p:nvPr/>
          </p:nvSpPr>
          <p:spPr bwMode="auto">
            <a:xfrm>
              <a:off x="6002439" y="6086831"/>
              <a:ext cx="559435" cy="517525"/>
            </a:xfrm>
            <a:custGeom>
              <a:avLst/>
              <a:gdLst>
                <a:gd name="T0" fmla="*/ 452800 w 559434"/>
                <a:gd name="T1" fmla="*/ 0 h 517525"/>
                <a:gd name="T2" fmla="*/ 0 w 559434"/>
                <a:gd name="T3" fmla="*/ 394987 h 517525"/>
                <a:gd name="T4" fmla="*/ 106583 w 559434"/>
                <a:gd name="T5" fmla="*/ 517167 h 517525"/>
                <a:gd name="T6" fmla="*/ 559384 w 559434"/>
                <a:gd name="T7" fmla="*/ 122179 h 517525"/>
                <a:gd name="T8" fmla="*/ 452800 w 559434"/>
                <a:gd name="T9" fmla="*/ 0 h 5175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9434" h="517525">
                  <a:moveTo>
                    <a:pt x="452782" y="0"/>
                  </a:moveTo>
                  <a:lnTo>
                    <a:pt x="0" y="394987"/>
                  </a:lnTo>
                  <a:lnTo>
                    <a:pt x="106583" y="517167"/>
                  </a:lnTo>
                  <a:lnTo>
                    <a:pt x="559366" y="122179"/>
                  </a:lnTo>
                  <a:lnTo>
                    <a:pt x="452782"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grpSp>
      <p:sp>
        <p:nvSpPr>
          <p:cNvPr id="75" name="object 71">
            <a:extLst>
              <a:ext uri="{FF2B5EF4-FFF2-40B4-BE49-F238E27FC236}">
                <a16:creationId xmlns:a16="http://schemas.microsoft.com/office/drawing/2014/main" id="{A4CF2F05-9DDA-E70F-DF81-FE881B9DC4FC}"/>
              </a:ext>
            </a:extLst>
          </p:cNvPr>
          <p:cNvSpPr txBox="1"/>
          <p:nvPr/>
        </p:nvSpPr>
        <p:spPr>
          <a:xfrm rot="19140000">
            <a:off x="5443538" y="5033963"/>
            <a:ext cx="506412" cy="133350"/>
          </a:xfrm>
          <a:prstGeom prst="rect">
            <a:avLst/>
          </a:prstGeom>
        </p:spPr>
        <p:txBody>
          <a:bodyPr lIns="0" tIns="0" rIns="0" bIns="0">
            <a:spAutoFit/>
          </a:bodyPr>
          <a:lstStyle/>
          <a:p>
            <a:pPr>
              <a:lnSpc>
                <a:spcPts val="1050"/>
              </a:lnSpc>
              <a:defRPr/>
            </a:pPr>
            <a:r>
              <a:rPr sz="1050" dirty="0">
                <a:solidFill>
                  <a:srgbClr val="0048AA"/>
                </a:solidFill>
                <a:latin typeface="Lucida Sans"/>
                <a:cs typeface="Lucida Sans"/>
              </a:rPr>
              <a:t>10</a:t>
            </a:r>
            <a:r>
              <a:rPr sz="1050" spc="-5" dirty="0">
                <a:solidFill>
                  <a:srgbClr val="0048AA"/>
                </a:solidFill>
                <a:latin typeface="Lucida Sans"/>
                <a:cs typeface="Lucida Sans"/>
              </a:rPr>
              <a:t> </a:t>
            </a:r>
            <a:r>
              <a:rPr sz="1050" dirty="0">
                <a:solidFill>
                  <a:srgbClr val="0048AA"/>
                </a:solidFill>
                <a:latin typeface="Lucida Sans"/>
                <a:cs typeface="Lucida Sans"/>
              </a:rPr>
              <a:t>/</a:t>
            </a:r>
            <a:r>
              <a:rPr sz="1050" spc="-5" dirty="0">
                <a:solidFill>
                  <a:srgbClr val="0048AA"/>
                </a:solidFill>
                <a:latin typeface="Lucida Sans"/>
                <a:cs typeface="Lucida Sans"/>
              </a:rPr>
              <a:t> </a:t>
            </a:r>
            <a:r>
              <a:rPr sz="1050" spc="-35" dirty="0">
                <a:solidFill>
                  <a:srgbClr val="0048AA"/>
                </a:solidFill>
                <a:latin typeface="Lucida Sans"/>
                <a:cs typeface="Lucida Sans"/>
              </a:rPr>
              <a:t>10</a:t>
            </a:r>
            <a:endParaRPr sz="1050">
              <a:latin typeface="Lucida Sans"/>
              <a:cs typeface="Lucida Sans"/>
            </a:endParaRPr>
          </a:p>
        </p:txBody>
      </p:sp>
      <p:sp>
        <p:nvSpPr>
          <p:cNvPr id="99354" name="object 72">
            <a:extLst>
              <a:ext uri="{FF2B5EF4-FFF2-40B4-BE49-F238E27FC236}">
                <a16:creationId xmlns:a16="http://schemas.microsoft.com/office/drawing/2014/main" id="{43316F64-3245-67FA-2007-14C93C7E6A70}"/>
              </a:ext>
            </a:extLst>
          </p:cNvPr>
          <p:cNvSpPr>
            <a:spLocks/>
          </p:cNvSpPr>
          <p:nvPr/>
        </p:nvSpPr>
        <p:spPr bwMode="auto">
          <a:xfrm>
            <a:off x="1817688" y="4856163"/>
            <a:ext cx="585787" cy="547687"/>
          </a:xfrm>
          <a:custGeom>
            <a:avLst/>
            <a:gdLst>
              <a:gd name="T0" fmla="*/ 108919 w 585469"/>
              <a:gd name="T1" fmla="*/ 0 h 546734"/>
              <a:gd name="T2" fmla="*/ 0 w 585469"/>
              <a:gd name="T3" fmla="*/ 124910 h 546734"/>
              <a:gd name="T4" fmla="*/ 481791 w 585469"/>
              <a:gd name="T5" fmla="*/ 563534 h 546734"/>
              <a:gd name="T6" fmla="*/ 590708 w 585469"/>
              <a:gd name="T7" fmla="*/ 438622 h 546734"/>
              <a:gd name="T8" fmla="*/ 108919 w 585469"/>
              <a:gd name="T9" fmla="*/ 0 h 5467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5469" h="546734">
                <a:moveTo>
                  <a:pt x="107857" y="0"/>
                </a:moveTo>
                <a:lnTo>
                  <a:pt x="0" y="121056"/>
                </a:lnTo>
                <a:lnTo>
                  <a:pt x="477105" y="546142"/>
                </a:lnTo>
                <a:lnTo>
                  <a:pt x="584963" y="425085"/>
                </a:lnTo>
                <a:lnTo>
                  <a:pt x="107857"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7" name="object 73">
            <a:extLst>
              <a:ext uri="{FF2B5EF4-FFF2-40B4-BE49-F238E27FC236}">
                <a16:creationId xmlns:a16="http://schemas.microsoft.com/office/drawing/2014/main" id="{CF9A3699-F189-CD27-078E-B70CFA7A67DE}"/>
              </a:ext>
            </a:extLst>
          </p:cNvPr>
          <p:cNvSpPr txBox="1"/>
          <p:nvPr/>
        </p:nvSpPr>
        <p:spPr>
          <a:xfrm rot="2460000">
            <a:off x="1858963" y="5059363"/>
            <a:ext cx="508000" cy="133350"/>
          </a:xfrm>
          <a:prstGeom prst="rect">
            <a:avLst/>
          </a:prstGeom>
        </p:spPr>
        <p:txBody>
          <a:bodyPr lIns="0" tIns="0" rIns="0" bIns="0">
            <a:spAutoFit/>
          </a:bodyPr>
          <a:lstStyle/>
          <a:p>
            <a:pPr>
              <a:lnSpc>
                <a:spcPts val="1045"/>
              </a:lnSpc>
              <a:defRPr/>
            </a:pPr>
            <a:r>
              <a:rPr sz="1575" baseline="2645" dirty="0">
                <a:latin typeface="Lucida Sans"/>
                <a:cs typeface="Lucida Sans"/>
              </a:rPr>
              <a:t>10</a:t>
            </a:r>
            <a:r>
              <a:rPr sz="1575" spc="-44" baseline="2645" dirty="0">
                <a:latin typeface="Lucida Sans"/>
                <a:cs typeface="Lucida Sans"/>
              </a:rPr>
              <a:t> </a:t>
            </a:r>
            <a:r>
              <a:rPr sz="1050" dirty="0">
                <a:latin typeface="Lucida Sans"/>
                <a:cs typeface="Lucida Sans"/>
              </a:rPr>
              <a:t>/</a:t>
            </a:r>
            <a:r>
              <a:rPr sz="1050" spc="-20" dirty="0">
                <a:latin typeface="Lucida Sans"/>
                <a:cs typeface="Lucida Sans"/>
              </a:rPr>
              <a:t> </a:t>
            </a:r>
            <a:r>
              <a:rPr sz="1050" spc="-25" dirty="0">
                <a:latin typeface="Lucida Sans"/>
                <a:cs typeface="Lucida Sans"/>
              </a:rPr>
              <a:t>15</a:t>
            </a:r>
            <a:endParaRPr sz="1050">
              <a:latin typeface="Lucida Sans"/>
              <a:cs typeface="Lucida Sans"/>
            </a:endParaRPr>
          </a:p>
        </p:txBody>
      </p:sp>
      <p:sp>
        <p:nvSpPr>
          <p:cNvPr id="99356" name="object 74">
            <a:extLst>
              <a:ext uri="{FF2B5EF4-FFF2-40B4-BE49-F238E27FC236}">
                <a16:creationId xmlns:a16="http://schemas.microsoft.com/office/drawing/2014/main" id="{8C0DE90A-B55F-6AC4-8D15-B3C1026EE804}"/>
              </a:ext>
            </a:extLst>
          </p:cNvPr>
          <p:cNvSpPr>
            <a:spLocks/>
          </p:cNvSpPr>
          <p:nvPr/>
        </p:nvSpPr>
        <p:spPr bwMode="auto">
          <a:xfrm>
            <a:off x="4678363" y="3586163"/>
            <a:ext cx="525462" cy="285750"/>
          </a:xfrm>
          <a:custGeom>
            <a:avLst/>
            <a:gdLst>
              <a:gd name="T0" fmla="*/ 0 w 525145"/>
              <a:gd name="T1" fmla="*/ 0 h 286385"/>
              <a:gd name="T2" fmla="*/ 530286 w 525145"/>
              <a:gd name="T3" fmla="*/ 0 h 286385"/>
              <a:gd name="T4" fmla="*/ 530286 w 525145"/>
              <a:gd name="T5" fmla="*/ 274916 h 286385"/>
              <a:gd name="T6" fmla="*/ 0 w 525145"/>
              <a:gd name="T7" fmla="*/ 274916 h 286385"/>
              <a:gd name="T8" fmla="*/ 0 w 525145"/>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5145" h="286385">
                <a:moveTo>
                  <a:pt x="0" y="0"/>
                </a:moveTo>
                <a:lnTo>
                  <a:pt x="524556" y="0"/>
                </a:lnTo>
                <a:lnTo>
                  <a:pt x="524556"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79" name="object 75">
            <a:extLst>
              <a:ext uri="{FF2B5EF4-FFF2-40B4-BE49-F238E27FC236}">
                <a16:creationId xmlns:a16="http://schemas.microsoft.com/office/drawing/2014/main" id="{FCD50B57-A487-3DC4-7B82-D250B9AC62F9}"/>
              </a:ext>
            </a:extLst>
          </p:cNvPr>
          <p:cNvSpPr txBox="1"/>
          <p:nvPr/>
        </p:nvSpPr>
        <p:spPr>
          <a:xfrm>
            <a:off x="4725988" y="3621088"/>
            <a:ext cx="430212" cy="185737"/>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25" dirty="0">
                <a:solidFill>
                  <a:srgbClr val="BABABA"/>
                </a:solidFill>
                <a:latin typeface="Lucida Sans"/>
                <a:cs typeface="Lucida Sans"/>
              </a:rPr>
              <a:t>15</a:t>
            </a:r>
            <a:endParaRPr sz="1050">
              <a:latin typeface="Lucida Sans"/>
              <a:cs typeface="Lucida Sans"/>
            </a:endParaRPr>
          </a:p>
        </p:txBody>
      </p:sp>
      <p:sp>
        <p:nvSpPr>
          <p:cNvPr id="99358" name="object 77">
            <a:extLst>
              <a:ext uri="{FF2B5EF4-FFF2-40B4-BE49-F238E27FC236}">
                <a16:creationId xmlns:a16="http://schemas.microsoft.com/office/drawing/2014/main" id="{C10B4E82-1F4B-EE1B-8A3E-FB45A5551C59}"/>
              </a:ext>
            </a:extLst>
          </p:cNvPr>
          <p:cNvSpPr>
            <a:spLocks/>
          </p:cNvSpPr>
          <p:nvPr/>
        </p:nvSpPr>
        <p:spPr bwMode="auto">
          <a:xfrm>
            <a:off x="2697163" y="3648075"/>
            <a:ext cx="428625" cy="285750"/>
          </a:xfrm>
          <a:custGeom>
            <a:avLst/>
            <a:gdLst>
              <a:gd name="T0" fmla="*/ 0 w 429260"/>
              <a:gd name="T1" fmla="*/ 0 h 286385"/>
              <a:gd name="T2" fmla="*/ 417898 w 429260"/>
              <a:gd name="T3" fmla="*/ 0 h 286385"/>
              <a:gd name="T4" fmla="*/ 417898 w 429260"/>
              <a:gd name="T5" fmla="*/ 274916 h 286385"/>
              <a:gd name="T6" fmla="*/ 0 w 429260"/>
              <a:gd name="T7" fmla="*/ 274916 h 286385"/>
              <a:gd name="T8" fmla="*/ 0 w 429260"/>
              <a:gd name="T9" fmla="*/ 0 h 28638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9260" h="286385">
                <a:moveTo>
                  <a:pt x="0" y="0"/>
                </a:moveTo>
                <a:lnTo>
                  <a:pt x="429183" y="0"/>
                </a:lnTo>
                <a:lnTo>
                  <a:pt x="429183" y="286122"/>
                </a:lnTo>
                <a:lnTo>
                  <a:pt x="0" y="286122"/>
                </a:lnTo>
                <a:lnTo>
                  <a:pt x="0"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2" name="object 78">
            <a:extLst>
              <a:ext uri="{FF2B5EF4-FFF2-40B4-BE49-F238E27FC236}">
                <a16:creationId xmlns:a16="http://schemas.microsoft.com/office/drawing/2014/main" id="{5440AC0C-1A4F-302F-C1B1-AC546F939450}"/>
              </a:ext>
            </a:extLst>
          </p:cNvPr>
          <p:cNvSpPr txBox="1"/>
          <p:nvPr/>
        </p:nvSpPr>
        <p:spPr>
          <a:xfrm>
            <a:off x="2740025" y="3683000"/>
            <a:ext cx="344488" cy="185738"/>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50" dirty="0">
                <a:solidFill>
                  <a:srgbClr val="BABABA"/>
                </a:solidFill>
                <a:latin typeface="Lucida Sans"/>
                <a:cs typeface="Lucida Sans"/>
              </a:rPr>
              <a:t>4</a:t>
            </a:r>
            <a:endParaRPr sz="1050">
              <a:latin typeface="Lucida Sans"/>
              <a:cs typeface="Lucida Sans"/>
            </a:endParaRPr>
          </a:p>
        </p:txBody>
      </p:sp>
      <p:sp>
        <p:nvSpPr>
          <p:cNvPr id="99360" name="object 79">
            <a:extLst>
              <a:ext uri="{FF2B5EF4-FFF2-40B4-BE49-F238E27FC236}">
                <a16:creationId xmlns:a16="http://schemas.microsoft.com/office/drawing/2014/main" id="{6C369F42-68E6-CD5E-F430-8D6C531CBDA6}"/>
              </a:ext>
            </a:extLst>
          </p:cNvPr>
          <p:cNvSpPr>
            <a:spLocks/>
          </p:cNvSpPr>
          <p:nvPr/>
        </p:nvSpPr>
        <p:spPr bwMode="auto">
          <a:xfrm>
            <a:off x="3727450" y="4992688"/>
            <a:ext cx="449263" cy="369887"/>
          </a:xfrm>
          <a:custGeom>
            <a:avLst/>
            <a:gdLst>
              <a:gd name="T0" fmla="*/ 89199 w 448945"/>
              <a:gd name="T1" fmla="*/ 0 h 369570"/>
              <a:gd name="T2" fmla="*/ 0 w 448945"/>
              <a:gd name="T3" fmla="*/ 138248 h 369570"/>
              <a:gd name="T4" fmla="*/ 364973 w 448945"/>
              <a:gd name="T5" fmla="*/ 374996 h 369570"/>
              <a:gd name="T6" fmla="*/ 454171 w 448945"/>
              <a:gd name="T7" fmla="*/ 236747 h 369570"/>
              <a:gd name="T8" fmla="*/ 89199 w 448945"/>
              <a:gd name="T9" fmla="*/ 0 h 3695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8945" h="369570">
                <a:moveTo>
                  <a:pt x="88068" y="0"/>
                </a:moveTo>
                <a:lnTo>
                  <a:pt x="0" y="136132"/>
                </a:lnTo>
                <a:lnTo>
                  <a:pt x="360351" y="369253"/>
                </a:lnTo>
                <a:lnTo>
                  <a:pt x="448419" y="233121"/>
                </a:lnTo>
                <a:lnTo>
                  <a:pt x="88068"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4" name="object 80">
            <a:extLst>
              <a:ext uri="{FF2B5EF4-FFF2-40B4-BE49-F238E27FC236}">
                <a16:creationId xmlns:a16="http://schemas.microsoft.com/office/drawing/2014/main" id="{63D69119-4139-F375-2C77-7A56DA9F57E8}"/>
              </a:ext>
            </a:extLst>
          </p:cNvPr>
          <p:cNvSpPr txBox="1"/>
          <p:nvPr/>
        </p:nvSpPr>
        <p:spPr>
          <a:xfrm rot="1920000">
            <a:off x="3779838" y="5106988"/>
            <a:ext cx="349250" cy="133350"/>
          </a:xfrm>
          <a:prstGeom prst="rect">
            <a:avLst/>
          </a:prstGeom>
        </p:spPr>
        <p:txBody>
          <a:bodyPr lIns="0" tIns="0" rIns="0" bIns="0">
            <a:spAutoFit/>
          </a:bodyPr>
          <a:lstStyle/>
          <a:p>
            <a:pPr>
              <a:lnSpc>
                <a:spcPts val="1045"/>
              </a:lnSpc>
              <a:defRPr/>
            </a:pPr>
            <a:r>
              <a:rPr sz="1575" baseline="2645" dirty="0">
                <a:solidFill>
                  <a:srgbClr val="BABABA"/>
                </a:solidFill>
                <a:latin typeface="Lucida Sans"/>
                <a:cs typeface="Lucida Sans"/>
              </a:rPr>
              <a:t>0</a:t>
            </a:r>
            <a:r>
              <a:rPr sz="1575" spc="-30" baseline="2645" dirty="0">
                <a:solidFill>
                  <a:srgbClr val="BABABA"/>
                </a:solidFill>
                <a:latin typeface="Lucida Sans"/>
                <a:cs typeface="Lucida Sans"/>
              </a:rPr>
              <a:t> </a:t>
            </a:r>
            <a:r>
              <a:rPr sz="1050" dirty="0">
                <a:solidFill>
                  <a:srgbClr val="BABABA"/>
                </a:solidFill>
                <a:latin typeface="Lucida Sans"/>
                <a:cs typeface="Lucida Sans"/>
              </a:rPr>
              <a:t>/</a:t>
            </a:r>
            <a:r>
              <a:rPr sz="1050" spc="-20" dirty="0">
                <a:solidFill>
                  <a:srgbClr val="BABABA"/>
                </a:solidFill>
                <a:latin typeface="Lucida Sans"/>
                <a:cs typeface="Lucida Sans"/>
              </a:rPr>
              <a:t> </a:t>
            </a:r>
            <a:r>
              <a:rPr sz="1050" spc="-50" dirty="0">
                <a:solidFill>
                  <a:srgbClr val="BABABA"/>
                </a:solidFill>
                <a:latin typeface="Lucida Sans"/>
                <a:cs typeface="Lucida Sans"/>
              </a:rPr>
              <a:t>6</a:t>
            </a:r>
            <a:endParaRPr sz="1050">
              <a:latin typeface="Lucida Sans"/>
              <a:cs typeface="Lucida Sans"/>
            </a:endParaRPr>
          </a:p>
        </p:txBody>
      </p:sp>
      <p:sp>
        <p:nvSpPr>
          <p:cNvPr id="99362" name="object 81">
            <a:extLst>
              <a:ext uri="{FF2B5EF4-FFF2-40B4-BE49-F238E27FC236}">
                <a16:creationId xmlns:a16="http://schemas.microsoft.com/office/drawing/2014/main" id="{4301489A-92C3-4249-D84E-CE1A577B3557}"/>
              </a:ext>
            </a:extLst>
          </p:cNvPr>
          <p:cNvSpPr>
            <a:spLocks/>
          </p:cNvSpPr>
          <p:nvPr/>
        </p:nvSpPr>
        <p:spPr bwMode="auto">
          <a:xfrm>
            <a:off x="3576638" y="4972050"/>
            <a:ext cx="1611312" cy="960438"/>
          </a:xfrm>
          <a:custGeom>
            <a:avLst/>
            <a:gdLst>
              <a:gd name="T0" fmla="*/ 665112 w 1610360"/>
              <a:gd name="T1" fmla="*/ 733823 h 959484"/>
              <a:gd name="T2" fmla="*/ 0 w 1610360"/>
              <a:gd name="T3" fmla="*/ 733823 h 959484"/>
              <a:gd name="T4" fmla="*/ 0 w 1610360"/>
              <a:gd name="T5" fmla="*/ 976556 h 959484"/>
              <a:gd name="T6" fmla="*/ 665112 w 1610360"/>
              <a:gd name="T7" fmla="*/ 976556 h 959484"/>
              <a:gd name="T8" fmla="*/ 665112 w 1610360"/>
              <a:gd name="T9" fmla="*/ 733823 h 959484"/>
              <a:gd name="T10" fmla="*/ 1627029 w 1610360"/>
              <a:gd name="T11" fmla="*/ 0 h 959484"/>
              <a:gd name="T12" fmla="*/ 1096872 w 1610360"/>
              <a:gd name="T13" fmla="*/ 0 h 959484"/>
              <a:gd name="T14" fmla="*/ 1096872 w 1610360"/>
              <a:gd name="T15" fmla="*/ 262165 h 959484"/>
              <a:gd name="T16" fmla="*/ 1627029 w 1610360"/>
              <a:gd name="T17" fmla="*/ 262165 h 959484"/>
              <a:gd name="T18" fmla="*/ 1627029 w 1610360"/>
              <a:gd name="T19" fmla="*/ 0 h 95948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10360" h="959484">
                <a:moveTo>
                  <a:pt x="658075" y="720813"/>
                </a:moveTo>
                <a:lnTo>
                  <a:pt x="0" y="720813"/>
                </a:lnTo>
                <a:lnTo>
                  <a:pt x="0" y="959243"/>
                </a:lnTo>
                <a:lnTo>
                  <a:pt x="658075" y="959243"/>
                </a:lnTo>
                <a:lnTo>
                  <a:pt x="658075" y="720813"/>
                </a:lnTo>
                <a:close/>
              </a:path>
              <a:path w="1610360" h="959484">
                <a:moveTo>
                  <a:pt x="1609813" y="0"/>
                </a:moveTo>
                <a:lnTo>
                  <a:pt x="1085265" y="0"/>
                </a:lnTo>
                <a:lnTo>
                  <a:pt x="1085265" y="257517"/>
                </a:lnTo>
                <a:lnTo>
                  <a:pt x="1609813" y="257517"/>
                </a:lnTo>
                <a:lnTo>
                  <a:pt x="1609813" y="0"/>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CN" altLang="en-US"/>
          </a:p>
        </p:txBody>
      </p:sp>
      <p:sp>
        <p:nvSpPr>
          <p:cNvPr id="86" name="object 82">
            <a:extLst>
              <a:ext uri="{FF2B5EF4-FFF2-40B4-BE49-F238E27FC236}">
                <a16:creationId xmlns:a16="http://schemas.microsoft.com/office/drawing/2014/main" id="{78BA2C48-DF16-B33D-74ED-08EF37F0063B}"/>
              </a:ext>
            </a:extLst>
          </p:cNvPr>
          <p:cNvSpPr txBox="1"/>
          <p:nvPr/>
        </p:nvSpPr>
        <p:spPr>
          <a:xfrm>
            <a:off x="4710113" y="4997450"/>
            <a:ext cx="430212" cy="187325"/>
          </a:xfrm>
          <a:prstGeom prst="rect">
            <a:avLst/>
          </a:prstGeom>
        </p:spPr>
        <p:txBody>
          <a:bodyPr lIns="0" tIns="12700" rIns="0" bIns="0">
            <a:spAutoFit/>
          </a:bodyPr>
          <a:lstStyle/>
          <a:p>
            <a:pPr marL="12700">
              <a:spcBef>
                <a:spcPts val="100"/>
              </a:spcBef>
              <a:defRPr/>
            </a:pPr>
            <a:r>
              <a:rPr sz="1050" dirty="0">
                <a:solidFill>
                  <a:srgbClr val="BABABA"/>
                </a:solidFill>
                <a:latin typeface="Lucida Sans"/>
                <a:cs typeface="Lucida Sans"/>
              </a:rPr>
              <a:t>0 / </a:t>
            </a:r>
            <a:r>
              <a:rPr sz="1050" spc="-25" dirty="0">
                <a:solidFill>
                  <a:srgbClr val="BABABA"/>
                </a:solidFill>
                <a:latin typeface="Lucida Sans"/>
                <a:cs typeface="Lucida Sans"/>
              </a:rPr>
              <a:t>15</a:t>
            </a:r>
            <a:endParaRPr sz="1050">
              <a:latin typeface="Lucida Sans"/>
              <a:cs typeface="Lucida Sans"/>
            </a:endParaRPr>
          </a:p>
        </p:txBody>
      </p:sp>
      <p:sp>
        <p:nvSpPr>
          <p:cNvPr id="88" name="object 88">
            <a:extLst>
              <a:ext uri="{FF2B5EF4-FFF2-40B4-BE49-F238E27FC236}">
                <a16:creationId xmlns:a16="http://schemas.microsoft.com/office/drawing/2014/main" id="{E1958631-C470-1F4E-867D-5DF77B5D1515}"/>
              </a:ext>
            </a:extLst>
          </p:cNvPr>
          <p:cNvSpPr txBox="1"/>
          <p:nvPr/>
        </p:nvSpPr>
        <p:spPr>
          <a:xfrm>
            <a:off x="3649663" y="5718175"/>
            <a:ext cx="514350" cy="184150"/>
          </a:xfrm>
          <a:prstGeom prst="rect">
            <a:avLst/>
          </a:prstGeom>
        </p:spPr>
        <p:txBody>
          <a:bodyPr lIns="0" tIns="4445" rIns="0" bIns="0">
            <a:spAutoFit/>
          </a:bodyPr>
          <a:lstStyle/>
          <a:p>
            <a:pPr marL="12700">
              <a:spcBef>
                <a:spcPts val="35"/>
              </a:spcBef>
              <a:defRPr/>
            </a:pPr>
            <a:r>
              <a:rPr sz="1050" dirty="0">
                <a:latin typeface="Lucida Sans"/>
                <a:cs typeface="Lucida Sans"/>
              </a:rPr>
              <a:t>10 / </a:t>
            </a:r>
            <a:r>
              <a:rPr sz="1050" spc="-25" dirty="0">
                <a:latin typeface="Lucida Sans"/>
                <a:cs typeface="Lucida Sans"/>
              </a:rPr>
              <a:t>16</a:t>
            </a:r>
            <a:endParaRPr sz="1050">
              <a:latin typeface="Lucida Sans"/>
              <a:cs typeface="Lucida Sans"/>
            </a:endParaRPr>
          </a:p>
        </p:txBody>
      </p:sp>
      <p:grpSp>
        <p:nvGrpSpPr>
          <p:cNvPr id="99365" name="object 91">
            <a:extLst>
              <a:ext uri="{FF2B5EF4-FFF2-40B4-BE49-F238E27FC236}">
                <a16:creationId xmlns:a16="http://schemas.microsoft.com/office/drawing/2014/main" id="{09753311-58AA-71AD-F967-0B3FF2828AB3}"/>
              </a:ext>
            </a:extLst>
          </p:cNvPr>
          <p:cNvGrpSpPr>
            <a:grpSpLocks/>
          </p:cNvGrpSpPr>
          <p:nvPr/>
        </p:nvGrpSpPr>
        <p:grpSpPr bwMode="auto">
          <a:xfrm rot="2023817">
            <a:off x="6045200" y="2733675"/>
            <a:ext cx="384175" cy="1027113"/>
            <a:chOff x="4648240" y="3704706"/>
            <a:chExt cx="383355" cy="1179808"/>
          </a:xfrm>
        </p:grpSpPr>
        <p:sp>
          <p:nvSpPr>
            <p:cNvPr id="99375" name="object 92">
              <a:extLst>
                <a:ext uri="{FF2B5EF4-FFF2-40B4-BE49-F238E27FC236}">
                  <a16:creationId xmlns:a16="http://schemas.microsoft.com/office/drawing/2014/main" id="{4853A4BD-EFAA-C7FF-5751-4C886BF2541B}"/>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376" name="object 93">
              <a:extLst>
                <a:ext uri="{FF2B5EF4-FFF2-40B4-BE49-F238E27FC236}">
                  <a16:creationId xmlns:a16="http://schemas.microsoft.com/office/drawing/2014/main" id="{7F418E7C-2F02-095E-501F-357E208281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9366" name="矩形 1">
            <a:extLst>
              <a:ext uri="{FF2B5EF4-FFF2-40B4-BE49-F238E27FC236}">
                <a16:creationId xmlns:a16="http://schemas.microsoft.com/office/drawing/2014/main" id="{8C8D10ED-8867-FE42-1D5F-4C33920544E4}"/>
              </a:ext>
            </a:extLst>
          </p:cNvPr>
          <p:cNvSpPr>
            <a:spLocks noChangeArrowheads="1"/>
          </p:cNvSpPr>
          <p:nvPr/>
        </p:nvSpPr>
        <p:spPr bwMode="auto">
          <a:xfrm>
            <a:off x="6692900" y="2678113"/>
            <a:ext cx="722313"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1400" b="1">
                <a:solidFill>
                  <a:schemeClr val="hlink"/>
                </a:solidFill>
              </a:rPr>
              <a:t>弱流边</a:t>
            </a:r>
            <a:endParaRPr lang="zh-CN" altLang="en-US" sz="1400"/>
          </a:p>
        </p:txBody>
      </p:sp>
      <p:grpSp>
        <p:nvGrpSpPr>
          <p:cNvPr id="99367" name="object 91">
            <a:extLst>
              <a:ext uri="{FF2B5EF4-FFF2-40B4-BE49-F238E27FC236}">
                <a16:creationId xmlns:a16="http://schemas.microsoft.com/office/drawing/2014/main" id="{F10D2DC3-BD59-B9B0-372F-43D36C57D620}"/>
              </a:ext>
            </a:extLst>
          </p:cNvPr>
          <p:cNvGrpSpPr>
            <a:grpSpLocks/>
          </p:cNvGrpSpPr>
          <p:nvPr/>
        </p:nvGrpSpPr>
        <p:grpSpPr bwMode="auto">
          <a:xfrm rot="4965086">
            <a:off x="6122988" y="4786312"/>
            <a:ext cx="382588" cy="1027113"/>
            <a:chOff x="4648240" y="3704706"/>
            <a:chExt cx="383355" cy="1179808"/>
          </a:xfrm>
        </p:grpSpPr>
        <p:sp>
          <p:nvSpPr>
            <p:cNvPr id="99373" name="object 92">
              <a:extLst>
                <a:ext uri="{FF2B5EF4-FFF2-40B4-BE49-F238E27FC236}">
                  <a16:creationId xmlns:a16="http://schemas.microsoft.com/office/drawing/2014/main" id="{899F64D4-E10F-119F-4D2A-5ECEE2F7F88E}"/>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374" name="object 93">
              <a:extLst>
                <a:ext uri="{FF2B5EF4-FFF2-40B4-BE49-F238E27FC236}">
                  <a16:creationId xmlns:a16="http://schemas.microsoft.com/office/drawing/2014/main" id="{F462CD7F-677B-4E7C-D090-496C8B8D87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9368" name="矩形 102">
            <a:extLst>
              <a:ext uri="{FF2B5EF4-FFF2-40B4-BE49-F238E27FC236}">
                <a16:creationId xmlns:a16="http://schemas.microsoft.com/office/drawing/2014/main" id="{03DF8E85-3642-EDA5-33AB-755E8E434AFF}"/>
              </a:ext>
            </a:extLst>
          </p:cNvPr>
          <p:cNvSpPr>
            <a:spLocks noChangeArrowheads="1"/>
          </p:cNvSpPr>
          <p:nvPr/>
        </p:nvSpPr>
        <p:spPr bwMode="auto">
          <a:xfrm>
            <a:off x="6880225" y="5295900"/>
            <a:ext cx="723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1400" b="1">
                <a:solidFill>
                  <a:schemeClr val="hlink"/>
                </a:solidFill>
              </a:rPr>
              <a:t>饱和边</a:t>
            </a:r>
            <a:endParaRPr lang="zh-CN" altLang="en-US" sz="1400"/>
          </a:p>
        </p:txBody>
      </p:sp>
      <p:grpSp>
        <p:nvGrpSpPr>
          <p:cNvPr id="99369" name="object 91">
            <a:extLst>
              <a:ext uri="{FF2B5EF4-FFF2-40B4-BE49-F238E27FC236}">
                <a16:creationId xmlns:a16="http://schemas.microsoft.com/office/drawing/2014/main" id="{9B745406-5B6E-129F-3B45-2581EE4AC6D3}"/>
              </a:ext>
            </a:extLst>
          </p:cNvPr>
          <p:cNvGrpSpPr>
            <a:grpSpLocks/>
          </p:cNvGrpSpPr>
          <p:nvPr/>
        </p:nvGrpSpPr>
        <p:grpSpPr bwMode="auto">
          <a:xfrm rot="-8452849">
            <a:off x="2227263" y="5070475"/>
            <a:ext cx="382587" cy="1027113"/>
            <a:chOff x="4648240" y="3704706"/>
            <a:chExt cx="383355" cy="1179808"/>
          </a:xfrm>
        </p:grpSpPr>
        <p:sp>
          <p:nvSpPr>
            <p:cNvPr id="99371" name="object 92">
              <a:extLst>
                <a:ext uri="{FF2B5EF4-FFF2-40B4-BE49-F238E27FC236}">
                  <a16:creationId xmlns:a16="http://schemas.microsoft.com/office/drawing/2014/main" id="{913873C4-F62C-6BE9-3897-D8C604459C11}"/>
                </a:ext>
              </a:extLst>
            </p:cNvPr>
            <p:cNvSpPr>
              <a:spLocks/>
            </p:cNvSpPr>
            <p:nvPr/>
          </p:nvSpPr>
          <p:spPr bwMode="auto">
            <a:xfrm>
              <a:off x="4682345" y="3704706"/>
              <a:ext cx="349250" cy="1123950"/>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99372" name="object 93">
              <a:extLst>
                <a:ext uri="{FF2B5EF4-FFF2-40B4-BE49-F238E27FC236}">
                  <a16:creationId xmlns:a16="http://schemas.microsoft.com/office/drawing/2014/main" id="{7A2EC4D0-4E00-9C8A-6475-A0B80170D6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9370" name="矩形 106">
            <a:extLst>
              <a:ext uri="{FF2B5EF4-FFF2-40B4-BE49-F238E27FC236}">
                <a16:creationId xmlns:a16="http://schemas.microsoft.com/office/drawing/2014/main" id="{1C99DDFA-8931-C914-57DA-951E603246F1}"/>
              </a:ext>
            </a:extLst>
          </p:cNvPr>
          <p:cNvSpPr>
            <a:spLocks noChangeArrowheads="1"/>
          </p:cNvSpPr>
          <p:nvPr/>
        </p:nvSpPr>
        <p:spPr bwMode="auto">
          <a:xfrm>
            <a:off x="1455738" y="5902325"/>
            <a:ext cx="723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1400" b="1">
                <a:solidFill>
                  <a:schemeClr val="hlink"/>
                </a:solidFill>
              </a:rPr>
              <a:t>零流边</a:t>
            </a:r>
            <a:endParaRPr lang="zh-CN" altLang="en-US" sz="1400"/>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E97C9F97-B2F6-D534-7857-9F94639A6C5C}"/>
              </a:ext>
            </a:extLst>
          </p:cNvPr>
          <p:cNvSpPr>
            <a:spLocks noGrp="1" noChangeArrowheads="1"/>
          </p:cNvSpPr>
          <p:nvPr>
            <p:ph type="body" idx="1"/>
          </p:nvPr>
        </p:nvSpPr>
        <p:spPr>
          <a:xfrm>
            <a:off x="325438" y="333375"/>
            <a:ext cx="8540750" cy="5975350"/>
          </a:xfrm>
        </p:spPr>
        <p:txBody>
          <a:bodyPr/>
          <a:lstStyle/>
          <a:p>
            <a:pPr marL="0" indent="0">
              <a:lnSpc>
                <a:spcPct val="15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6</a:t>
            </a:r>
            <a:r>
              <a:rPr lang="zh-CN" altLang="en-US" sz="2000" b="1" dirty="0">
                <a:solidFill>
                  <a:schemeClr val="hlink"/>
                </a:solidFill>
              </a:rPr>
              <a:t>） 残流网络</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dirty="0"/>
              <a:t>残流网络是设计与网络流有关算法的重要工具。</a:t>
            </a:r>
          </a:p>
          <a:p>
            <a:pPr marL="0" indent="0">
              <a:lnSpc>
                <a:spcPct val="150000"/>
              </a:lnSpc>
              <a:buFont typeface="Wingdings" panose="05000000000000000000" pitchFamily="2" charset="2"/>
              <a:buNone/>
              <a:defRPr/>
            </a:pPr>
            <a:endParaRPr lang="en-US" altLang="zh-CN" sz="2000" dirty="0"/>
          </a:p>
          <a:p>
            <a:pPr marL="0" indent="0">
              <a:lnSpc>
                <a:spcPct val="150000"/>
              </a:lnSpc>
              <a:buFont typeface="Wingdings" panose="05000000000000000000" pitchFamily="2" charset="2"/>
              <a:buNone/>
              <a:defRPr/>
            </a:pPr>
            <a:r>
              <a:rPr lang="zh-CN" altLang="en-US" sz="2000" dirty="0"/>
              <a:t>对于给定的一个流网络</a:t>
            </a:r>
            <a:r>
              <a:rPr lang="en-US" altLang="zh-CN" sz="2000" dirty="0"/>
              <a:t>G</a:t>
            </a:r>
            <a:r>
              <a:rPr lang="zh-CN" altLang="en-US" sz="2000" dirty="0"/>
              <a:t>及其上的一个流</a:t>
            </a:r>
            <a:r>
              <a:rPr lang="en-US" altLang="zh-CN" sz="2000" dirty="0"/>
              <a:t>flow</a:t>
            </a:r>
            <a:r>
              <a:rPr lang="zh-CN" altLang="en-US" sz="2000" dirty="0"/>
              <a:t>，网络</a:t>
            </a:r>
            <a:r>
              <a:rPr lang="en-US" altLang="zh-CN" sz="2000" dirty="0"/>
              <a:t>G</a:t>
            </a:r>
            <a:r>
              <a:rPr lang="zh-CN" altLang="en-US" sz="2000" dirty="0"/>
              <a:t>关于流</a:t>
            </a:r>
            <a:r>
              <a:rPr lang="en-US" altLang="zh-CN" sz="2000" dirty="0"/>
              <a:t>flow</a:t>
            </a:r>
            <a:r>
              <a:rPr lang="zh-CN" altLang="en-US" sz="2000" dirty="0"/>
              <a:t>的</a:t>
            </a:r>
            <a:r>
              <a:rPr lang="zh-CN" altLang="en-US" sz="2000" dirty="0">
                <a:solidFill>
                  <a:srgbClr val="FF0000"/>
                </a:solidFill>
              </a:rPr>
              <a:t>残流网络</a:t>
            </a:r>
            <a:r>
              <a:rPr lang="en-US" altLang="zh-CN" sz="2000" dirty="0">
                <a:solidFill>
                  <a:srgbClr val="FF0000"/>
                </a:solidFill>
              </a:rPr>
              <a:t>G*</a:t>
            </a:r>
            <a:r>
              <a:rPr lang="zh-CN" altLang="en-US" sz="2000" dirty="0"/>
              <a:t>与</a:t>
            </a:r>
            <a:r>
              <a:rPr lang="en-US" altLang="zh-CN" sz="2000" dirty="0"/>
              <a:t>G</a:t>
            </a:r>
            <a:r>
              <a:rPr lang="zh-CN" altLang="en-US" sz="2000" dirty="0"/>
              <a:t>有相同的顶点集</a:t>
            </a:r>
            <a:r>
              <a:rPr lang="en-US" altLang="zh-CN" sz="2000" dirty="0"/>
              <a:t>V</a:t>
            </a:r>
            <a:r>
              <a:rPr lang="zh-CN" altLang="en-US" sz="2000" dirty="0"/>
              <a:t>，而网络</a:t>
            </a:r>
            <a:r>
              <a:rPr lang="en-US" altLang="zh-CN" sz="2000" dirty="0"/>
              <a:t>G</a:t>
            </a:r>
            <a:r>
              <a:rPr lang="zh-CN" altLang="en-US" sz="2000" dirty="0"/>
              <a:t>中的每一条边对应于</a:t>
            </a:r>
            <a:r>
              <a:rPr lang="en-US" altLang="zh-CN" sz="2000" dirty="0"/>
              <a:t>G*</a:t>
            </a:r>
            <a:r>
              <a:rPr lang="zh-CN" altLang="en-US" sz="2000" dirty="0"/>
              <a:t>中的</a:t>
            </a:r>
            <a:r>
              <a:rPr lang="en-US" altLang="zh-CN" sz="2000" dirty="0"/>
              <a:t>1</a:t>
            </a:r>
            <a:r>
              <a:rPr lang="zh-CN" altLang="en-US" sz="2000" dirty="0"/>
              <a:t>条边或</a:t>
            </a:r>
            <a:r>
              <a:rPr lang="en-US" altLang="zh-CN" sz="2000" dirty="0"/>
              <a:t>2</a:t>
            </a:r>
            <a:r>
              <a:rPr lang="zh-CN" altLang="en-US" sz="2000" dirty="0"/>
              <a:t>条边。</a:t>
            </a:r>
            <a:endParaRPr lang="en-US" altLang="zh-CN" sz="2000" dirty="0"/>
          </a:p>
          <a:p>
            <a:pPr marL="0" indent="0">
              <a:lnSpc>
                <a:spcPct val="150000"/>
              </a:lnSpc>
              <a:buFont typeface="Wingdings" panose="05000000000000000000" pitchFamily="2" charset="2"/>
              <a:buNone/>
              <a:defRPr/>
            </a:pPr>
            <a:r>
              <a:rPr lang="zh-CN" altLang="en-US" sz="2000" dirty="0"/>
              <a:t>设</a:t>
            </a:r>
            <a:r>
              <a:rPr lang="en-US" altLang="zh-CN" sz="2000" dirty="0">
                <a:solidFill>
                  <a:srgbClr val="FF0000"/>
                </a:solidFill>
              </a:rPr>
              <a:t>(</a:t>
            </a:r>
            <a:r>
              <a:rPr lang="en-US" altLang="zh-CN" sz="2000" dirty="0" err="1">
                <a:solidFill>
                  <a:srgbClr val="FF0000"/>
                </a:solidFill>
              </a:rPr>
              <a:t>v,w</a:t>
            </a:r>
            <a:r>
              <a:rPr lang="en-US" altLang="zh-CN" sz="2000" dirty="0">
                <a:solidFill>
                  <a:srgbClr val="FF0000"/>
                </a:solidFill>
              </a:rPr>
              <a:t>)</a:t>
            </a:r>
            <a:r>
              <a:rPr lang="zh-CN" altLang="en-US" sz="2000" dirty="0"/>
              <a:t>是</a:t>
            </a:r>
            <a:r>
              <a:rPr lang="en-US" altLang="zh-CN" sz="2000" dirty="0"/>
              <a:t>G</a:t>
            </a:r>
            <a:r>
              <a:rPr lang="zh-CN" altLang="en-US" sz="2000" dirty="0"/>
              <a:t>的一条边，</a:t>
            </a:r>
          </a:p>
          <a:p>
            <a:pPr marL="498475" lvl="1" indent="-171450">
              <a:lnSpc>
                <a:spcPct val="150000"/>
              </a:lnSpc>
              <a:defRPr/>
            </a:pPr>
            <a:r>
              <a:rPr lang="zh-CN" altLang="en-US" sz="2000" b="1" dirty="0"/>
              <a:t>当</a:t>
            </a:r>
            <a:r>
              <a:rPr lang="en-US" altLang="zh-CN" sz="2000" b="1" dirty="0"/>
              <a:t>flow(</a:t>
            </a:r>
            <a:r>
              <a:rPr lang="en-US" altLang="zh-CN" sz="2000" b="1" dirty="0" err="1"/>
              <a:t>v,w</a:t>
            </a:r>
            <a:r>
              <a:rPr lang="en-US" altLang="zh-CN" sz="2000" b="1" dirty="0"/>
              <a:t>)&gt;0</a:t>
            </a:r>
            <a:r>
              <a:rPr lang="zh-CN" altLang="en-US" sz="2000" b="1" dirty="0"/>
              <a:t>时，</a:t>
            </a:r>
            <a:r>
              <a:rPr lang="en-US" altLang="zh-CN" sz="2000" b="1" dirty="0">
                <a:solidFill>
                  <a:srgbClr val="FF0000"/>
                </a:solidFill>
              </a:rPr>
              <a:t>(</a:t>
            </a:r>
            <a:r>
              <a:rPr lang="en-US" altLang="zh-CN" sz="2000" b="1" dirty="0" err="1">
                <a:solidFill>
                  <a:srgbClr val="FF0000"/>
                </a:solidFill>
              </a:rPr>
              <a:t>w,v</a:t>
            </a:r>
            <a:r>
              <a:rPr lang="en-US" altLang="zh-CN" sz="2000" b="1" dirty="0">
                <a:solidFill>
                  <a:srgbClr val="FF0000"/>
                </a:solidFill>
              </a:rPr>
              <a:t>)</a:t>
            </a:r>
            <a:r>
              <a:rPr lang="zh-CN" altLang="en-US" sz="2000" b="1" dirty="0">
                <a:solidFill>
                  <a:srgbClr val="FF0000"/>
                </a:solidFill>
              </a:rPr>
              <a:t>是</a:t>
            </a:r>
            <a:r>
              <a:rPr lang="en-US" altLang="zh-CN" sz="2000" b="1" dirty="0">
                <a:solidFill>
                  <a:srgbClr val="FF0000"/>
                </a:solidFill>
              </a:rPr>
              <a:t>G*</a:t>
            </a:r>
            <a:r>
              <a:rPr lang="zh-CN" altLang="en-US" sz="2000" b="1" dirty="0">
                <a:solidFill>
                  <a:srgbClr val="FF0000"/>
                </a:solidFill>
              </a:rPr>
              <a:t>中的一条边</a:t>
            </a:r>
            <a:r>
              <a:rPr lang="zh-CN" altLang="en-US" sz="2000" b="1" dirty="0"/>
              <a:t>，</a:t>
            </a:r>
            <a:r>
              <a:rPr lang="zh-CN" altLang="en-US" sz="2000" b="1" u="sng" dirty="0"/>
              <a:t>该边的容量为</a:t>
            </a:r>
            <a:r>
              <a:rPr lang="en-US" altLang="zh-CN" sz="2000" b="1" dirty="0"/>
              <a:t>cap*(</a:t>
            </a:r>
            <a:r>
              <a:rPr lang="en-US" altLang="zh-CN" sz="2000" b="1" dirty="0" err="1"/>
              <a:t>w,v</a:t>
            </a:r>
            <a:r>
              <a:rPr lang="en-US" altLang="zh-CN" sz="2000" b="1" dirty="0"/>
              <a:t>)=flow(</a:t>
            </a:r>
            <a:r>
              <a:rPr lang="en-US" altLang="zh-CN" sz="2000" b="1" dirty="0" err="1"/>
              <a:t>v,w</a:t>
            </a:r>
            <a:r>
              <a:rPr lang="en-US" altLang="zh-CN" sz="2000" b="1" dirty="0"/>
              <a:t>)</a:t>
            </a:r>
            <a:r>
              <a:rPr lang="zh-CN" altLang="en-US" sz="2000" b="1" dirty="0"/>
              <a:t>；</a:t>
            </a:r>
          </a:p>
          <a:p>
            <a:pPr marL="498475" lvl="1" indent="-171450">
              <a:lnSpc>
                <a:spcPct val="150000"/>
              </a:lnSpc>
              <a:defRPr/>
            </a:pPr>
            <a:r>
              <a:rPr lang="zh-CN" altLang="en-US" sz="2000" b="1" dirty="0"/>
              <a:t>当</a:t>
            </a:r>
            <a:r>
              <a:rPr lang="en-US" altLang="zh-CN" sz="2000" b="1" dirty="0"/>
              <a:t>flow(</a:t>
            </a:r>
            <a:r>
              <a:rPr lang="en-US" altLang="zh-CN" sz="2000" b="1" dirty="0" err="1"/>
              <a:t>v,w</a:t>
            </a:r>
            <a:r>
              <a:rPr lang="en-US" altLang="zh-CN" sz="2000" b="1" dirty="0"/>
              <a:t>)&lt;cap(</a:t>
            </a:r>
            <a:r>
              <a:rPr lang="en-US" altLang="zh-CN" sz="2000" b="1" dirty="0" err="1"/>
              <a:t>v,w</a:t>
            </a:r>
            <a:r>
              <a:rPr lang="en-US" altLang="zh-CN" sz="2000" b="1" dirty="0"/>
              <a:t>)</a:t>
            </a:r>
            <a:r>
              <a:rPr lang="zh-CN" altLang="en-US" sz="2000" b="1" dirty="0"/>
              <a:t>时，</a:t>
            </a:r>
            <a:r>
              <a:rPr lang="en-US" altLang="zh-CN" sz="2000" b="1" dirty="0">
                <a:solidFill>
                  <a:srgbClr val="FF0000"/>
                </a:solidFill>
              </a:rPr>
              <a:t>(</a:t>
            </a:r>
            <a:r>
              <a:rPr lang="en-US" altLang="zh-CN" sz="2000" b="1" dirty="0" err="1">
                <a:solidFill>
                  <a:srgbClr val="FF0000"/>
                </a:solidFill>
              </a:rPr>
              <a:t>v,w</a:t>
            </a:r>
            <a:r>
              <a:rPr lang="en-US" altLang="zh-CN" sz="2000" b="1" dirty="0">
                <a:solidFill>
                  <a:srgbClr val="FF0000"/>
                </a:solidFill>
              </a:rPr>
              <a:t>)</a:t>
            </a:r>
            <a:r>
              <a:rPr lang="zh-CN" altLang="en-US" sz="2000" b="1" dirty="0">
                <a:solidFill>
                  <a:srgbClr val="FF0000"/>
                </a:solidFill>
              </a:rPr>
              <a:t>是</a:t>
            </a:r>
            <a:r>
              <a:rPr lang="en-US" altLang="zh-CN" sz="2000" b="1" dirty="0">
                <a:solidFill>
                  <a:srgbClr val="FF0000"/>
                </a:solidFill>
              </a:rPr>
              <a:t>G*</a:t>
            </a:r>
            <a:r>
              <a:rPr lang="zh-CN" altLang="en-US" sz="2000" b="1" dirty="0">
                <a:solidFill>
                  <a:srgbClr val="FF0000"/>
                </a:solidFill>
              </a:rPr>
              <a:t>中的一条边</a:t>
            </a:r>
            <a:r>
              <a:rPr lang="zh-CN" altLang="en-US" sz="2000" b="1" dirty="0"/>
              <a:t>，</a:t>
            </a:r>
            <a:r>
              <a:rPr lang="zh-CN" altLang="en-US" sz="2000" b="1" u="sng" dirty="0"/>
              <a:t>该边的容量为</a:t>
            </a:r>
            <a:r>
              <a:rPr lang="en-US" altLang="zh-CN" sz="2000" b="1" dirty="0"/>
              <a:t>cap*(</a:t>
            </a:r>
            <a:r>
              <a:rPr lang="en-US" altLang="zh-CN" sz="2000" b="1" dirty="0" err="1"/>
              <a:t>v,w</a:t>
            </a:r>
            <a:r>
              <a:rPr lang="en-US" altLang="zh-CN" sz="2000" b="1" dirty="0"/>
              <a:t>)=cap(</a:t>
            </a:r>
            <a:r>
              <a:rPr lang="en-US" altLang="zh-CN" sz="2000" b="1" dirty="0" err="1"/>
              <a:t>v,w</a:t>
            </a:r>
            <a:r>
              <a:rPr lang="en-US" altLang="zh-CN" sz="2000" b="1" dirty="0"/>
              <a:t>)-flow(</a:t>
            </a:r>
            <a:r>
              <a:rPr lang="en-US" altLang="zh-CN" sz="2000" b="1" dirty="0" err="1"/>
              <a:t>v,w</a:t>
            </a:r>
            <a:r>
              <a:rPr lang="en-US" altLang="zh-CN" sz="2000" b="1" dirty="0"/>
              <a:t>)</a:t>
            </a:r>
            <a:r>
              <a:rPr lang="zh-CN" altLang="en-US" sz="2000" b="1" dirty="0"/>
              <a:t> </a:t>
            </a:r>
            <a:endParaRPr lang="en-US" altLang="zh-CN" sz="2000" b="1" dirty="0"/>
          </a:p>
        </p:txBody>
      </p:sp>
    </p:spTree>
  </p:cSld>
  <p:clrMapOvr>
    <a:masterClrMapping/>
  </p:clrMapOvr>
  <p:transition>
    <p:blinds dir="ver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4E840D4-D1E1-3CBB-467A-A362A8C8AC8D}"/>
              </a:ext>
            </a:extLst>
          </p:cNvPr>
          <p:cNvSpPr>
            <a:spLocks noGrp="1" noChangeArrowheads="1"/>
          </p:cNvSpPr>
          <p:nvPr>
            <p:ph type="body" idx="1"/>
          </p:nvPr>
        </p:nvSpPr>
        <p:spPr>
          <a:xfrm>
            <a:off x="236538" y="349250"/>
            <a:ext cx="8540750" cy="5975350"/>
          </a:xfrm>
        </p:spPr>
        <p:txBody>
          <a:bodyPr/>
          <a:lstStyle/>
          <a:p>
            <a:pPr marL="0" indent="0">
              <a:lnSpc>
                <a:spcPct val="150000"/>
              </a:lnSpc>
              <a:buFont typeface="Wingdings" panose="05000000000000000000" pitchFamily="2" charset="2"/>
              <a:buNone/>
              <a:defRPr/>
            </a:pPr>
            <a:r>
              <a:rPr lang="zh-CN" altLang="en-US" sz="2000" b="1" dirty="0">
                <a:solidFill>
                  <a:schemeClr val="hlink"/>
                </a:solidFill>
              </a:rPr>
              <a:t>（</a:t>
            </a:r>
            <a:r>
              <a:rPr lang="en-US" altLang="zh-CN" sz="2000" b="1" dirty="0">
                <a:solidFill>
                  <a:schemeClr val="hlink"/>
                </a:solidFill>
              </a:rPr>
              <a:t>6</a:t>
            </a:r>
            <a:r>
              <a:rPr lang="zh-CN" altLang="en-US" sz="2000" b="1" dirty="0">
                <a:solidFill>
                  <a:schemeClr val="hlink"/>
                </a:solidFill>
              </a:rPr>
              <a:t>） 残流网络</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dirty="0"/>
              <a:t>残流网络是设计与网络流有关算法的重要工具。</a:t>
            </a:r>
            <a:r>
              <a:rPr lang="zh-CN" altLang="en-US" sz="2000" b="1" dirty="0"/>
              <a:t>残流网络描述了图中各边的剩余容量以及可以通过“回流”删除的流量大小</a:t>
            </a:r>
          </a:p>
          <a:p>
            <a:pPr marL="0" indent="0">
              <a:lnSpc>
                <a:spcPct val="150000"/>
              </a:lnSpc>
              <a:buFont typeface="Wingdings" panose="05000000000000000000" pitchFamily="2" charset="2"/>
              <a:buNone/>
              <a:defRPr/>
            </a:pPr>
            <a:endParaRPr lang="zh-CN" altLang="en-US" sz="2000" dirty="0"/>
          </a:p>
        </p:txBody>
      </p:sp>
      <p:pic>
        <p:nvPicPr>
          <p:cNvPr id="2" name="图片 1">
            <a:extLst>
              <a:ext uri="{FF2B5EF4-FFF2-40B4-BE49-F238E27FC236}">
                <a16:creationId xmlns:a16="http://schemas.microsoft.com/office/drawing/2014/main" id="{AD105745-CF78-980C-96D2-9B8E334D23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7713" y="3844925"/>
            <a:ext cx="8239125"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object 91">
            <a:extLst>
              <a:ext uri="{FF2B5EF4-FFF2-40B4-BE49-F238E27FC236}">
                <a16:creationId xmlns:a16="http://schemas.microsoft.com/office/drawing/2014/main" id="{558E2060-3A02-18D6-E602-17DBCD3B85C4}"/>
              </a:ext>
            </a:extLst>
          </p:cNvPr>
          <p:cNvGrpSpPr>
            <a:grpSpLocks/>
          </p:cNvGrpSpPr>
          <p:nvPr/>
        </p:nvGrpSpPr>
        <p:grpSpPr bwMode="auto">
          <a:xfrm rot="13909395" flipH="1">
            <a:off x="1267619" y="5423694"/>
            <a:ext cx="287337" cy="454025"/>
            <a:chOff x="4648240" y="3704706"/>
            <a:chExt cx="383355" cy="1179808"/>
          </a:xfrm>
        </p:grpSpPr>
        <p:sp>
          <p:nvSpPr>
            <p:cNvPr id="93200" name="object 92">
              <a:extLst>
                <a:ext uri="{FF2B5EF4-FFF2-40B4-BE49-F238E27FC236}">
                  <a16:creationId xmlns:a16="http://schemas.microsoft.com/office/drawing/2014/main" id="{8AC6550D-A2DC-DF89-1307-030046582173}"/>
                </a:ext>
              </a:extLst>
            </p:cNvPr>
            <p:cNvSpPr>
              <a:spLocks/>
            </p:cNvSpPr>
            <p:nvPr/>
          </p:nvSpPr>
          <p:spPr bwMode="auto">
            <a:xfrm>
              <a:off x="4677550" y="3704150"/>
              <a:ext cx="349469" cy="1122055"/>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zh-CN" altLang="en-US" sz="2000">
                <a:latin typeface="+mj-ea"/>
                <a:ea typeface="+mj-ea"/>
              </a:endParaRPr>
            </a:p>
          </p:txBody>
        </p:sp>
        <p:pic>
          <p:nvPicPr>
            <p:cNvPr id="102415" name="object 93">
              <a:extLst>
                <a:ext uri="{FF2B5EF4-FFF2-40B4-BE49-F238E27FC236}">
                  <a16:creationId xmlns:a16="http://schemas.microsoft.com/office/drawing/2014/main" id="{37C1807E-7BA6-23A9-A941-904F8C8071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 name="矩形 7">
            <a:extLst>
              <a:ext uri="{FF2B5EF4-FFF2-40B4-BE49-F238E27FC236}">
                <a16:creationId xmlns:a16="http://schemas.microsoft.com/office/drawing/2014/main" id="{B4CEA41A-0EE9-5C37-F55C-FB5FA06A4FA7}"/>
              </a:ext>
            </a:extLst>
          </p:cNvPr>
          <p:cNvSpPr>
            <a:spLocks noChangeArrowheads="1"/>
          </p:cNvSpPr>
          <p:nvPr/>
        </p:nvSpPr>
        <p:spPr bwMode="auto">
          <a:xfrm>
            <a:off x="466725" y="5876925"/>
            <a:ext cx="8080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b="1" dirty="0">
                <a:solidFill>
                  <a:schemeClr val="hlink"/>
                </a:solidFill>
                <a:latin typeface="+mj-ea"/>
                <a:ea typeface="+mj-ea"/>
              </a:rPr>
              <a:t>零流边</a:t>
            </a:r>
            <a:endParaRPr lang="en-US" altLang="zh-CN" sz="2000" b="1" dirty="0">
              <a:solidFill>
                <a:schemeClr val="hlink"/>
              </a:solidFill>
              <a:latin typeface="+mj-ea"/>
              <a:ea typeface="+mj-ea"/>
            </a:endParaRPr>
          </a:p>
          <a:p>
            <a:pPr>
              <a:defRPr/>
            </a:pPr>
            <a:r>
              <a:rPr lang="zh-CN" altLang="en-US" sz="2000" dirty="0">
                <a:latin typeface="+mj-ea"/>
                <a:ea typeface="+mj-ea"/>
              </a:rPr>
              <a:t>残流网络</a:t>
            </a:r>
            <a:r>
              <a:rPr lang="en-US" altLang="zh-CN" sz="2000" dirty="0">
                <a:latin typeface="+mj-ea"/>
                <a:ea typeface="+mj-ea"/>
              </a:rPr>
              <a:t>G*</a:t>
            </a:r>
            <a:r>
              <a:rPr lang="zh-CN" altLang="en-US" sz="2000" dirty="0">
                <a:latin typeface="+mj-ea"/>
                <a:ea typeface="+mj-ea"/>
              </a:rPr>
              <a:t>中有唯一的</a:t>
            </a:r>
            <a:r>
              <a:rPr lang="en-US" altLang="zh-CN" sz="2000" dirty="0">
                <a:solidFill>
                  <a:srgbClr val="FF0000"/>
                </a:solidFill>
                <a:latin typeface="+mj-ea"/>
                <a:ea typeface="+mj-ea"/>
              </a:rPr>
              <a:t>1</a:t>
            </a:r>
            <a:r>
              <a:rPr lang="zh-CN" altLang="en-US" sz="2000" dirty="0">
                <a:solidFill>
                  <a:srgbClr val="FF0000"/>
                </a:solidFill>
                <a:latin typeface="+mj-ea"/>
                <a:ea typeface="+mj-ea"/>
              </a:rPr>
              <a:t>条</a:t>
            </a:r>
            <a:r>
              <a:rPr lang="zh-CN" altLang="en-US" sz="2000" dirty="0">
                <a:latin typeface="+mj-ea"/>
                <a:ea typeface="+mj-ea"/>
              </a:rPr>
              <a:t>边</a:t>
            </a:r>
            <a:r>
              <a:rPr lang="en-US" altLang="zh-CN" sz="2000" dirty="0">
                <a:latin typeface="+mj-ea"/>
                <a:ea typeface="+mj-ea"/>
              </a:rPr>
              <a:t>(</a:t>
            </a:r>
            <a:r>
              <a:rPr lang="en-US" altLang="zh-CN" sz="2000" dirty="0" err="1">
                <a:latin typeface="+mj-ea"/>
                <a:ea typeface="+mj-ea"/>
              </a:rPr>
              <a:t>v,w</a:t>
            </a:r>
            <a:r>
              <a:rPr lang="en-US" altLang="zh-CN" sz="2000" dirty="0">
                <a:latin typeface="+mj-ea"/>
                <a:ea typeface="+mj-ea"/>
              </a:rPr>
              <a:t>)</a:t>
            </a:r>
            <a:r>
              <a:rPr lang="zh-CN" altLang="en-US" sz="2000" dirty="0">
                <a:latin typeface="+mj-ea"/>
                <a:ea typeface="+mj-ea"/>
              </a:rPr>
              <a:t>与之对应，且该边的容量为</a:t>
            </a:r>
            <a:r>
              <a:rPr lang="en-US" altLang="zh-CN" sz="2000" dirty="0">
                <a:latin typeface="+mj-ea"/>
                <a:ea typeface="+mj-ea"/>
              </a:rPr>
              <a:t>cap(</a:t>
            </a:r>
            <a:r>
              <a:rPr lang="en-US" altLang="zh-CN" sz="2000" dirty="0" err="1">
                <a:latin typeface="+mj-ea"/>
                <a:ea typeface="+mj-ea"/>
              </a:rPr>
              <a:t>v,w</a:t>
            </a:r>
            <a:r>
              <a:rPr lang="en-US" altLang="zh-CN" sz="2000" dirty="0">
                <a:latin typeface="+mj-ea"/>
                <a:ea typeface="+mj-ea"/>
              </a:rPr>
              <a:t>)</a:t>
            </a:r>
            <a:endParaRPr lang="zh-CN" altLang="en-US" sz="2000" dirty="0">
              <a:latin typeface="+mj-ea"/>
              <a:ea typeface="+mj-ea"/>
            </a:endParaRPr>
          </a:p>
        </p:txBody>
      </p:sp>
      <p:grpSp>
        <p:nvGrpSpPr>
          <p:cNvPr id="9" name="object 91">
            <a:extLst>
              <a:ext uri="{FF2B5EF4-FFF2-40B4-BE49-F238E27FC236}">
                <a16:creationId xmlns:a16="http://schemas.microsoft.com/office/drawing/2014/main" id="{CD7A604C-16F8-81E3-AAE4-49A7E69D0592}"/>
              </a:ext>
            </a:extLst>
          </p:cNvPr>
          <p:cNvGrpSpPr>
            <a:grpSpLocks/>
          </p:cNvGrpSpPr>
          <p:nvPr/>
        </p:nvGrpSpPr>
        <p:grpSpPr bwMode="auto">
          <a:xfrm rot="-4588412">
            <a:off x="1447800" y="2814638"/>
            <a:ext cx="1201738" cy="1331912"/>
            <a:chOff x="4648240" y="3704706"/>
            <a:chExt cx="383355" cy="1179808"/>
          </a:xfrm>
        </p:grpSpPr>
        <p:sp>
          <p:nvSpPr>
            <p:cNvPr id="93198" name="object 92">
              <a:extLst>
                <a:ext uri="{FF2B5EF4-FFF2-40B4-BE49-F238E27FC236}">
                  <a16:creationId xmlns:a16="http://schemas.microsoft.com/office/drawing/2014/main" id="{EB3F98AE-355D-35B4-DB54-A2354B6D9CF8}"/>
                </a:ext>
              </a:extLst>
            </p:cNvPr>
            <p:cNvSpPr>
              <a:spLocks/>
            </p:cNvSpPr>
            <p:nvPr/>
          </p:nvSpPr>
          <p:spPr bwMode="auto">
            <a:xfrm>
              <a:off x="4681696" y="3704438"/>
              <a:ext cx="349425" cy="1122154"/>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zh-CN" altLang="en-US" sz="2000">
                <a:latin typeface="+mj-ea"/>
                <a:ea typeface="+mj-ea"/>
              </a:endParaRPr>
            </a:p>
          </p:txBody>
        </p:sp>
        <p:pic>
          <p:nvPicPr>
            <p:cNvPr id="102413" name="object 93">
              <a:extLst>
                <a:ext uri="{FF2B5EF4-FFF2-40B4-BE49-F238E27FC236}">
                  <a16:creationId xmlns:a16="http://schemas.microsoft.com/office/drawing/2014/main" id="{F5B3F1CA-76C5-BDFF-B971-0C3DF399B0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矩形 11">
            <a:extLst>
              <a:ext uri="{FF2B5EF4-FFF2-40B4-BE49-F238E27FC236}">
                <a16:creationId xmlns:a16="http://schemas.microsoft.com/office/drawing/2014/main" id="{59D4F3E0-5417-2AC4-7DAE-612808AD79A3}"/>
              </a:ext>
            </a:extLst>
          </p:cNvPr>
          <p:cNvSpPr>
            <a:spLocks noChangeArrowheads="1"/>
          </p:cNvSpPr>
          <p:nvPr/>
        </p:nvSpPr>
        <p:spPr bwMode="auto">
          <a:xfrm>
            <a:off x="225425" y="2000250"/>
            <a:ext cx="89900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b="1" dirty="0">
                <a:solidFill>
                  <a:schemeClr val="hlink"/>
                </a:solidFill>
                <a:latin typeface="+mj-ea"/>
                <a:ea typeface="+mj-ea"/>
              </a:rPr>
              <a:t>饱和边</a:t>
            </a:r>
            <a:endParaRPr lang="en-US" altLang="zh-CN" sz="2000" b="1" dirty="0">
              <a:solidFill>
                <a:schemeClr val="hlink"/>
              </a:solidFill>
              <a:latin typeface="+mj-ea"/>
              <a:ea typeface="+mj-ea"/>
            </a:endParaRPr>
          </a:p>
          <a:p>
            <a:pPr>
              <a:defRPr/>
            </a:pPr>
            <a:r>
              <a:rPr lang="zh-CN" altLang="en-US" sz="2000" dirty="0">
                <a:latin typeface="+mj-ea"/>
                <a:ea typeface="+mj-ea"/>
              </a:rPr>
              <a:t>         残流网络</a:t>
            </a:r>
            <a:r>
              <a:rPr lang="en-US" altLang="zh-CN" sz="2000" dirty="0">
                <a:latin typeface="+mj-ea"/>
                <a:ea typeface="+mj-ea"/>
              </a:rPr>
              <a:t>G*</a:t>
            </a:r>
            <a:r>
              <a:rPr lang="zh-CN" altLang="en-US" sz="2000" dirty="0">
                <a:latin typeface="+mj-ea"/>
                <a:ea typeface="+mj-ea"/>
              </a:rPr>
              <a:t>中有唯一的</a:t>
            </a:r>
            <a:r>
              <a:rPr lang="en-US" altLang="zh-CN" sz="2000" dirty="0">
                <a:solidFill>
                  <a:srgbClr val="FF0000"/>
                </a:solidFill>
                <a:latin typeface="+mj-ea"/>
                <a:ea typeface="+mj-ea"/>
              </a:rPr>
              <a:t>1</a:t>
            </a:r>
            <a:r>
              <a:rPr lang="zh-CN" altLang="en-US" sz="2000" dirty="0">
                <a:solidFill>
                  <a:srgbClr val="FF0000"/>
                </a:solidFill>
                <a:latin typeface="+mj-ea"/>
                <a:ea typeface="+mj-ea"/>
              </a:rPr>
              <a:t>条</a:t>
            </a:r>
            <a:r>
              <a:rPr lang="zh-CN" altLang="en-US" sz="2000" dirty="0">
                <a:latin typeface="+mj-ea"/>
                <a:ea typeface="+mj-ea"/>
              </a:rPr>
              <a:t>边</a:t>
            </a:r>
            <a:r>
              <a:rPr lang="en-US" altLang="zh-CN" sz="2000" dirty="0">
                <a:latin typeface="+mj-ea"/>
                <a:ea typeface="+mj-ea"/>
              </a:rPr>
              <a:t>(</a:t>
            </a:r>
            <a:r>
              <a:rPr lang="en-US" altLang="zh-CN" sz="2000" dirty="0" err="1">
                <a:latin typeface="+mj-ea"/>
                <a:ea typeface="+mj-ea"/>
              </a:rPr>
              <a:t>w,v</a:t>
            </a:r>
            <a:r>
              <a:rPr lang="en-US" altLang="zh-CN" sz="2000" dirty="0">
                <a:latin typeface="+mj-ea"/>
                <a:ea typeface="+mj-ea"/>
              </a:rPr>
              <a:t>)</a:t>
            </a:r>
            <a:r>
              <a:rPr lang="zh-CN" altLang="en-US" sz="2000" dirty="0">
                <a:latin typeface="+mj-ea"/>
                <a:ea typeface="+mj-ea"/>
              </a:rPr>
              <a:t>与之对应，且该边的容量为</a:t>
            </a:r>
            <a:r>
              <a:rPr lang="en-US" altLang="zh-CN" sz="2000" dirty="0">
                <a:latin typeface="+mj-ea"/>
                <a:ea typeface="+mj-ea"/>
              </a:rPr>
              <a:t>cap(</a:t>
            </a:r>
            <a:r>
              <a:rPr lang="en-US" altLang="zh-CN" sz="2000" dirty="0" err="1">
                <a:latin typeface="+mj-ea"/>
                <a:ea typeface="+mj-ea"/>
              </a:rPr>
              <a:t>v,w</a:t>
            </a:r>
            <a:r>
              <a:rPr lang="en-US" altLang="zh-CN" sz="2000" dirty="0">
                <a:latin typeface="+mj-ea"/>
                <a:ea typeface="+mj-ea"/>
              </a:rPr>
              <a:t>)</a:t>
            </a:r>
            <a:endParaRPr lang="zh-CN" altLang="en-US" sz="2000" dirty="0">
              <a:latin typeface="+mj-ea"/>
              <a:ea typeface="+mj-ea"/>
            </a:endParaRPr>
          </a:p>
        </p:txBody>
      </p:sp>
      <p:grpSp>
        <p:nvGrpSpPr>
          <p:cNvPr id="13" name="object 91">
            <a:extLst>
              <a:ext uri="{FF2B5EF4-FFF2-40B4-BE49-F238E27FC236}">
                <a16:creationId xmlns:a16="http://schemas.microsoft.com/office/drawing/2014/main" id="{CC1A1E8E-06D3-9800-ADAF-853AACC5BA7A}"/>
              </a:ext>
            </a:extLst>
          </p:cNvPr>
          <p:cNvGrpSpPr>
            <a:grpSpLocks/>
          </p:cNvGrpSpPr>
          <p:nvPr/>
        </p:nvGrpSpPr>
        <p:grpSpPr bwMode="auto">
          <a:xfrm rot="157020">
            <a:off x="3997325" y="3778250"/>
            <a:ext cx="722313" cy="663575"/>
            <a:chOff x="4648240" y="3704706"/>
            <a:chExt cx="383355" cy="1179808"/>
          </a:xfrm>
        </p:grpSpPr>
        <p:sp>
          <p:nvSpPr>
            <p:cNvPr id="93196" name="object 92">
              <a:extLst>
                <a:ext uri="{FF2B5EF4-FFF2-40B4-BE49-F238E27FC236}">
                  <a16:creationId xmlns:a16="http://schemas.microsoft.com/office/drawing/2014/main" id="{8FCB648B-D5A9-2E35-B7F4-91611FA77942}"/>
                </a:ext>
              </a:extLst>
            </p:cNvPr>
            <p:cNvSpPr>
              <a:spLocks/>
            </p:cNvSpPr>
            <p:nvPr/>
          </p:nvSpPr>
          <p:spPr bwMode="auto">
            <a:xfrm>
              <a:off x="4676220" y="3683195"/>
              <a:ext cx="349653" cy="1123358"/>
            </a:xfrm>
            <a:custGeom>
              <a:avLst/>
              <a:gdLst>
                <a:gd name="T0" fmla="*/ 0 w 349250"/>
                <a:gd name="T1" fmla="*/ 1123337 h 1123950"/>
                <a:gd name="T2" fmla="*/ 2827 w 349250"/>
                <a:gd name="T3" fmla="*/ 1114228 h 1123950"/>
                <a:gd name="T4" fmla="*/ 348807 w 349250"/>
                <a:gd name="T5" fmla="*/ 0 h 1123950"/>
                <a:gd name="T6" fmla="*/ 0 60000 65536"/>
                <a:gd name="T7" fmla="*/ 0 60000 65536"/>
                <a:gd name="T8" fmla="*/ 0 60000 65536"/>
              </a:gdLst>
              <a:ahLst/>
              <a:cxnLst>
                <a:cxn ang="T6">
                  <a:pos x="T0" y="T1"/>
                </a:cxn>
                <a:cxn ang="T7">
                  <a:pos x="T2" y="T3"/>
                </a:cxn>
                <a:cxn ang="T8">
                  <a:pos x="T4" y="T5"/>
                </a:cxn>
              </a:cxnLst>
              <a:rect l="0" t="0" r="r" b="b"/>
              <a:pathLst>
                <a:path w="349250" h="1123950">
                  <a:moveTo>
                    <a:pt x="0" y="1123337"/>
                  </a:moveTo>
                  <a:lnTo>
                    <a:pt x="2827" y="1114228"/>
                  </a:lnTo>
                  <a:lnTo>
                    <a:pt x="348807"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pPr>
                <a:defRPr/>
              </a:pPr>
              <a:endParaRPr lang="zh-CN" altLang="en-US" sz="2000">
                <a:latin typeface="+mj-ea"/>
                <a:ea typeface="+mj-ea"/>
              </a:endParaRPr>
            </a:p>
          </p:txBody>
        </p:sp>
        <p:pic>
          <p:nvPicPr>
            <p:cNvPr id="102411" name="object 93">
              <a:extLst>
                <a:ext uri="{FF2B5EF4-FFF2-40B4-BE49-F238E27FC236}">
                  <a16:creationId xmlns:a16="http://schemas.microsoft.com/office/drawing/2014/main" id="{FE0D6AE4-8923-B4B7-F45E-BC7B36B468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40" y="4783499"/>
              <a:ext cx="87440" cy="101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矩形 15">
            <a:extLst>
              <a:ext uri="{FF2B5EF4-FFF2-40B4-BE49-F238E27FC236}">
                <a16:creationId xmlns:a16="http://schemas.microsoft.com/office/drawing/2014/main" id="{172EC10C-A8B8-1199-3AAF-4E48106A26FF}"/>
              </a:ext>
            </a:extLst>
          </p:cNvPr>
          <p:cNvSpPr>
            <a:spLocks noChangeArrowheads="1"/>
          </p:cNvSpPr>
          <p:nvPr/>
        </p:nvSpPr>
        <p:spPr bwMode="auto">
          <a:xfrm>
            <a:off x="2978150" y="2808288"/>
            <a:ext cx="59039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defRPr/>
            </a:pPr>
            <a:r>
              <a:rPr lang="zh-CN" altLang="en-US" sz="2000" b="1" dirty="0">
                <a:solidFill>
                  <a:schemeClr val="hlink"/>
                </a:solidFill>
                <a:latin typeface="+mj-ea"/>
                <a:ea typeface="+mj-ea"/>
              </a:rPr>
              <a:t>弱流边</a:t>
            </a:r>
            <a:endParaRPr lang="en-US" altLang="zh-CN" sz="2000" b="1" dirty="0">
              <a:solidFill>
                <a:schemeClr val="hlink"/>
              </a:solidFill>
              <a:latin typeface="+mj-ea"/>
              <a:ea typeface="+mj-ea"/>
            </a:endParaRPr>
          </a:p>
          <a:p>
            <a:pPr>
              <a:defRPr/>
            </a:pPr>
            <a:r>
              <a:rPr lang="zh-CN" altLang="en-US" sz="2000" dirty="0">
                <a:latin typeface="+mj-ea"/>
                <a:ea typeface="+mj-ea"/>
              </a:rPr>
              <a:t>残流网络</a:t>
            </a:r>
            <a:r>
              <a:rPr lang="en-US" altLang="zh-CN" sz="2000" dirty="0">
                <a:latin typeface="+mj-ea"/>
                <a:ea typeface="+mj-ea"/>
              </a:rPr>
              <a:t>G*</a:t>
            </a:r>
            <a:r>
              <a:rPr lang="zh-CN" altLang="en-US" sz="2000" dirty="0">
                <a:latin typeface="+mj-ea"/>
                <a:ea typeface="+mj-ea"/>
              </a:rPr>
              <a:t>中有</a:t>
            </a:r>
            <a:r>
              <a:rPr lang="en-US" altLang="zh-CN" sz="2000" dirty="0">
                <a:solidFill>
                  <a:srgbClr val="FF0000"/>
                </a:solidFill>
                <a:latin typeface="+mj-ea"/>
                <a:ea typeface="+mj-ea"/>
              </a:rPr>
              <a:t>2</a:t>
            </a:r>
            <a:r>
              <a:rPr lang="zh-CN" altLang="en-US" sz="2000" dirty="0">
                <a:solidFill>
                  <a:srgbClr val="FF0000"/>
                </a:solidFill>
                <a:latin typeface="+mj-ea"/>
                <a:ea typeface="+mj-ea"/>
              </a:rPr>
              <a:t>条</a:t>
            </a:r>
            <a:r>
              <a:rPr lang="zh-CN" altLang="en-US" sz="2000" dirty="0">
                <a:latin typeface="+mj-ea"/>
                <a:ea typeface="+mj-ea"/>
              </a:rPr>
              <a:t>边</a:t>
            </a:r>
            <a:r>
              <a:rPr lang="en-US" altLang="zh-CN" sz="2000" dirty="0">
                <a:latin typeface="+mj-ea"/>
                <a:ea typeface="+mj-ea"/>
              </a:rPr>
              <a:t>(</a:t>
            </a:r>
            <a:r>
              <a:rPr lang="en-US" altLang="zh-CN" sz="2000" dirty="0" err="1">
                <a:latin typeface="+mj-ea"/>
                <a:ea typeface="+mj-ea"/>
              </a:rPr>
              <a:t>v,w</a:t>
            </a:r>
            <a:r>
              <a:rPr lang="en-US" altLang="zh-CN" sz="2000" dirty="0">
                <a:latin typeface="+mj-ea"/>
                <a:ea typeface="+mj-ea"/>
              </a:rPr>
              <a:t>)</a:t>
            </a:r>
            <a:r>
              <a:rPr lang="zh-CN" altLang="en-US" sz="2000" dirty="0">
                <a:latin typeface="+mj-ea"/>
                <a:ea typeface="+mj-ea"/>
              </a:rPr>
              <a:t>和</a:t>
            </a:r>
            <a:r>
              <a:rPr lang="en-US" altLang="zh-CN" sz="2000" dirty="0">
                <a:latin typeface="+mj-ea"/>
                <a:ea typeface="+mj-ea"/>
              </a:rPr>
              <a:t>(</a:t>
            </a:r>
            <a:r>
              <a:rPr lang="en-US" altLang="zh-CN" sz="2000" dirty="0" err="1">
                <a:latin typeface="+mj-ea"/>
                <a:ea typeface="+mj-ea"/>
              </a:rPr>
              <a:t>w,v</a:t>
            </a:r>
            <a:r>
              <a:rPr lang="en-US" altLang="zh-CN" sz="2000" dirty="0">
                <a:latin typeface="+mj-ea"/>
                <a:ea typeface="+mj-ea"/>
              </a:rPr>
              <a:t>)</a:t>
            </a:r>
            <a:r>
              <a:rPr lang="zh-CN" altLang="en-US" sz="2000" dirty="0">
                <a:latin typeface="+mj-ea"/>
                <a:ea typeface="+mj-ea"/>
              </a:rPr>
              <a:t>与之对应，这</a:t>
            </a:r>
            <a:r>
              <a:rPr lang="en-US" altLang="zh-CN" sz="2000" dirty="0">
                <a:latin typeface="+mj-ea"/>
                <a:ea typeface="+mj-ea"/>
              </a:rPr>
              <a:t>2</a:t>
            </a:r>
            <a:r>
              <a:rPr lang="zh-CN" altLang="en-US" sz="2000" dirty="0">
                <a:latin typeface="+mj-ea"/>
                <a:ea typeface="+mj-ea"/>
              </a:rPr>
              <a:t>条边的容量分别为</a:t>
            </a:r>
            <a:r>
              <a:rPr lang="en-US" altLang="zh-CN" sz="2000" dirty="0">
                <a:latin typeface="+mj-ea"/>
                <a:ea typeface="+mj-ea"/>
              </a:rPr>
              <a:t>cap(</a:t>
            </a:r>
            <a:r>
              <a:rPr lang="en-US" altLang="zh-CN" sz="2000" dirty="0" err="1">
                <a:latin typeface="+mj-ea"/>
                <a:ea typeface="+mj-ea"/>
              </a:rPr>
              <a:t>v,w</a:t>
            </a:r>
            <a:r>
              <a:rPr lang="en-US" altLang="zh-CN" sz="2000" dirty="0">
                <a:latin typeface="+mj-ea"/>
                <a:ea typeface="+mj-ea"/>
              </a:rPr>
              <a:t>) -flow(</a:t>
            </a:r>
            <a:r>
              <a:rPr lang="en-US" altLang="zh-CN" sz="2000" dirty="0" err="1">
                <a:latin typeface="+mj-ea"/>
                <a:ea typeface="+mj-ea"/>
              </a:rPr>
              <a:t>v,w</a:t>
            </a:r>
            <a:r>
              <a:rPr lang="en-US" altLang="zh-CN" sz="2000" dirty="0">
                <a:latin typeface="+mj-ea"/>
                <a:ea typeface="+mj-ea"/>
              </a:rPr>
              <a:t>)</a:t>
            </a:r>
            <a:r>
              <a:rPr lang="zh-CN" altLang="en-US" sz="2000" dirty="0">
                <a:latin typeface="+mj-ea"/>
                <a:ea typeface="+mj-ea"/>
              </a:rPr>
              <a:t>和</a:t>
            </a:r>
            <a:r>
              <a:rPr lang="en-US" altLang="zh-CN" sz="2000" dirty="0">
                <a:latin typeface="+mj-ea"/>
                <a:ea typeface="+mj-ea"/>
              </a:rPr>
              <a:t>flow(</a:t>
            </a:r>
            <a:r>
              <a:rPr lang="en-US" altLang="zh-CN" sz="2000" dirty="0" err="1">
                <a:latin typeface="+mj-ea"/>
                <a:ea typeface="+mj-ea"/>
              </a:rPr>
              <a:t>v,w</a:t>
            </a:r>
            <a:r>
              <a:rPr lang="en-US" altLang="zh-CN" sz="2000" dirty="0">
                <a:latin typeface="+mj-ea"/>
                <a:ea typeface="+mj-ea"/>
              </a:rPr>
              <a:t>)</a:t>
            </a:r>
            <a:endParaRPr lang="zh-CN" altLang="en-US" sz="2000" dirty="0">
              <a:latin typeface="+mj-ea"/>
              <a:ea typeface="+mj-ea"/>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a:extLst>
              <a:ext uri="{FF2B5EF4-FFF2-40B4-BE49-F238E27FC236}">
                <a16:creationId xmlns:a16="http://schemas.microsoft.com/office/drawing/2014/main" id="{2DEB4D7E-A2ED-9D35-3B19-4B63CC25CA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62E9634-6C86-4D7A-892D-EE4D178433D6}" type="slidenum">
              <a:rPr lang="zh-CN" altLang="en-US" sz="1200">
                <a:latin typeface="Garamond" panose="02020404030301010803" pitchFamily="18" charset="0"/>
              </a:rPr>
              <a:pPr>
                <a:spcBef>
                  <a:spcPct val="0"/>
                </a:spcBef>
                <a:buClrTx/>
                <a:buSzTx/>
                <a:buFontTx/>
                <a:buNone/>
              </a:pPr>
              <a:t>67</a:t>
            </a:fld>
            <a:endParaRPr lang="en-US" altLang="zh-CN" sz="1200">
              <a:latin typeface="Garamond" panose="02020404030301010803" pitchFamily="18" charset="0"/>
            </a:endParaRPr>
          </a:p>
        </p:txBody>
      </p:sp>
      <p:sp>
        <p:nvSpPr>
          <p:cNvPr id="342019" name="Rectangle 3">
            <a:extLst>
              <a:ext uri="{FF2B5EF4-FFF2-40B4-BE49-F238E27FC236}">
                <a16:creationId xmlns:a16="http://schemas.microsoft.com/office/drawing/2014/main" id="{6C3692AF-D9A5-F8BB-0639-20B81777C155}"/>
              </a:ext>
            </a:extLst>
          </p:cNvPr>
          <p:cNvSpPr>
            <a:spLocks noGrp="1" noChangeArrowheads="1"/>
          </p:cNvSpPr>
          <p:nvPr>
            <p:ph type="body" idx="1"/>
          </p:nvPr>
        </p:nvSpPr>
        <p:spPr>
          <a:xfrm>
            <a:off x="428625" y="571500"/>
            <a:ext cx="8540750" cy="5286375"/>
          </a:xfrm>
        </p:spPr>
        <p:txBody>
          <a:bodyPr/>
          <a:lstStyle/>
          <a:p>
            <a:pPr>
              <a:buFont typeface="Wingdings" panose="05000000000000000000" pitchFamily="2" charset="2"/>
              <a:buNone/>
              <a:defRPr/>
            </a:pPr>
            <a:r>
              <a:rPr lang="zh-CN" altLang="en-US" sz="3600" b="1" dirty="0">
                <a:solidFill>
                  <a:schemeClr val="tx2"/>
                </a:solidFill>
                <a:latin typeface="+mj-lt"/>
                <a:cs typeface="+mj-cs"/>
              </a:rPr>
              <a:t>学习要点</a:t>
            </a:r>
            <a:endParaRPr lang="en-US" altLang="zh-CN" sz="2400" dirty="0">
              <a:latin typeface="楷体_GB2312" pitchFamily="49" charset="-122"/>
              <a:ea typeface="楷体_GB2312" pitchFamily="49" charset="-122"/>
            </a:endParaRPr>
          </a:p>
          <a:p>
            <a:pPr>
              <a:lnSpc>
                <a:spcPct val="150000"/>
              </a:lnSpc>
              <a:buFont typeface="Symbol" pitchFamily="18" charset="2"/>
              <a:buChar char="·"/>
              <a:defRPr/>
            </a:pPr>
            <a:r>
              <a:rPr lang="zh-CN" altLang="en-US" sz="2400" dirty="0">
                <a:latin typeface="楷体_GB2312" pitchFamily="49" charset="-122"/>
                <a:ea typeface="楷体_GB2312" pitchFamily="49" charset="-122"/>
              </a:rPr>
              <a:t>理解线性规划算法模型</a:t>
            </a:r>
          </a:p>
          <a:p>
            <a:pPr>
              <a:lnSpc>
                <a:spcPct val="150000"/>
              </a:lnSpc>
              <a:buFont typeface="Symbol" pitchFamily="18" charset="2"/>
              <a:buChar char="·"/>
              <a:defRPr/>
            </a:pPr>
            <a:r>
              <a:rPr lang="zh-CN" altLang="en-US" sz="2400" dirty="0">
                <a:latin typeface="楷体_GB2312" pitchFamily="49" charset="-122"/>
                <a:ea typeface="楷体_GB2312" pitchFamily="49" charset="-122"/>
              </a:rPr>
              <a:t>掌握解线性规划问题的单纯形算法</a:t>
            </a:r>
            <a:endParaRPr lang="en-US" altLang="zh-CN" sz="2400" dirty="0">
              <a:latin typeface="楷体_GB2312" pitchFamily="49" charset="-122"/>
              <a:ea typeface="楷体_GB2312" pitchFamily="49" charset="-122"/>
            </a:endParaRPr>
          </a:p>
          <a:p>
            <a:pPr>
              <a:lnSpc>
                <a:spcPct val="150000"/>
              </a:lnSpc>
              <a:buFont typeface="Symbol" pitchFamily="18" charset="2"/>
              <a:buChar char="·"/>
              <a:defRPr/>
            </a:pPr>
            <a:r>
              <a:rPr lang="zh-CN" altLang="en-US" sz="2400" dirty="0">
                <a:latin typeface="楷体_GB2312" pitchFamily="49" charset="-122"/>
                <a:ea typeface="楷体_GB2312" pitchFamily="49" charset="-122"/>
              </a:rPr>
              <a:t>最大网络流问题</a:t>
            </a:r>
            <a:endParaRPr lang="en-US" altLang="zh-CN" sz="2400" dirty="0">
              <a:latin typeface="楷体_GB2312" pitchFamily="49" charset="-122"/>
              <a:ea typeface="楷体_GB2312" pitchFamily="49" charset="-122"/>
            </a:endParaRPr>
          </a:p>
          <a:p>
            <a:pPr>
              <a:lnSpc>
                <a:spcPct val="150000"/>
              </a:lnSpc>
              <a:buFont typeface="Symbol" pitchFamily="18" charset="2"/>
              <a:buChar char="·"/>
              <a:defRPr/>
            </a:pPr>
            <a:r>
              <a:rPr lang="zh-CN" altLang="en-US" sz="2400" b="1" dirty="0">
                <a:solidFill>
                  <a:schemeClr val="hlink"/>
                </a:solidFill>
              </a:rPr>
              <a:t>增广路算法</a:t>
            </a:r>
            <a:endParaRPr lang="zh-CN" altLang="en-US" sz="2400" b="1" dirty="0">
              <a:solidFill>
                <a:schemeClr val="hlink"/>
              </a:solidFill>
              <a:sym typeface="Symbol" pitchFamily="18" charset="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a:extLst>
              <a:ext uri="{FF2B5EF4-FFF2-40B4-BE49-F238E27FC236}">
                <a16:creationId xmlns:a16="http://schemas.microsoft.com/office/drawing/2014/main" id="{7DF37434-71D2-CCF9-99C9-5EF7C5712A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58C9C66-A944-4393-AC4F-A25178E74A76}" type="slidenum">
              <a:rPr lang="zh-CN" altLang="en-US" sz="1200">
                <a:solidFill>
                  <a:schemeClr val="tx1"/>
                </a:solidFill>
                <a:latin typeface="Garamond" panose="02020404030301010803" pitchFamily="18" charset="0"/>
                <a:ea typeface="宋体" panose="02010600030101010101" pitchFamily="2" charset="-122"/>
              </a:rPr>
              <a:pPr/>
              <a:t>68</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05475" name="Rectangle 2">
            <a:extLst>
              <a:ext uri="{FF2B5EF4-FFF2-40B4-BE49-F238E27FC236}">
                <a16:creationId xmlns:a16="http://schemas.microsoft.com/office/drawing/2014/main" id="{B6D5591B-787F-EA9B-FA3E-1332553FE35A}"/>
              </a:ext>
            </a:extLst>
          </p:cNvPr>
          <p:cNvSpPr>
            <a:spLocks noGrp="1" noChangeArrowheads="1"/>
          </p:cNvSpPr>
          <p:nvPr>
            <p:ph type="title"/>
          </p:nvPr>
        </p:nvSpPr>
        <p:spPr>
          <a:xfrm>
            <a:off x="457200" y="274638"/>
            <a:ext cx="8229600" cy="536575"/>
          </a:xfrm>
        </p:spPr>
        <p:txBody>
          <a:bodyPr/>
          <a:lstStyle/>
          <a:p>
            <a:r>
              <a:rPr lang="en-US" altLang="zh-CN" sz="2000" b="1">
                <a:solidFill>
                  <a:schemeClr val="hlink"/>
                </a:solidFill>
              </a:rPr>
              <a:t>8.2.2 </a:t>
            </a:r>
            <a:r>
              <a:rPr lang="zh-CN" altLang="en-US" sz="2000" b="1">
                <a:solidFill>
                  <a:schemeClr val="hlink"/>
                </a:solidFill>
              </a:rPr>
              <a:t>增广路算法</a:t>
            </a:r>
            <a:r>
              <a:rPr lang="zh-CN" altLang="en-US" sz="2000"/>
              <a:t> </a:t>
            </a:r>
          </a:p>
        </p:txBody>
      </p:sp>
      <p:sp>
        <p:nvSpPr>
          <p:cNvPr id="583683" name="Rectangle 3">
            <a:extLst>
              <a:ext uri="{FF2B5EF4-FFF2-40B4-BE49-F238E27FC236}">
                <a16:creationId xmlns:a16="http://schemas.microsoft.com/office/drawing/2014/main" id="{9E35708B-3AEC-8184-882A-6A5D9DBF1380}"/>
              </a:ext>
            </a:extLst>
          </p:cNvPr>
          <p:cNvSpPr>
            <a:spLocks noGrp="1" noChangeArrowheads="1"/>
          </p:cNvSpPr>
          <p:nvPr>
            <p:ph type="body" idx="1"/>
          </p:nvPr>
        </p:nvSpPr>
        <p:spPr>
          <a:xfrm>
            <a:off x="315913" y="608013"/>
            <a:ext cx="8959850" cy="5045075"/>
          </a:xfrm>
        </p:spPr>
        <p:txBody>
          <a:bodyPr/>
          <a:lstStyle/>
          <a:p>
            <a:pPr marL="0" indent="0">
              <a:lnSpc>
                <a:spcPct val="150000"/>
              </a:lnSpc>
              <a:buFont typeface="Wingdings" panose="05000000000000000000" pitchFamily="2" charset="2"/>
              <a:buNone/>
              <a:defRPr/>
            </a:pPr>
            <a:r>
              <a:rPr lang="en-US" altLang="zh-CN" sz="2000" b="1" dirty="0">
                <a:solidFill>
                  <a:schemeClr val="hlink"/>
                </a:solidFill>
              </a:rPr>
              <a:t>1. </a:t>
            </a:r>
            <a:r>
              <a:rPr lang="zh-CN" altLang="en-US" sz="2000" b="1" dirty="0">
                <a:solidFill>
                  <a:schemeClr val="hlink"/>
                </a:solidFill>
              </a:rPr>
              <a:t>可增广路</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dirty="0"/>
              <a:t>设</a:t>
            </a:r>
            <a:r>
              <a:rPr lang="en-US" altLang="zh-CN" sz="2000" u="sng" dirty="0"/>
              <a:t>P</a:t>
            </a:r>
            <a:r>
              <a:rPr lang="zh-CN" altLang="en-US" sz="2000" u="sng" dirty="0"/>
              <a:t>是网络</a:t>
            </a:r>
            <a:r>
              <a:rPr lang="en-US" altLang="zh-CN" sz="2000" u="sng" dirty="0"/>
              <a:t>G</a:t>
            </a:r>
            <a:r>
              <a:rPr lang="zh-CN" altLang="en-US" sz="2000" u="sng" dirty="0"/>
              <a:t>中联结源</a:t>
            </a:r>
            <a:r>
              <a:rPr lang="en-US" altLang="zh-CN" sz="2000" u="sng" dirty="0"/>
              <a:t>s</a:t>
            </a:r>
            <a:r>
              <a:rPr lang="zh-CN" altLang="en-US" sz="2000" u="sng" dirty="0"/>
              <a:t>和汇</a:t>
            </a:r>
            <a:r>
              <a:rPr lang="en-US" altLang="zh-CN" sz="2000" u="sng" dirty="0"/>
              <a:t>t</a:t>
            </a:r>
            <a:r>
              <a:rPr lang="zh-CN" altLang="en-US" sz="2000" u="sng" dirty="0"/>
              <a:t>的一条路</a:t>
            </a:r>
            <a:r>
              <a:rPr lang="zh-CN" altLang="en-US" sz="2000" dirty="0"/>
              <a:t>。路的方向从</a:t>
            </a:r>
            <a:r>
              <a:rPr lang="en-US" altLang="zh-CN" sz="2000" dirty="0"/>
              <a:t>s</a:t>
            </a:r>
            <a:r>
              <a:rPr lang="zh-CN" altLang="en-US" sz="2000" dirty="0"/>
              <a:t>到</a:t>
            </a:r>
            <a:r>
              <a:rPr lang="en-US" altLang="zh-CN" sz="2000" dirty="0"/>
              <a:t>t</a:t>
            </a:r>
            <a:r>
              <a:rPr lang="zh-CN" altLang="en-US" sz="2000" dirty="0"/>
              <a:t>。路</a:t>
            </a:r>
            <a:r>
              <a:rPr lang="en-US" altLang="zh-CN" sz="2000" dirty="0"/>
              <a:t>P</a:t>
            </a:r>
            <a:r>
              <a:rPr lang="zh-CN" altLang="en-US" sz="2000" dirty="0"/>
              <a:t>上边分成</a:t>
            </a:r>
            <a:r>
              <a:rPr lang="en-US" altLang="zh-CN" sz="2000" dirty="0"/>
              <a:t>2</a:t>
            </a:r>
            <a:r>
              <a:rPr lang="zh-CN" altLang="en-US" sz="2000" dirty="0"/>
              <a:t>类：</a:t>
            </a:r>
          </a:p>
          <a:p>
            <a:pPr lvl="1">
              <a:lnSpc>
                <a:spcPct val="150000"/>
              </a:lnSpc>
              <a:defRPr/>
            </a:pPr>
            <a:r>
              <a:rPr lang="zh-CN" altLang="en-US" sz="2000" dirty="0"/>
              <a:t>一类边的方向与路的方向一致，称为</a:t>
            </a:r>
            <a:r>
              <a:rPr lang="zh-CN" altLang="en-US" sz="2000" b="1" dirty="0">
                <a:solidFill>
                  <a:schemeClr val="hlink"/>
                </a:solidFill>
              </a:rPr>
              <a:t>向前边</a:t>
            </a:r>
            <a:r>
              <a:rPr lang="zh-CN" altLang="en-US" sz="2000" dirty="0"/>
              <a:t>。向前边的全体记为</a:t>
            </a:r>
            <a:r>
              <a:rPr lang="en-US" altLang="zh-CN" sz="2000" dirty="0"/>
              <a:t>P+</a:t>
            </a:r>
            <a:endParaRPr lang="zh-CN" altLang="en-US" sz="2000" dirty="0"/>
          </a:p>
          <a:p>
            <a:pPr lvl="1">
              <a:lnSpc>
                <a:spcPct val="150000"/>
              </a:lnSpc>
              <a:defRPr/>
            </a:pPr>
            <a:r>
              <a:rPr lang="zh-CN" altLang="en-US" sz="2000" dirty="0"/>
              <a:t>另一类边的方向与路的方向相反，称为</a:t>
            </a:r>
            <a:r>
              <a:rPr lang="zh-CN" altLang="en-US" sz="2000" b="1" dirty="0">
                <a:solidFill>
                  <a:schemeClr val="hlink"/>
                </a:solidFill>
              </a:rPr>
              <a:t>向后边</a:t>
            </a:r>
            <a:r>
              <a:rPr lang="zh-CN" altLang="en-US" sz="2000" dirty="0"/>
              <a:t>。向后边的全体记为</a:t>
            </a:r>
            <a:r>
              <a:rPr lang="en-US" altLang="zh-CN" sz="2000" dirty="0"/>
              <a:t>P-</a:t>
            </a:r>
          </a:p>
          <a:p>
            <a:pPr marL="344487" lvl="1" indent="0">
              <a:lnSpc>
                <a:spcPct val="150000"/>
              </a:lnSpc>
              <a:buFont typeface="Wingdings" panose="05000000000000000000" pitchFamily="2" charset="2"/>
              <a:buNone/>
              <a:defRPr/>
            </a:pPr>
            <a:endParaRPr lang="zh-CN" altLang="en-US" sz="2000" dirty="0"/>
          </a:p>
        </p:txBody>
      </p:sp>
      <p:grpSp>
        <p:nvGrpSpPr>
          <p:cNvPr id="105477" name="object 4">
            <a:extLst>
              <a:ext uri="{FF2B5EF4-FFF2-40B4-BE49-F238E27FC236}">
                <a16:creationId xmlns:a16="http://schemas.microsoft.com/office/drawing/2014/main" id="{EC58D09D-A575-6786-A77C-ECA65456249F}"/>
              </a:ext>
            </a:extLst>
          </p:cNvPr>
          <p:cNvGrpSpPr>
            <a:grpSpLocks/>
          </p:cNvGrpSpPr>
          <p:nvPr/>
        </p:nvGrpSpPr>
        <p:grpSpPr bwMode="auto">
          <a:xfrm>
            <a:off x="1270000" y="3030538"/>
            <a:ext cx="5756275" cy="3224212"/>
            <a:chOff x="1368055" y="3293069"/>
            <a:chExt cx="6523990" cy="3655060"/>
          </a:xfrm>
        </p:grpSpPr>
        <p:sp>
          <p:nvSpPr>
            <p:cNvPr id="113" name="object 5">
              <a:extLst>
                <a:ext uri="{FF2B5EF4-FFF2-40B4-BE49-F238E27FC236}">
                  <a16:creationId xmlns:a16="http://schemas.microsoft.com/office/drawing/2014/main" id="{A40F1B4B-1C77-55C1-779A-E937A0FFDD38}"/>
                </a:ext>
              </a:extLst>
            </p:cNvPr>
            <p:cNvSpPr/>
            <p:nvPr/>
          </p:nvSpPr>
          <p:spPr>
            <a:xfrm>
              <a:off x="3591897" y="5279867"/>
              <a:ext cx="2401966" cy="1554885"/>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114" name="object 6">
              <a:extLst>
                <a:ext uri="{FF2B5EF4-FFF2-40B4-BE49-F238E27FC236}">
                  <a16:creationId xmlns:a16="http://schemas.microsoft.com/office/drawing/2014/main" id="{A27F8F98-1801-5807-4E2E-02B3FB6D9958}"/>
                </a:ext>
              </a:extLst>
            </p:cNvPr>
            <p:cNvSpPr/>
            <p:nvPr/>
          </p:nvSpPr>
          <p:spPr>
            <a:xfrm>
              <a:off x="3543319" y="5247474"/>
              <a:ext cx="102555" cy="88182"/>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115" name="object 7">
              <a:extLst>
                <a:ext uri="{FF2B5EF4-FFF2-40B4-BE49-F238E27FC236}">
                  <a16:creationId xmlns:a16="http://schemas.microsoft.com/office/drawing/2014/main" id="{6ABF5733-5618-5884-3582-2DEAEA8CB166}"/>
                </a:ext>
              </a:extLst>
            </p:cNvPr>
            <p:cNvSpPr/>
            <p:nvPr/>
          </p:nvSpPr>
          <p:spPr>
            <a:xfrm>
              <a:off x="5079857" y="6901338"/>
              <a:ext cx="703496" cy="0"/>
            </a:xfrm>
            <a:custGeom>
              <a:avLst/>
              <a:gdLst/>
              <a:ahLst/>
              <a:cxnLst/>
              <a:rect l="l" t="t" r="r" b="b"/>
              <a:pathLst>
                <a:path w="704214">
                  <a:moveTo>
                    <a:pt x="0" y="0"/>
                  </a:moveTo>
                  <a:lnTo>
                    <a:pt x="703918" y="0"/>
                  </a:lnTo>
                </a:path>
              </a:pathLst>
            </a:custGeom>
            <a:ln w="19074">
              <a:solidFill>
                <a:srgbClr val="BABABA"/>
              </a:solidFill>
            </a:ln>
          </p:spPr>
          <p:txBody>
            <a:bodyPr lIns="0" tIns="0" rIns="0" bIns="0"/>
            <a:lstStyle/>
            <a:p>
              <a:pPr>
                <a:defRPr/>
              </a:pPr>
              <a:endParaRPr sz="2647"/>
            </a:p>
          </p:txBody>
        </p:sp>
        <p:sp>
          <p:nvSpPr>
            <p:cNvPr id="116" name="object 8">
              <a:extLst>
                <a:ext uri="{FF2B5EF4-FFF2-40B4-BE49-F238E27FC236}">
                  <a16:creationId xmlns:a16="http://schemas.microsoft.com/office/drawing/2014/main" id="{171A4AF0-A93A-FDC6-8C42-CDB08390FF7F}"/>
                </a:ext>
              </a:extLst>
            </p:cNvPr>
            <p:cNvSpPr/>
            <p:nvPr/>
          </p:nvSpPr>
          <p:spPr>
            <a:xfrm>
              <a:off x="5750967" y="6856348"/>
              <a:ext cx="91761" cy="91781"/>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117" name="object 9">
              <a:extLst>
                <a:ext uri="{FF2B5EF4-FFF2-40B4-BE49-F238E27FC236}">
                  <a16:creationId xmlns:a16="http://schemas.microsoft.com/office/drawing/2014/main" id="{646ABFD2-4B6B-F8BF-400D-70174565A770}"/>
                </a:ext>
              </a:extLst>
            </p:cNvPr>
            <p:cNvSpPr/>
            <p:nvPr/>
          </p:nvSpPr>
          <p:spPr>
            <a:xfrm>
              <a:off x="6094620" y="5267269"/>
              <a:ext cx="1752445" cy="1529691"/>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118" name="object 10">
              <a:extLst>
                <a:ext uri="{FF2B5EF4-FFF2-40B4-BE49-F238E27FC236}">
                  <a16:creationId xmlns:a16="http://schemas.microsoft.com/office/drawing/2014/main" id="{F9B610FF-6F82-CB00-C040-312E3DB48ACB}"/>
                </a:ext>
              </a:extLst>
            </p:cNvPr>
            <p:cNvSpPr/>
            <p:nvPr/>
          </p:nvSpPr>
          <p:spPr>
            <a:xfrm>
              <a:off x="7793088" y="5227677"/>
              <a:ext cx="98957" cy="95381"/>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19" name="object 11">
              <a:extLst>
                <a:ext uri="{FF2B5EF4-FFF2-40B4-BE49-F238E27FC236}">
                  <a16:creationId xmlns:a16="http://schemas.microsoft.com/office/drawing/2014/main" id="{063741AD-6F94-1F8B-3D53-78D660ED2310}"/>
                </a:ext>
              </a:extLst>
            </p:cNvPr>
            <p:cNvSpPr/>
            <p:nvPr/>
          </p:nvSpPr>
          <p:spPr>
            <a:xfrm>
              <a:off x="6044241" y="5177287"/>
              <a:ext cx="0" cy="1459505"/>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05549" name="object 12">
              <a:extLst>
                <a:ext uri="{FF2B5EF4-FFF2-40B4-BE49-F238E27FC236}">
                  <a16:creationId xmlns:a16="http://schemas.microsoft.com/office/drawing/2014/main" id="{9028A555-D015-F3B5-20B0-1A1B307F0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 name="object 13">
              <a:extLst>
                <a:ext uri="{FF2B5EF4-FFF2-40B4-BE49-F238E27FC236}">
                  <a16:creationId xmlns:a16="http://schemas.microsoft.com/office/drawing/2014/main" id="{F58DF16F-94CD-27CD-6670-495F19C4C16A}"/>
                </a:ext>
              </a:extLst>
            </p:cNvPr>
            <p:cNvSpPr/>
            <p:nvPr/>
          </p:nvSpPr>
          <p:spPr>
            <a:xfrm>
              <a:off x="3431767" y="3383051"/>
              <a:ext cx="2407363" cy="1536889"/>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22" name="object 14">
              <a:extLst>
                <a:ext uri="{FF2B5EF4-FFF2-40B4-BE49-F238E27FC236}">
                  <a16:creationId xmlns:a16="http://schemas.microsoft.com/office/drawing/2014/main" id="{69B89D1A-B412-9D19-14D5-936C1389A524}"/>
                </a:ext>
              </a:extLst>
            </p:cNvPr>
            <p:cNvSpPr/>
            <p:nvPr/>
          </p:nvSpPr>
          <p:spPr>
            <a:xfrm>
              <a:off x="5786952" y="4864151"/>
              <a:ext cx="102556" cy="88183"/>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23" name="object 15">
              <a:extLst>
                <a:ext uri="{FF2B5EF4-FFF2-40B4-BE49-F238E27FC236}">
                  <a16:creationId xmlns:a16="http://schemas.microsoft.com/office/drawing/2014/main" id="{100A8F73-4548-E8AD-3962-ECA50B6F9481}"/>
                </a:ext>
              </a:extLst>
            </p:cNvPr>
            <p:cNvSpPr/>
            <p:nvPr/>
          </p:nvSpPr>
          <p:spPr>
            <a:xfrm>
              <a:off x="3458754" y="3368654"/>
              <a:ext cx="2324599" cy="19795"/>
            </a:xfrm>
            <a:custGeom>
              <a:avLst/>
              <a:gdLst/>
              <a:ahLst/>
              <a:cxnLst/>
              <a:rect l="l" t="t" r="r" b="b"/>
              <a:pathLst>
                <a:path w="2324100" h="19685">
                  <a:moveTo>
                    <a:pt x="0" y="0"/>
                  </a:moveTo>
                  <a:lnTo>
                    <a:pt x="0" y="19074"/>
                  </a:lnTo>
                </a:path>
                <a:path w="2324100" h="19685">
                  <a:moveTo>
                    <a:pt x="2255314" y="9537"/>
                  </a:moveTo>
                  <a:lnTo>
                    <a:pt x="2323535" y="9537"/>
                  </a:lnTo>
                </a:path>
              </a:pathLst>
            </a:custGeom>
            <a:ln w="15708">
              <a:solidFill>
                <a:srgbClr val="BABABA"/>
              </a:solidFill>
            </a:ln>
          </p:spPr>
          <p:txBody>
            <a:bodyPr lIns="0" tIns="0" rIns="0" bIns="0"/>
            <a:lstStyle/>
            <a:p>
              <a:pPr>
                <a:defRPr/>
              </a:pPr>
              <a:endParaRPr sz="2647"/>
            </a:p>
          </p:txBody>
        </p:sp>
        <p:sp>
          <p:nvSpPr>
            <p:cNvPr id="124" name="object 16">
              <a:extLst>
                <a:ext uri="{FF2B5EF4-FFF2-40B4-BE49-F238E27FC236}">
                  <a16:creationId xmlns:a16="http://schemas.microsoft.com/office/drawing/2014/main" id="{27D368E1-C4A8-2BBC-45BF-D6DEC59FCBB9}"/>
                </a:ext>
              </a:extLst>
            </p:cNvPr>
            <p:cNvSpPr/>
            <p:nvPr/>
          </p:nvSpPr>
          <p:spPr>
            <a:xfrm>
              <a:off x="5749169" y="3332661"/>
              <a:ext cx="93560" cy="91781"/>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25" name="object 17">
              <a:extLst>
                <a:ext uri="{FF2B5EF4-FFF2-40B4-BE49-F238E27FC236}">
                  <a16:creationId xmlns:a16="http://schemas.microsoft.com/office/drawing/2014/main" id="{28BD187B-F2B2-4143-6209-C2AA6AB13F49}"/>
                </a:ext>
              </a:extLst>
            </p:cNvPr>
            <p:cNvSpPr/>
            <p:nvPr/>
          </p:nvSpPr>
          <p:spPr>
            <a:xfrm>
              <a:off x="3420971" y="3357856"/>
              <a:ext cx="0" cy="1454106"/>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05555" name="object 18">
              <a:extLst>
                <a:ext uri="{FF2B5EF4-FFF2-40B4-BE49-F238E27FC236}">
                  <a16:creationId xmlns:a16="http://schemas.microsoft.com/office/drawing/2014/main" id="{95023F1D-D00F-BCAB-128E-1B9944139E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 name="object 19">
              <a:extLst>
                <a:ext uri="{FF2B5EF4-FFF2-40B4-BE49-F238E27FC236}">
                  <a16:creationId xmlns:a16="http://schemas.microsoft.com/office/drawing/2014/main" id="{490E2927-B570-5D8C-391D-BE60630D4EE5}"/>
                </a:ext>
              </a:extLst>
            </p:cNvPr>
            <p:cNvSpPr/>
            <p:nvPr/>
          </p:nvSpPr>
          <p:spPr>
            <a:xfrm>
              <a:off x="1411236" y="3539619"/>
              <a:ext cx="1781233" cy="1540488"/>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128" name="object 20">
              <a:extLst>
                <a:ext uri="{FF2B5EF4-FFF2-40B4-BE49-F238E27FC236}">
                  <a16:creationId xmlns:a16="http://schemas.microsoft.com/office/drawing/2014/main" id="{6DD32153-0EEA-1078-DFEA-78E225608CA7}"/>
                </a:ext>
              </a:extLst>
            </p:cNvPr>
            <p:cNvSpPr/>
            <p:nvPr/>
          </p:nvSpPr>
          <p:spPr>
            <a:xfrm>
              <a:off x="3138492" y="3501827"/>
              <a:ext cx="98958" cy="93581"/>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9" name="object 21">
              <a:extLst>
                <a:ext uri="{FF2B5EF4-FFF2-40B4-BE49-F238E27FC236}">
                  <a16:creationId xmlns:a16="http://schemas.microsoft.com/office/drawing/2014/main" id="{5FF1995D-C1ED-B881-8A17-79D16CC1B0A7}"/>
                </a:ext>
              </a:extLst>
            </p:cNvPr>
            <p:cNvSpPr/>
            <p:nvPr/>
          </p:nvSpPr>
          <p:spPr>
            <a:xfrm>
              <a:off x="1377052" y="5116100"/>
              <a:ext cx="19791" cy="0"/>
            </a:xfrm>
            <a:custGeom>
              <a:avLst/>
              <a:gdLst/>
              <a:ahLst/>
              <a:cxnLst/>
              <a:rect l="l" t="t" r="r" b="b"/>
              <a:pathLst>
                <a:path w="19684">
                  <a:moveTo>
                    <a:pt x="0" y="0"/>
                  </a:moveTo>
                  <a:lnTo>
                    <a:pt x="19075" y="0"/>
                  </a:lnTo>
                </a:path>
              </a:pathLst>
            </a:custGeom>
            <a:ln w="19074">
              <a:solidFill>
                <a:srgbClr val="BABABA"/>
              </a:solidFill>
            </a:ln>
          </p:spPr>
          <p:txBody>
            <a:bodyPr lIns="0" tIns="0" rIns="0" bIns="0"/>
            <a:lstStyle/>
            <a:p>
              <a:pPr>
                <a:defRPr/>
              </a:pPr>
              <a:endParaRPr sz="2647"/>
            </a:p>
          </p:txBody>
        </p:sp>
        <p:sp>
          <p:nvSpPr>
            <p:cNvPr id="130" name="object 22">
              <a:extLst>
                <a:ext uri="{FF2B5EF4-FFF2-40B4-BE49-F238E27FC236}">
                  <a16:creationId xmlns:a16="http://schemas.microsoft.com/office/drawing/2014/main" id="{43CDA645-7CB6-1686-7B69-7EB89797D375}"/>
                </a:ext>
              </a:extLst>
            </p:cNvPr>
            <p:cNvSpPr/>
            <p:nvPr/>
          </p:nvSpPr>
          <p:spPr>
            <a:xfrm>
              <a:off x="1458016" y="5177287"/>
              <a:ext cx="1754245" cy="1562084"/>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131" name="object 23">
              <a:extLst>
                <a:ext uri="{FF2B5EF4-FFF2-40B4-BE49-F238E27FC236}">
                  <a16:creationId xmlns:a16="http://schemas.microsoft.com/office/drawing/2014/main" id="{6C322693-8FC6-9BAF-A29B-6EA4FE60E0F0}"/>
                </a:ext>
              </a:extLst>
            </p:cNvPr>
            <p:cNvSpPr/>
            <p:nvPr/>
          </p:nvSpPr>
          <p:spPr>
            <a:xfrm>
              <a:off x="3158284" y="6681783"/>
              <a:ext cx="98957" cy="95381"/>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132" name="object 24">
              <a:extLst>
                <a:ext uri="{FF2B5EF4-FFF2-40B4-BE49-F238E27FC236}">
                  <a16:creationId xmlns:a16="http://schemas.microsoft.com/office/drawing/2014/main" id="{72B6AAF9-ADD6-F79A-6EAB-B9A11D1DB8C7}"/>
                </a:ext>
              </a:extLst>
            </p:cNvPr>
            <p:cNvSpPr/>
            <p:nvPr/>
          </p:nvSpPr>
          <p:spPr>
            <a:xfrm>
              <a:off x="3095311" y="5116100"/>
              <a:ext cx="64772" cy="0"/>
            </a:xfrm>
            <a:custGeom>
              <a:avLst/>
              <a:gdLst/>
              <a:ahLst/>
              <a:cxnLst/>
              <a:rect l="l" t="t" r="r" b="b"/>
              <a:pathLst>
                <a:path w="65405">
                  <a:moveTo>
                    <a:pt x="0" y="0"/>
                  </a:moveTo>
                  <a:lnTo>
                    <a:pt x="64853" y="0"/>
                  </a:lnTo>
                </a:path>
              </a:pathLst>
            </a:custGeom>
            <a:ln w="19074">
              <a:solidFill>
                <a:srgbClr val="BABABA"/>
              </a:solidFill>
            </a:ln>
          </p:spPr>
          <p:txBody>
            <a:bodyPr lIns="0" tIns="0" rIns="0" bIns="0"/>
            <a:lstStyle/>
            <a:p>
              <a:pPr>
                <a:defRPr/>
              </a:pPr>
              <a:endParaRPr sz="2647"/>
            </a:p>
          </p:txBody>
        </p:sp>
        <p:sp>
          <p:nvSpPr>
            <p:cNvPr id="133" name="object 25">
              <a:extLst>
                <a:ext uri="{FF2B5EF4-FFF2-40B4-BE49-F238E27FC236}">
                  <a16:creationId xmlns:a16="http://schemas.microsoft.com/office/drawing/2014/main" id="{996D6851-C3C0-2A92-FBDC-18F0C25615E0}"/>
                </a:ext>
              </a:extLst>
            </p:cNvPr>
            <p:cNvSpPr/>
            <p:nvPr/>
          </p:nvSpPr>
          <p:spPr>
            <a:xfrm>
              <a:off x="3127697" y="5071109"/>
              <a:ext cx="91761" cy="91781"/>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34" name="object 26">
              <a:extLst>
                <a:ext uri="{FF2B5EF4-FFF2-40B4-BE49-F238E27FC236}">
                  <a16:creationId xmlns:a16="http://schemas.microsoft.com/office/drawing/2014/main" id="{7D273F6F-FEB9-F958-1775-CABC7840C899}"/>
                </a:ext>
              </a:extLst>
            </p:cNvPr>
            <p:cNvSpPr/>
            <p:nvPr/>
          </p:nvSpPr>
          <p:spPr>
            <a:xfrm>
              <a:off x="3161883" y="4054314"/>
              <a:ext cx="514578" cy="239352"/>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135" name="object 27">
              <a:extLst>
                <a:ext uri="{FF2B5EF4-FFF2-40B4-BE49-F238E27FC236}">
                  <a16:creationId xmlns:a16="http://schemas.microsoft.com/office/drawing/2014/main" id="{A7AB3E19-22F4-A075-5675-A44F0698775A}"/>
                </a:ext>
              </a:extLst>
            </p:cNvPr>
            <p:cNvSpPr/>
            <p:nvPr/>
          </p:nvSpPr>
          <p:spPr>
            <a:xfrm>
              <a:off x="3420971" y="6086104"/>
              <a:ext cx="0" cy="541690"/>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05565" name="object 28">
              <a:extLst>
                <a:ext uri="{FF2B5EF4-FFF2-40B4-BE49-F238E27FC236}">
                  <a16:creationId xmlns:a16="http://schemas.microsoft.com/office/drawing/2014/main" id="{B3B71C98-BAAC-5383-0563-AE79030A4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 name="object 29">
              <a:extLst>
                <a:ext uri="{FF2B5EF4-FFF2-40B4-BE49-F238E27FC236}">
                  <a16:creationId xmlns:a16="http://schemas.microsoft.com/office/drawing/2014/main" id="{3DC1E08A-43E9-F6EC-F6AE-8A6386F560D2}"/>
                </a:ext>
              </a:extLst>
            </p:cNvPr>
            <p:cNvSpPr/>
            <p:nvPr/>
          </p:nvSpPr>
          <p:spPr>
            <a:xfrm>
              <a:off x="3420971" y="5195284"/>
              <a:ext cx="0" cy="653268"/>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138" name="object 30">
              <a:extLst>
                <a:ext uri="{FF2B5EF4-FFF2-40B4-BE49-F238E27FC236}">
                  <a16:creationId xmlns:a16="http://schemas.microsoft.com/office/drawing/2014/main" id="{BD654745-F1E0-E9BC-EA89-089188C89D75}"/>
                </a:ext>
              </a:extLst>
            </p:cNvPr>
            <p:cNvSpPr/>
            <p:nvPr/>
          </p:nvSpPr>
          <p:spPr>
            <a:xfrm>
              <a:off x="3451558" y="6901338"/>
              <a:ext cx="921203" cy="0"/>
            </a:xfrm>
            <a:custGeom>
              <a:avLst/>
              <a:gdLst/>
              <a:ahLst/>
              <a:cxnLst/>
              <a:rect l="l" t="t" r="r" b="b"/>
              <a:pathLst>
                <a:path w="922020">
                  <a:moveTo>
                    <a:pt x="0" y="0"/>
                  </a:moveTo>
                  <a:lnTo>
                    <a:pt x="921760" y="0"/>
                  </a:lnTo>
                </a:path>
              </a:pathLst>
            </a:custGeom>
            <a:ln w="19074">
              <a:solidFill>
                <a:srgbClr val="BABABA"/>
              </a:solidFill>
            </a:ln>
          </p:spPr>
          <p:txBody>
            <a:bodyPr lIns="0" tIns="0" rIns="0" bIns="0"/>
            <a:lstStyle/>
            <a:p>
              <a:pPr>
                <a:defRPr/>
              </a:pPr>
              <a:endParaRPr sz="2647"/>
            </a:p>
          </p:txBody>
        </p:sp>
        <p:sp>
          <p:nvSpPr>
            <p:cNvPr id="139" name="object 31">
              <a:extLst>
                <a:ext uri="{FF2B5EF4-FFF2-40B4-BE49-F238E27FC236}">
                  <a16:creationId xmlns:a16="http://schemas.microsoft.com/office/drawing/2014/main" id="{5EF72204-AFE6-419D-723C-7A5394F4ECD9}"/>
                </a:ext>
              </a:extLst>
            </p:cNvPr>
            <p:cNvSpPr/>
            <p:nvPr/>
          </p:nvSpPr>
          <p:spPr>
            <a:xfrm>
              <a:off x="5986666" y="3302067"/>
              <a:ext cx="1851402" cy="1592678"/>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140" name="object 32">
              <a:extLst>
                <a:ext uri="{FF2B5EF4-FFF2-40B4-BE49-F238E27FC236}">
                  <a16:creationId xmlns:a16="http://schemas.microsoft.com/office/drawing/2014/main" id="{8A69867D-F643-2A53-F08D-CA3059D00A43}"/>
                </a:ext>
              </a:extLst>
            </p:cNvPr>
            <p:cNvSpPr/>
            <p:nvPr/>
          </p:nvSpPr>
          <p:spPr>
            <a:xfrm>
              <a:off x="7782293" y="4837157"/>
              <a:ext cx="100757" cy="95380"/>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141" name="object 33">
              <a:extLst>
                <a:ext uri="{FF2B5EF4-FFF2-40B4-BE49-F238E27FC236}">
                  <a16:creationId xmlns:a16="http://schemas.microsoft.com/office/drawing/2014/main" id="{965E0D8C-9027-8E3C-B4FB-B7F68743A0F3}"/>
                </a:ext>
              </a:extLst>
            </p:cNvPr>
            <p:cNvSpPr/>
            <p:nvPr/>
          </p:nvSpPr>
          <p:spPr>
            <a:xfrm>
              <a:off x="6044241" y="3548617"/>
              <a:ext cx="0" cy="1272342"/>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05571" name="object 34">
              <a:extLst>
                <a:ext uri="{FF2B5EF4-FFF2-40B4-BE49-F238E27FC236}">
                  <a16:creationId xmlns:a16="http://schemas.microsoft.com/office/drawing/2014/main" id="{4A611C43-021C-1E25-E916-E2EB7ECE3A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 name="object 35">
              <a:extLst>
                <a:ext uri="{FF2B5EF4-FFF2-40B4-BE49-F238E27FC236}">
                  <a16:creationId xmlns:a16="http://schemas.microsoft.com/office/drawing/2014/main" id="{0CE2681F-1A80-0FA6-F38E-EE0E4406B9E6}"/>
                </a:ext>
              </a:extLst>
            </p:cNvPr>
            <p:cNvSpPr/>
            <p:nvPr/>
          </p:nvSpPr>
          <p:spPr>
            <a:xfrm>
              <a:off x="3357998" y="5116100"/>
              <a:ext cx="2425355" cy="0"/>
            </a:xfrm>
            <a:custGeom>
              <a:avLst/>
              <a:gdLst/>
              <a:ahLst/>
              <a:cxnLst/>
              <a:rect l="l" t="t" r="r" b="b"/>
              <a:pathLst>
                <a:path w="2424429">
                  <a:moveTo>
                    <a:pt x="0" y="0"/>
                  </a:moveTo>
                  <a:lnTo>
                    <a:pt x="22401" y="0"/>
                  </a:lnTo>
                </a:path>
                <a:path w="2424429">
                  <a:moveTo>
                    <a:pt x="2362391" y="0"/>
                  </a:moveTo>
                  <a:lnTo>
                    <a:pt x="2423919" y="0"/>
                  </a:lnTo>
                </a:path>
              </a:pathLst>
            </a:custGeom>
            <a:ln w="19076">
              <a:solidFill>
                <a:srgbClr val="BABABA"/>
              </a:solidFill>
            </a:ln>
          </p:spPr>
          <p:txBody>
            <a:bodyPr lIns="0" tIns="0" rIns="0" bIns="0"/>
            <a:lstStyle/>
            <a:p>
              <a:pPr>
                <a:defRPr/>
              </a:pPr>
              <a:endParaRPr sz="2647"/>
            </a:p>
          </p:txBody>
        </p:sp>
        <p:sp>
          <p:nvSpPr>
            <p:cNvPr id="144" name="object 36">
              <a:extLst>
                <a:ext uri="{FF2B5EF4-FFF2-40B4-BE49-F238E27FC236}">
                  <a16:creationId xmlns:a16="http://schemas.microsoft.com/office/drawing/2014/main" id="{0A87C08F-1003-A1C7-04F2-A03753BFD5B5}"/>
                </a:ext>
              </a:extLst>
            </p:cNvPr>
            <p:cNvSpPr/>
            <p:nvPr/>
          </p:nvSpPr>
          <p:spPr>
            <a:xfrm>
              <a:off x="5749169" y="5071109"/>
              <a:ext cx="93560" cy="91781"/>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45" name="object 37">
              <a:extLst>
                <a:ext uri="{FF2B5EF4-FFF2-40B4-BE49-F238E27FC236}">
                  <a16:creationId xmlns:a16="http://schemas.microsoft.com/office/drawing/2014/main" id="{D96D3E67-DCA3-4B35-F4AD-E1D5A833769E}"/>
                </a:ext>
              </a:extLst>
            </p:cNvPr>
            <p:cNvSpPr/>
            <p:nvPr/>
          </p:nvSpPr>
          <p:spPr>
            <a:xfrm>
              <a:off x="6002859" y="5116100"/>
              <a:ext cx="1783033"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146" name="object 38">
              <a:extLst>
                <a:ext uri="{FF2B5EF4-FFF2-40B4-BE49-F238E27FC236}">
                  <a16:creationId xmlns:a16="http://schemas.microsoft.com/office/drawing/2014/main" id="{92967902-1F06-1B78-FCB0-5D62D21B08E1}"/>
                </a:ext>
              </a:extLst>
            </p:cNvPr>
            <p:cNvSpPr/>
            <p:nvPr/>
          </p:nvSpPr>
          <p:spPr>
            <a:xfrm>
              <a:off x="7753505" y="5071109"/>
              <a:ext cx="91760" cy="91781"/>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147" name="object 39">
            <a:extLst>
              <a:ext uri="{FF2B5EF4-FFF2-40B4-BE49-F238E27FC236}">
                <a16:creationId xmlns:a16="http://schemas.microsoft.com/office/drawing/2014/main" id="{D124208E-5E5A-604C-8922-E2D291070707}"/>
              </a:ext>
            </a:extLst>
          </p:cNvPr>
          <p:cNvSpPr txBox="1"/>
          <p:nvPr/>
        </p:nvSpPr>
        <p:spPr>
          <a:xfrm>
            <a:off x="2922588" y="3698875"/>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148" name="object 40">
            <a:extLst>
              <a:ext uri="{FF2B5EF4-FFF2-40B4-BE49-F238E27FC236}">
                <a16:creationId xmlns:a16="http://schemas.microsoft.com/office/drawing/2014/main" id="{8F816F3D-74FA-AA73-5455-77B67881E524}"/>
              </a:ext>
            </a:extLst>
          </p:cNvPr>
          <p:cNvSpPr/>
          <p:nvPr/>
        </p:nvSpPr>
        <p:spPr>
          <a:xfrm>
            <a:off x="2844800" y="5284788"/>
            <a:ext cx="452438"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149" name="object 41">
            <a:extLst>
              <a:ext uri="{FF2B5EF4-FFF2-40B4-BE49-F238E27FC236}">
                <a16:creationId xmlns:a16="http://schemas.microsoft.com/office/drawing/2014/main" id="{3C715E9F-64DA-FE35-A389-DFF041810BDE}"/>
              </a:ext>
            </a:extLst>
          </p:cNvPr>
          <p:cNvSpPr txBox="1"/>
          <p:nvPr/>
        </p:nvSpPr>
        <p:spPr>
          <a:xfrm>
            <a:off x="2913063" y="5281613"/>
            <a:ext cx="346075"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150" name="object 42">
            <a:extLst>
              <a:ext uri="{FF2B5EF4-FFF2-40B4-BE49-F238E27FC236}">
                <a16:creationId xmlns:a16="http://schemas.microsoft.com/office/drawing/2014/main" id="{9E90AAA1-C4F3-BF44-3C86-CBC3FDB0C5AD}"/>
              </a:ext>
            </a:extLst>
          </p:cNvPr>
          <p:cNvSpPr/>
          <p:nvPr/>
        </p:nvSpPr>
        <p:spPr>
          <a:xfrm>
            <a:off x="5149850" y="5284788"/>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151" name="object 43">
            <a:extLst>
              <a:ext uri="{FF2B5EF4-FFF2-40B4-BE49-F238E27FC236}">
                <a16:creationId xmlns:a16="http://schemas.microsoft.com/office/drawing/2014/main" id="{7DC0EA1E-6049-2C28-2606-20A0A1B6622A}"/>
              </a:ext>
            </a:extLst>
          </p:cNvPr>
          <p:cNvSpPr txBox="1"/>
          <p:nvPr/>
        </p:nvSpPr>
        <p:spPr>
          <a:xfrm>
            <a:off x="5219700" y="5281613"/>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152" name="object 44">
            <a:extLst>
              <a:ext uri="{FF2B5EF4-FFF2-40B4-BE49-F238E27FC236}">
                <a16:creationId xmlns:a16="http://schemas.microsoft.com/office/drawing/2014/main" id="{CFAA8D91-24DA-7D36-E89A-CC675CC38907}"/>
              </a:ext>
            </a:extLst>
          </p:cNvPr>
          <p:cNvSpPr/>
          <p:nvPr/>
        </p:nvSpPr>
        <p:spPr>
          <a:xfrm>
            <a:off x="4049713" y="5230813"/>
            <a:ext cx="495300" cy="422275"/>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sp>
        <p:nvSpPr>
          <p:cNvPr id="153" name="object 45">
            <a:extLst>
              <a:ext uri="{FF2B5EF4-FFF2-40B4-BE49-F238E27FC236}">
                <a16:creationId xmlns:a16="http://schemas.microsoft.com/office/drawing/2014/main" id="{D7915E22-1EFD-A040-C1FB-B5C957F6C8BE}"/>
              </a:ext>
            </a:extLst>
          </p:cNvPr>
          <p:cNvSpPr txBox="1"/>
          <p:nvPr/>
        </p:nvSpPr>
        <p:spPr>
          <a:xfrm rot="1920000">
            <a:off x="4135438" y="5380038"/>
            <a:ext cx="352425" cy="139700"/>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sp>
        <p:nvSpPr>
          <p:cNvPr id="154" name="object 46">
            <a:extLst>
              <a:ext uri="{FF2B5EF4-FFF2-40B4-BE49-F238E27FC236}">
                <a16:creationId xmlns:a16="http://schemas.microsoft.com/office/drawing/2014/main" id="{B16CCA12-23A7-06AB-5AC7-99B5505D0810}"/>
              </a:ext>
            </a:extLst>
          </p:cNvPr>
          <p:cNvSpPr/>
          <p:nvPr/>
        </p:nvSpPr>
        <p:spPr>
          <a:xfrm>
            <a:off x="1833563" y="3614738"/>
            <a:ext cx="609600" cy="566737"/>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155" name="object 47">
            <a:extLst>
              <a:ext uri="{FF2B5EF4-FFF2-40B4-BE49-F238E27FC236}">
                <a16:creationId xmlns:a16="http://schemas.microsoft.com/office/drawing/2014/main" id="{3F503164-4501-CE66-84F9-242A42E4AEFB}"/>
              </a:ext>
            </a:extLst>
          </p:cNvPr>
          <p:cNvSpPr txBox="1"/>
          <p:nvPr/>
        </p:nvSpPr>
        <p:spPr>
          <a:xfrm rot="19200000">
            <a:off x="1892300" y="3817938"/>
            <a:ext cx="512763" cy="141287"/>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a:latin typeface="Lucida Sans"/>
              <a:cs typeface="Lucida Sans"/>
            </a:endParaRPr>
          </a:p>
        </p:txBody>
      </p:sp>
      <p:sp>
        <p:nvSpPr>
          <p:cNvPr id="156" name="object 48">
            <a:extLst>
              <a:ext uri="{FF2B5EF4-FFF2-40B4-BE49-F238E27FC236}">
                <a16:creationId xmlns:a16="http://schemas.microsoft.com/office/drawing/2014/main" id="{352480BC-1FE5-BEE7-2749-B609E5D3E0A0}"/>
              </a:ext>
            </a:extLst>
          </p:cNvPr>
          <p:cNvSpPr txBox="1"/>
          <p:nvPr/>
        </p:nvSpPr>
        <p:spPr>
          <a:xfrm>
            <a:off x="6027738" y="4506913"/>
            <a:ext cx="51593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10</a:t>
            </a:r>
            <a:endParaRPr sz="1059">
              <a:latin typeface="Lucida Sans"/>
              <a:cs typeface="Lucida Sans"/>
            </a:endParaRPr>
          </a:p>
        </p:txBody>
      </p:sp>
      <p:grpSp>
        <p:nvGrpSpPr>
          <p:cNvPr id="105488" name="object 49">
            <a:extLst>
              <a:ext uri="{FF2B5EF4-FFF2-40B4-BE49-F238E27FC236}">
                <a16:creationId xmlns:a16="http://schemas.microsoft.com/office/drawing/2014/main" id="{CBC5AD2D-15B3-F2EE-F214-BAF0275875BC}"/>
              </a:ext>
            </a:extLst>
          </p:cNvPr>
          <p:cNvGrpSpPr>
            <a:grpSpLocks/>
          </p:cNvGrpSpPr>
          <p:nvPr/>
        </p:nvGrpSpPr>
        <p:grpSpPr bwMode="auto">
          <a:xfrm>
            <a:off x="1838325" y="5095875"/>
            <a:ext cx="3716338" cy="1247775"/>
            <a:chOff x="2012222" y="5634376"/>
            <a:chExt cx="4211320" cy="1413510"/>
          </a:xfrm>
        </p:grpSpPr>
        <p:sp>
          <p:nvSpPr>
            <p:cNvPr id="158" name="object 50">
              <a:extLst>
                <a:ext uri="{FF2B5EF4-FFF2-40B4-BE49-F238E27FC236}">
                  <a16:creationId xmlns:a16="http://schemas.microsoft.com/office/drawing/2014/main" id="{07B3E6EA-7170-6041-0661-A4BC7FA1C62A}"/>
                </a:ext>
              </a:extLst>
            </p:cNvPr>
            <p:cNvSpPr/>
            <p:nvPr/>
          </p:nvSpPr>
          <p:spPr>
            <a:xfrm>
              <a:off x="3242697" y="6690013"/>
              <a:ext cx="352592" cy="352478"/>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159" name="object 51">
              <a:extLst>
                <a:ext uri="{FF2B5EF4-FFF2-40B4-BE49-F238E27FC236}">
                  <a16:creationId xmlns:a16="http://schemas.microsoft.com/office/drawing/2014/main" id="{BAB9328D-A213-D519-B06E-4F7E3EF086CA}"/>
                </a:ext>
              </a:extLst>
            </p:cNvPr>
            <p:cNvSpPr/>
            <p:nvPr/>
          </p:nvSpPr>
          <p:spPr>
            <a:xfrm>
              <a:off x="3242697" y="6690013"/>
              <a:ext cx="352592" cy="352478"/>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160" name="object 52">
              <a:extLst>
                <a:ext uri="{FF2B5EF4-FFF2-40B4-BE49-F238E27FC236}">
                  <a16:creationId xmlns:a16="http://schemas.microsoft.com/office/drawing/2014/main" id="{A04B370E-60C6-31BE-0349-3EA3C5D9598C}"/>
                </a:ext>
              </a:extLst>
            </p:cNvPr>
            <p:cNvSpPr/>
            <p:nvPr/>
          </p:nvSpPr>
          <p:spPr>
            <a:xfrm>
              <a:off x="5865552" y="6690013"/>
              <a:ext cx="352592" cy="352478"/>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161" name="object 53">
              <a:extLst>
                <a:ext uri="{FF2B5EF4-FFF2-40B4-BE49-F238E27FC236}">
                  <a16:creationId xmlns:a16="http://schemas.microsoft.com/office/drawing/2014/main" id="{D37B7D14-1739-EF00-B1BA-E9014A78972A}"/>
                </a:ext>
              </a:extLst>
            </p:cNvPr>
            <p:cNvSpPr/>
            <p:nvPr/>
          </p:nvSpPr>
          <p:spPr>
            <a:xfrm>
              <a:off x="5865552" y="6690013"/>
              <a:ext cx="352592" cy="352478"/>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162" name="object 54">
              <a:extLst>
                <a:ext uri="{FF2B5EF4-FFF2-40B4-BE49-F238E27FC236}">
                  <a16:creationId xmlns:a16="http://schemas.microsoft.com/office/drawing/2014/main" id="{7D49590D-DCF0-AFC8-F35C-7FA70173B3A7}"/>
                </a:ext>
              </a:extLst>
            </p:cNvPr>
            <p:cNvSpPr/>
            <p:nvPr/>
          </p:nvSpPr>
          <p:spPr>
            <a:xfrm>
              <a:off x="2012222" y="5634376"/>
              <a:ext cx="687195" cy="649208"/>
            </a:xfrm>
            <a:custGeom>
              <a:avLst/>
              <a:gdLst/>
              <a:ahLst/>
              <a:cxnLst/>
              <a:rect l="l" t="t" r="r" b="b"/>
              <a:pathLst>
                <a:path w="687069" h="648970">
                  <a:moveTo>
                    <a:pt x="158614" y="0"/>
                  </a:moveTo>
                  <a:lnTo>
                    <a:pt x="0" y="178024"/>
                  </a:lnTo>
                  <a:lnTo>
                    <a:pt x="528022" y="648475"/>
                  </a:lnTo>
                  <a:lnTo>
                    <a:pt x="686636" y="470451"/>
                  </a:lnTo>
                  <a:lnTo>
                    <a:pt x="158614" y="0"/>
                  </a:lnTo>
                  <a:close/>
                </a:path>
              </a:pathLst>
            </a:custGeom>
            <a:solidFill>
              <a:srgbClr val="F2F2F2"/>
            </a:solidFill>
          </p:spPr>
          <p:txBody>
            <a:bodyPr lIns="0" tIns="0" rIns="0" bIns="0"/>
            <a:lstStyle/>
            <a:p>
              <a:pPr>
                <a:defRPr/>
              </a:pPr>
              <a:endParaRPr sz="2647"/>
            </a:p>
          </p:txBody>
        </p:sp>
      </p:grpSp>
      <p:sp>
        <p:nvSpPr>
          <p:cNvPr id="163" name="object 55">
            <a:extLst>
              <a:ext uri="{FF2B5EF4-FFF2-40B4-BE49-F238E27FC236}">
                <a16:creationId xmlns:a16="http://schemas.microsoft.com/office/drawing/2014/main" id="{CD4300AC-8B4E-6231-B01E-8A61E7565B5B}"/>
              </a:ext>
            </a:extLst>
          </p:cNvPr>
          <p:cNvSpPr txBox="1"/>
          <p:nvPr/>
        </p:nvSpPr>
        <p:spPr>
          <a:xfrm rot="2460000">
            <a:off x="1897063" y="5321300"/>
            <a:ext cx="512762" cy="141288"/>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10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15</a:t>
            </a:r>
            <a:endParaRPr sz="1059">
              <a:latin typeface="Lucida Sans"/>
              <a:cs typeface="Lucida Sans"/>
            </a:endParaRPr>
          </a:p>
        </p:txBody>
      </p:sp>
      <p:sp>
        <p:nvSpPr>
          <p:cNvPr id="164" name="object 56">
            <a:extLst>
              <a:ext uri="{FF2B5EF4-FFF2-40B4-BE49-F238E27FC236}">
                <a16:creationId xmlns:a16="http://schemas.microsoft.com/office/drawing/2014/main" id="{F2EE66F2-CE5E-C1B0-EA2D-B9C916E41C96}"/>
              </a:ext>
            </a:extLst>
          </p:cNvPr>
          <p:cNvSpPr/>
          <p:nvPr/>
        </p:nvSpPr>
        <p:spPr>
          <a:xfrm>
            <a:off x="6024563" y="5049838"/>
            <a:ext cx="608012" cy="569912"/>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sp>
        <p:nvSpPr>
          <p:cNvPr id="165" name="object 57">
            <a:extLst>
              <a:ext uri="{FF2B5EF4-FFF2-40B4-BE49-F238E27FC236}">
                <a16:creationId xmlns:a16="http://schemas.microsoft.com/office/drawing/2014/main" id="{1D553D62-FD9C-D0D6-9A1B-C952B540B4C9}"/>
              </a:ext>
            </a:extLst>
          </p:cNvPr>
          <p:cNvSpPr txBox="1"/>
          <p:nvPr/>
        </p:nvSpPr>
        <p:spPr>
          <a:xfrm rot="19140000">
            <a:off x="6083300" y="5253038"/>
            <a:ext cx="511175" cy="141287"/>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166" name="object 58">
            <a:extLst>
              <a:ext uri="{FF2B5EF4-FFF2-40B4-BE49-F238E27FC236}">
                <a16:creationId xmlns:a16="http://schemas.microsoft.com/office/drawing/2014/main" id="{D60D6AF0-7EE4-0361-CD89-8C882DA51516}"/>
              </a:ext>
            </a:extLst>
          </p:cNvPr>
          <p:cNvSpPr/>
          <p:nvPr/>
        </p:nvSpPr>
        <p:spPr>
          <a:xfrm>
            <a:off x="3921125" y="6092825"/>
            <a:ext cx="623888" cy="209550"/>
          </a:xfrm>
          <a:custGeom>
            <a:avLst/>
            <a:gdLst/>
            <a:ahLst/>
            <a:cxnLst/>
            <a:rect l="l" t="t" r="r" b="b"/>
            <a:pathLst>
              <a:path w="707389" h="238759">
                <a:moveTo>
                  <a:pt x="0" y="0"/>
                </a:moveTo>
                <a:lnTo>
                  <a:pt x="707199" y="0"/>
                </a:lnTo>
                <a:lnTo>
                  <a:pt x="707199" y="238435"/>
                </a:lnTo>
                <a:lnTo>
                  <a:pt x="0" y="238435"/>
                </a:lnTo>
                <a:lnTo>
                  <a:pt x="0" y="0"/>
                </a:lnTo>
                <a:close/>
              </a:path>
            </a:pathLst>
          </a:custGeom>
          <a:solidFill>
            <a:srgbClr val="F2F2F2"/>
          </a:solidFill>
        </p:spPr>
        <p:txBody>
          <a:bodyPr lIns="0" tIns="0" rIns="0" bIns="0"/>
          <a:lstStyle/>
          <a:p>
            <a:pPr>
              <a:defRPr/>
            </a:pPr>
            <a:endParaRPr sz="2647"/>
          </a:p>
        </p:txBody>
      </p:sp>
      <p:sp>
        <p:nvSpPr>
          <p:cNvPr id="167" name="object 59">
            <a:extLst>
              <a:ext uri="{FF2B5EF4-FFF2-40B4-BE49-F238E27FC236}">
                <a16:creationId xmlns:a16="http://schemas.microsoft.com/office/drawing/2014/main" id="{24637246-CF5F-8232-59B1-01FF9048CB7A}"/>
              </a:ext>
            </a:extLst>
          </p:cNvPr>
          <p:cNvSpPr txBox="1"/>
          <p:nvPr/>
        </p:nvSpPr>
        <p:spPr>
          <a:xfrm>
            <a:off x="3990975" y="6089650"/>
            <a:ext cx="51593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16</a:t>
            </a:r>
            <a:endParaRPr sz="1059">
              <a:latin typeface="Lucida Sans"/>
              <a:cs typeface="Lucida Sans"/>
            </a:endParaRPr>
          </a:p>
        </p:txBody>
      </p:sp>
      <p:grpSp>
        <p:nvGrpSpPr>
          <p:cNvPr id="105494" name="object 60">
            <a:extLst>
              <a:ext uri="{FF2B5EF4-FFF2-40B4-BE49-F238E27FC236}">
                <a16:creationId xmlns:a16="http://schemas.microsoft.com/office/drawing/2014/main" id="{CA061049-84D9-9AED-286A-E32B539A9C01}"/>
              </a:ext>
            </a:extLst>
          </p:cNvPr>
          <p:cNvGrpSpPr>
            <a:grpSpLocks/>
          </p:cNvGrpSpPr>
          <p:nvPr/>
        </p:nvGrpSpPr>
        <p:grpSpPr bwMode="auto">
          <a:xfrm>
            <a:off x="1147763" y="2933700"/>
            <a:ext cx="5883275" cy="1838325"/>
            <a:chOff x="1231593" y="3182881"/>
            <a:chExt cx="6668134" cy="2082800"/>
          </a:xfrm>
        </p:grpSpPr>
        <p:sp>
          <p:nvSpPr>
            <p:cNvPr id="169" name="object 61">
              <a:extLst>
                <a:ext uri="{FF2B5EF4-FFF2-40B4-BE49-F238E27FC236}">
                  <a16:creationId xmlns:a16="http://schemas.microsoft.com/office/drawing/2014/main" id="{86D884F7-8EAC-6787-640E-43EEC68BAA6D}"/>
                </a:ext>
              </a:extLst>
            </p:cNvPr>
            <p:cNvSpPr/>
            <p:nvPr/>
          </p:nvSpPr>
          <p:spPr>
            <a:xfrm>
              <a:off x="6003285" y="3310583"/>
              <a:ext cx="1788485" cy="1536020"/>
            </a:xfrm>
            <a:custGeom>
              <a:avLst/>
              <a:gdLst/>
              <a:ahLst/>
              <a:cxnLst/>
              <a:rect l="l" t="t" r="r" b="b"/>
              <a:pathLst>
                <a:path w="1787525" h="1536064">
                  <a:moveTo>
                    <a:pt x="1787510" y="1536051"/>
                  </a:moveTo>
                  <a:lnTo>
                    <a:pt x="1765810" y="1517403"/>
                  </a:lnTo>
                  <a:lnTo>
                    <a:pt x="0" y="0"/>
                  </a:lnTo>
                </a:path>
              </a:pathLst>
            </a:custGeom>
            <a:ln w="57224">
              <a:solidFill>
                <a:srgbClr val="000000"/>
              </a:solidFill>
            </a:ln>
          </p:spPr>
          <p:txBody>
            <a:bodyPr lIns="0" tIns="0" rIns="0" bIns="0"/>
            <a:lstStyle/>
            <a:p>
              <a:pPr>
                <a:defRPr/>
              </a:pPr>
              <a:endParaRPr sz="2647"/>
            </a:p>
          </p:txBody>
        </p:sp>
        <p:sp>
          <p:nvSpPr>
            <p:cNvPr id="170" name="object 62">
              <a:extLst>
                <a:ext uri="{FF2B5EF4-FFF2-40B4-BE49-F238E27FC236}">
                  <a16:creationId xmlns:a16="http://schemas.microsoft.com/office/drawing/2014/main" id="{7BE4662E-E03C-1A95-1F14-E8C2664FBD0E}"/>
                </a:ext>
              </a:extLst>
            </p:cNvPr>
            <p:cNvSpPr/>
            <p:nvPr/>
          </p:nvSpPr>
          <p:spPr>
            <a:xfrm>
              <a:off x="7651426" y="4704512"/>
              <a:ext cx="248301" cy="235620"/>
            </a:xfrm>
            <a:custGeom>
              <a:avLst/>
              <a:gdLst/>
              <a:ahLst/>
              <a:cxnLst/>
              <a:rect l="l" t="t" r="r" b="b"/>
              <a:pathLst>
                <a:path w="248284" h="236220">
                  <a:moveTo>
                    <a:pt x="149183" y="0"/>
                  </a:moveTo>
                  <a:lnTo>
                    <a:pt x="117993" y="124098"/>
                  </a:lnTo>
                  <a:lnTo>
                    <a:pt x="0" y="173603"/>
                  </a:lnTo>
                  <a:lnTo>
                    <a:pt x="248196" y="235985"/>
                  </a:lnTo>
                  <a:lnTo>
                    <a:pt x="149183" y="0"/>
                  </a:lnTo>
                  <a:close/>
                </a:path>
              </a:pathLst>
            </a:custGeom>
            <a:solidFill>
              <a:srgbClr val="000000"/>
            </a:solidFill>
          </p:spPr>
          <p:txBody>
            <a:bodyPr lIns="0" tIns="0" rIns="0" bIns="0"/>
            <a:lstStyle/>
            <a:p>
              <a:pPr>
                <a:defRPr/>
              </a:pPr>
              <a:endParaRPr sz="2647"/>
            </a:p>
          </p:txBody>
        </p:sp>
        <p:sp>
          <p:nvSpPr>
            <p:cNvPr id="171" name="object 63">
              <a:extLst>
                <a:ext uri="{FF2B5EF4-FFF2-40B4-BE49-F238E27FC236}">
                  <a16:creationId xmlns:a16="http://schemas.microsoft.com/office/drawing/2014/main" id="{5EFE1460-225E-F3D8-5574-B0F38BC56290}"/>
                </a:ext>
              </a:extLst>
            </p:cNvPr>
            <p:cNvSpPr/>
            <p:nvPr/>
          </p:nvSpPr>
          <p:spPr>
            <a:xfrm>
              <a:off x="3448307" y="3396917"/>
              <a:ext cx="2335466" cy="1491054"/>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172" name="object 64">
              <a:extLst>
                <a:ext uri="{FF2B5EF4-FFF2-40B4-BE49-F238E27FC236}">
                  <a16:creationId xmlns:a16="http://schemas.microsoft.com/office/drawing/2014/main" id="{3686B826-32E7-93D3-7628-53C70FE77083}"/>
                </a:ext>
              </a:extLst>
            </p:cNvPr>
            <p:cNvSpPr/>
            <p:nvPr/>
          </p:nvSpPr>
          <p:spPr>
            <a:xfrm>
              <a:off x="5650626" y="4744082"/>
              <a:ext cx="253698" cy="221231"/>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173" name="object 65">
              <a:extLst>
                <a:ext uri="{FF2B5EF4-FFF2-40B4-BE49-F238E27FC236}">
                  <a16:creationId xmlns:a16="http://schemas.microsoft.com/office/drawing/2014/main" id="{5DEDD0B0-17F6-5AC4-3751-F505F95F40BF}"/>
                </a:ext>
              </a:extLst>
            </p:cNvPr>
            <p:cNvSpPr/>
            <p:nvPr/>
          </p:nvSpPr>
          <p:spPr>
            <a:xfrm>
              <a:off x="1397127" y="5123591"/>
              <a:ext cx="1698521" cy="0"/>
            </a:xfrm>
            <a:custGeom>
              <a:avLst/>
              <a:gdLst/>
              <a:ahLst/>
              <a:cxnLst/>
              <a:rect l="l" t="t" r="r" b="b"/>
              <a:pathLst>
                <a:path w="1697989">
                  <a:moveTo>
                    <a:pt x="0" y="0"/>
                  </a:moveTo>
                  <a:lnTo>
                    <a:pt x="696230" y="0"/>
                  </a:lnTo>
                </a:path>
                <a:path w="1697989">
                  <a:moveTo>
                    <a:pt x="1210240" y="0"/>
                  </a:moveTo>
                  <a:lnTo>
                    <a:pt x="1697659" y="0"/>
                  </a:lnTo>
                </a:path>
              </a:pathLst>
            </a:custGeom>
            <a:ln w="57224">
              <a:solidFill>
                <a:srgbClr val="000000"/>
              </a:solidFill>
            </a:ln>
          </p:spPr>
          <p:txBody>
            <a:bodyPr lIns="0" tIns="0" rIns="0" bIns="0"/>
            <a:lstStyle/>
            <a:p>
              <a:pPr>
                <a:defRPr/>
              </a:pPr>
              <a:endParaRPr sz="2647"/>
            </a:p>
          </p:txBody>
        </p:sp>
        <p:sp>
          <p:nvSpPr>
            <p:cNvPr id="174" name="object 66">
              <a:extLst>
                <a:ext uri="{FF2B5EF4-FFF2-40B4-BE49-F238E27FC236}">
                  <a16:creationId xmlns:a16="http://schemas.microsoft.com/office/drawing/2014/main" id="{A688565B-2652-3994-1555-6202D946AEE8}"/>
                </a:ext>
              </a:extLst>
            </p:cNvPr>
            <p:cNvSpPr/>
            <p:nvPr/>
          </p:nvSpPr>
          <p:spPr>
            <a:xfrm>
              <a:off x="3009282" y="5008479"/>
              <a:ext cx="228508" cy="228424"/>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175" name="object 67">
              <a:extLst>
                <a:ext uri="{FF2B5EF4-FFF2-40B4-BE49-F238E27FC236}">
                  <a16:creationId xmlns:a16="http://schemas.microsoft.com/office/drawing/2014/main" id="{EE5CDFDE-AB66-1395-6523-1704B02998D6}"/>
                </a:ext>
              </a:extLst>
            </p:cNvPr>
            <p:cNvSpPr/>
            <p:nvPr/>
          </p:nvSpPr>
          <p:spPr>
            <a:xfrm>
              <a:off x="3379934" y="5123591"/>
              <a:ext cx="2340864" cy="0"/>
            </a:xfrm>
            <a:custGeom>
              <a:avLst/>
              <a:gdLst/>
              <a:ahLst/>
              <a:cxnLst/>
              <a:rect l="l" t="t" r="r" b="b"/>
              <a:pathLst>
                <a:path w="2340610">
                  <a:moveTo>
                    <a:pt x="0" y="0"/>
                  </a:moveTo>
                  <a:lnTo>
                    <a:pt x="1154025" y="0"/>
                  </a:lnTo>
                </a:path>
                <a:path w="2340610">
                  <a:moveTo>
                    <a:pt x="1668036" y="0"/>
                  </a:moveTo>
                  <a:lnTo>
                    <a:pt x="2339990" y="0"/>
                  </a:lnTo>
                </a:path>
              </a:pathLst>
            </a:custGeom>
            <a:ln w="57226">
              <a:solidFill>
                <a:srgbClr val="000000"/>
              </a:solidFill>
            </a:ln>
          </p:spPr>
          <p:txBody>
            <a:bodyPr lIns="0" tIns="0" rIns="0" bIns="0"/>
            <a:lstStyle/>
            <a:p>
              <a:pPr>
                <a:defRPr/>
              </a:pPr>
              <a:endParaRPr sz="2647"/>
            </a:p>
          </p:txBody>
        </p:sp>
        <p:sp>
          <p:nvSpPr>
            <p:cNvPr id="176" name="object 68">
              <a:extLst>
                <a:ext uri="{FF2B5EF4-FFF2-40B4-BE49-F238E27FC236}">
                  <a16:creationId xmlns:a16="http://schemas.microsoft.com/office/drawing/2014/main" id="{1FB0F120-5293-F4EF-D200-6B3D13E3ABAE}"/>
                </a:ext>
              </a:extLst>
            </p:cNvPr>
            <p:cNvSpPr/>
            <p:nvPr/>
          </p:nvSpPr>
          <p:spPr>
            <a:xfrm>
              <a:off x="5634432" y="5008479"/>
              <a:ext cx="230308" cy="228424"/>
            </a:xfrm>
            <a:custGeom>
              <a:avLst/>
              <a:gdLst/>
              <a:ahLst/>
              <a:cxnLst/>
              <a:rect l="l" t="t" r="r" b="b"/>
              <a:pathLst>
                <a:path w="229235" h="229235">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177" name="object 69">
              <a:extLst>
                <a:ext uri="{FF2B5EF4-FFF2-40B4-BE49-F238E27FC236}">
                  <a16:creationId xmlns:a16="http://schemas.microsoft.com/office/drawing/2014/main" id="{F0296064-25AB-16D2-B479-4E50A0AC9DDB}"/>
                </a:ext>
              </a:extLst>
            </p:cNvPr>
            <p:cNvSpPr/>
            <p:nvPr/>
          </p:nvSpPr>
          <p:spPr>
            <a:xfrm>
              <a:off x="3466300" y="3387923"/>
              <a:ext cx="2247301" cy="0"/>
            </a:xfrm>
            <a:custGeom>
              <a:avLst/>
              <a:gdLst/>
              <a:ahLst/>
              <a:cxnLst/>
              <a:rect l="l" t="t" r="r" b="b"/>
              <a:pathLst>
                <a:path w="2247900">
                  <a:moveTo>
                    <a:pt x="0" y="0"/>
                  </a:moveTo>
                  <a:lnTo>
                    <a:pt x="1068188" y="0"/>
                  </a:lnTo>
                </a:path>
                <a:path w="2247900">
                  <a:moveTo>
                    <a:pt x="1582199" y="0"/>
                  </a:moveTo>
                  <a:lnTo>
                    <a:pt x="2247460" y="0"/>
                  </a:lnTo>
                </a:path>
              </a:pathLst>
            </a:custGeom>
            <a:ln w="57224">
              <a:solidFill>
                <a:srgbClr val="000000"/>
              </a:solidFill>
            </a:ln>
          </p:spPr>
          <p:txBody>
            <a:bodyPr lIns="0" tIns="0" rIns="0" bIns="0"/>
            <a:lstStyle/>
            <a:p>
              <a:pPr>
                <a:defRPr/>
              </a:pPr>
              <a:endParaRPr sz="2647"/>
            </a:p>
          </p:txBody>
        </p:sp>
        <p:sp>
          <p:nvSpPr>
            <p:cNvPr id="178" name="object 70">
              <a:extLst>
                <a:ext uri="{FF2B5EF4-FFF2-40B4-BE49-F238E27FC236}">
                  <a16:creationId xmlns:a16="http://schemas.microsoft.com/office/drawing/2014/main" id="{56824414-58C8-3EFF-B94C-2208C46CDD25}"/>
                </a:ext>
              </a:extLst>
            </p:cNvPr>
            <p:cNvSpPr/>
            <p:nvPr/>
          </p:nvSpPr>
          <p:spPr>
            <a:xfrm>
              <a:off x="5629035" y="3272812"/>
              <a:ext cx="228508" cy="228425"/>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179" name="object 71">
              <a:extLst>
                <a:ext uri="{FF2B5EF4-FFF2-40B4-BE49-F238E27FC236}">
                  <a16:creationId xmlns:a16="http://schemas.microsoft.com/office/drawing/2014/main" id="{6967599B-7BDC-A89E-CE56-0F6DAA602FD5}"/>
                </a:ext>
              </a:extLst>
            </p:cNvPr>
            <p:cNvSpPr/>
            <p:nvPr/>
          </p:nvSpPr>
          <p:spPr>
            <a:xfrm>
              <a:off x="3241389" y="4907757"/>
              <a:ext cx="352659" cy="352529"/>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180" name="object 72">
              <a:extLst>
                <a:ext uri="{FF2B5EF4-FFF2-40B4-BE49-F238E27FC236}">
                  <a16:creationId xmlns:a16="http://schemas.microsoft.com/office/drawing/2014/main" id="{3392A178-8A1A-88D2-ECB2-E2DDB9A844B1}"/>
                </a:ext>
              </a:extLst>
            </p:cNvPr>
            <p:cNvSpPr/>
            <p:nvPr/>
          </p:nvSpPr>
          <p:spPr>
            <a:xfrm>
              <a:off x="3241389" y="4907757"/>
              <a:ext cx="352659" cy="352529"/>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181" name="object 73">
              <a:extLst>
                <a:ext uri="{FF2B5EF4-FFF2-40B4-BE49-F238E27FC236}">
                  <a16:creationId xmlns:a16="http://schemas.microsoft.com/office/drawing/2014/main" id="{49271BEF-18A8-23D0-F65B-9B401FE2D22E}"/>
                </a:ext>
              </a:extLst>
            </p:cNvPr>
            <p:cNvSpPr/>
            <p:nvPr/>
          </p:nvSpPr>
          <p:spPr>
            <a:xfrm>
              <a:off x="5864740" y="3188277"/>
              <a:ext cx="352659" cy="352529"/>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182" name="object 74">
              <a:extLst>
                <a:ext uri="{FF2B5EF4-FFF2-40B4-BE49-F238E27FC236}">
                  <a16:creationId xmlns:a16="http://schemas.microsoft.com/office/drawing/2014/main" id="{832ED3A6-BED5-6869-8742-CDECEB3477A1}"/>
                </a:ext>
              </a:extLst>
            </p:cNvPr>
            <p:cNvSpPr/>
            <p:nvPr/>
          </p:nvSpPr>
          <p:spPr>
            <a:xfrm>
              <a:off x="5864740" y="3188277"/>
              <a:ext cx="352659" cy="352529"/>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183" name="object 75">
              <a:extLst>
                <a:ext uri="{FF2B5EF4-FFF2-40B4-BE49-F238E27FC236}">
                  <a16:creationId xmlns:a16="http://schemas.microsoft.com/office/drawing/2014/main" id="{9675D68C-9442-F682-02CA-433B7CD4B716}"/>
                </a:ext>
              </a:extLst>
            </p:cNvPr>
            <p:cNvSpPr/>
            <p:nvPr/>
          </p:nvSpPr>
          <p:spPr>
            <a:xfrm>
              <a:off x="3241389" y="3188277"/>
              <a:ext cx="352659" cy="352529"/>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184" name="object 76">
              <a:extLst>
                <a:ext uri="{FF2B5EF4-FFF2-40B4-BE49-F238E27FC236}">
                  <a16:creationId xmlns:a16="http://schemas.microsoft.com/office/drawing/2014/main" id="{5981C4A7-B092-045A-F997-AFF6E6CB15A9}"/>
                </a:ext>
              </a:extLst>
            </p:cNvPr>
            <p:cNvSpPr/>
            <p:nvPr/>
          </p:nvSpPr>
          <p:spPr>
            <a:xfrm>
              <a:off x="3241389" y="3188277"/>
              <a:ext cx="352659" cy="352529"/>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185" name="object 77">
              <a:extLst>
                <a:ext uri="{FF2B5EF4-FFF2-40B4-BE49-F238E27FC236}">
                  <a16:creationId xmlns:a16="http://schemas.microsoft.com/office/drawing/2014/main" id="{EC13FA04-F7ED-6036-3874-0D93D610D4B9}"/>
                </a:ext>
              </a:extLst>
            </p:cNvPr>
            <p:cNvSpPr/>
            <p:nvPr/>
          </p:nvSpPr>
          <p:spPr>
            <a:xfrm>
              <a:off x="5864740" y="4907757"/>
              <a:ext cx="352659" cy="352529"/>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186" name="object 78">
              <a:extLst>
                <a:ext uri="{FF2B5EF4-FFF2-40B4-BE49-F238E27FC236}">
                  <a16:creationId xmlns:a16="http://schemas.microsoft.com/office/drawing/2014/main" id="{7DFDAEF1-85F3-76C3-86DE-A09CF27A267C}"/>
                </a:ext>
              </a:extLst>
            </p:cNvPr>
            <p:cNvSpPr/>
            <p:nvPr/>
          </p:nvSpPr>
          <p:spPr>
            <a:xfrm>
              <a:off x="5864740" y="4907757"/>
              <a:ext cx="352659" cy="352529"/>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187" name="object 79">
              <a:extLst>
                <a:ext uri="{FF2B5EF4-FFF2-40B4-BE49-F238E27FC236}">
                  <a16:creationId xmlns:a16="http://schemas.microsoft.com/office/drawing/2014/main" id="{09137A79-4C6D-D046-BD12-3CA0192CF57D}"/>
                </a:ext>
              </a:extLst>
            </p:cNvPr>
            <p:cNvSpPr/>
            <p:nvPr/>
          </p:nvSpPr>
          <p:spPr>
            <a:xfrm>
              <a:off x="1236990" y="4900562"/>
              <a:ext cx="352659" cy="352529"/>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188" name="object 80">
              <a:extLst>
                <a:ext uri="{FF2B5EF4-FFF2-40B4-BE49-F238E27FC236}">
                  <a16:creationId xmlns:a16="http://schemas.microsoft.com/office/drawing/2014/main" id="{ED6E48FF-9F87-1858-BE49-82C601973B3D}"/>
                </a:ext>
              </a:extLst>
            </p:cNvPr>
            <p:cNvSpPr/>
            <p:nvPr/>
          </p:nvSpPr>
          <p:spPr>
            <a:xfrm>
              <a:off x="1236990" y="4900562"/>
              <a:ext cx="352659" cy="352529"/>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189" name="object 81">
            <a:extLst>
              <a:ext uri="{FF2B5EF4-FFF2-40B4-BE49-F238E27FC236}">
                <a16:creationId xmlns:a16="http://schemas.microsoft.com/office/drawing/2014/main" id="{0757BBE6-94D0-9FC8-05B1-2885BCA2955E}"/>
              </a:ext>
            </a:extLst>
          </p:cNvPr>
          <p:cNvSpPr txBox="1"/>
          <p:nvPr/>
        </p:nvSpPr>
        <p:spPr>
          <a:xfrm>
            <a:off x="1255713" y="4462463"/>
            <a:ext cx="109537"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dirty="0">
              <a:latin typeface="Lucida Sans"/>
              <a:cs typeface="Lucida Sans"/>
            </a:endParaRPr>
          </a:p>
        </p:txBody>
      </p:sp>
      <p:grpSp>
        <p:nvGrpSpPr>
          <p:cNvPr id="105496" name="object 82">
            <a:extLst>
              <a:ext uri="{FF2B5EF4-FFF2-40B4-BE49-F238E27FC236}">
                <a16:creationId xmlns:a16="http://schemas.microsoft.com/office/drawing/2014/main" id="{526CCE80-5495-5891-24DF-E9B779255615}"/>
              </a:ext>
            </a:extLst>
          </p:cNvPr>
          <p:cNvGrpSpPr>
            <a:grpSpLocks/>
          </p:cNvGrpSpPr>
          <p:nvPr/>
        </p:nvGrpSpPr>
        <p:grpSpPr bwMode="auto">
          <a:xfrm>
            <a:off x="6994525" y="4446588"/>
            <a:ext cx="320675" cy="320675"/>
            <a:chOff x="7856122" y="4898969"/>
            <a:chExt cx="363220" cy="363220"/>
          </a:xfrm>
        </p:grpSpPr>
        <p:sp>
          <p:nvSpPr>
            <p:cNvPr id="191" name="object 83">
              <a:extLst>
                <a:ext uri="{FF2B5EF4-FFF2-40B4-BE49-F238E27FC236}">
                  <a16:creationId xmlns:a16="http://schemas.microsoft.com/office/drawing/2014/main" id="{BC9A1464-734C-88CD-8191-F26C7AE2BDE1}"/>
                </a:ext>
              </a:extLst>
            </p:cNvPr>
            <p:cNvSpPr/>
            <p:nvPr/>
          </p:nvSpPr>
          <p:spPr>
            <a:xfrm>
              <a:off x="7861517" y="4904363"/>
              <a:ext cx="352431" cy="352431"/>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192" name="object 84">
              <a:extLst>
                <a:ext uri="{FF2B5EF4-FFF2-40B4-BE49-F238E27FC236}">
                  <a16:creationId xmlns:a16="http://schemas.microsoft.com/office/drawing/2014/main" id="{640D8816-671E-4EE9-54C3-E0BD8BA2A7D1}"/>
                </a:ext>
              </a:extLst>
            </p:cNvPr>
            <p:cNvSpPr/>
            <p:nvPr/>
          </p:nvSpPr>
          <p:spPr>
            <a:xfrm>
              <a:off x="7861517" y="4904363"/>
              <a:ext cx="352431" cy="352431"/>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grpSp>
      <p:sp>
        <p:nvSpPr>
          <p:cNvPr id="193" name="object 85">
            <a:extLst>
              <a:ext uri="{FF2B5EF4-FFF2-40B4-BE49-F238E27FC236}">
                <a16:creationId xmlns:a16="http://schemas.microsoft.com/office/drawing/2014/main" id="{A5223DB3-3FD6-E963-3C7F-1AF6167014BA}"/>
              </a:ext>
            </a:extLst>
          </p:cNvPr>
          <p:cNvSpPr txBox="1"/>
          <p:nvPr/>
        </p:nvSpPr>
        <p:spPr>
          <a:xfrm>
            <a:off x="1990725" y="4527550"/>
            <a:ext cx="322263" cy="153988"/>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194" name="object 86">
            <a:extLst>
              <a:ext uri="{FF2B5EF4-FFF2-40B4-BE49-F238E27FC236}">
                <a16:creationId xmlns:a16="http://schemas.microsoft.com/office/drawing/2014/main" id="{B6D92848-9102-237F-9F2A-484392BE4DD8}"/>
              </a:ext>
            </a:extLst>
          </p:cNvPr>
          <p:cNvSpPr/>
          <p:nvPr/>
        </p:nvSpPr>
        <p:spPr>
          <a:xfrm>
            <a:off x="6003925" y="3563938"/>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195" name="object 87">
            <a:extLst>
              <a:ext uri="{FF2B5EF4-FFF2-40B4-BE49-F238E27FC236}">
                <a16:creationId xmlns:a16="http://schemas.microsoft.com/office/drawing/2014/main" id="{96A9474E-C06A-1421-E54D-62F7A2D0407D}"/>
              </a:ext>
            </a:extLst>
          </p:cNvPr>
          <p:cNvSpPr txBox="1"/>
          <p:nvPr/>
        </p:nvSpPr>
        <p:spPr>
          <a:xfrm>
            <a:off x="4144963" y="2995613"/>
            <a:ext cx="322262"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9</a:t>
            </a:r>
            <a:endParaRPr sz="1059">
              <a:latin typeface="Lucida Sans"/>
              <a:cs typeface="Lucida Sans"/>
            </a:endParaRPr>
          </a:p>
        </p:txBody>
      </p:sp>
      <p:sp>
        <p:nvSpPr>
          <p:cNvPr id="196" name="object 88">
            <a:extLst>
              <a:ext uri="{FF2B5EF4-FFF2-40B4-BE49-F238E27FC236}">
                <a16:creationId xmlns:a16="http://schemas.microsoft.com/office/drawing/2014/main" id="{3DC93519-1E5B-49C8-6930-3305BE1A9833}"/>
              </a:ext>
            </a:extLst>
          </p:cNvPr>
          <p:cNvSpPr txBox="1"/>
          <p:nvPr/>
        </p:nvSpPr>
        <p:spPr>
          <a:xfrm>
            <a:off x="4144963" y="4535488"/>
            <a:ext cx="322262"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197" name="object 89">
            <a:extLst>
              <a:ext uri="{FF2B5EF4-FFF2-40B4-BE49-F238E27FC236}">
                <a16:creationId xmlns:a16="http://schemas.microsoft.com/office/drawing/2014/main" id="{29C69649-37F7-EB81-3017-3F1E64844BC1}"/>
              </a:ext>
            </a:extLst>
          </p:cNvPr>
          <p:cNvSpPr/>
          <p:nvPr/>
        </p:nvSpPr>
        <p:spPr>
          <a:xfrm>
            <a:off x="1909763" y="2978150"/>
            <a:ext cx="4643437" cy="1751013"/>
          </a:xfrm>
          <a:custGeom>
            <a:avLst/>
            <a:gdLst/>
            <a:ahLst/>
            <a:cxnLst/>
            <a:rect l="l" t="t" r="r" b="b"/>
            <a:pathLst>
              <a:path w="5262880" h="1984375">
                <a:moveTo>
                  <a:pt x="514007" y="1735810"/>
                </a:moveTo>
                <a:lnTo>
                  <a:pt x="245592" y="1735810"/>
                </a:lnTo>
                <a:lnTo>
                  <a:pt x="245592" y="1516443"/>
                </a:lnTo>
                <a:lnTo>
                  <a:pt x="0" y="1516443"/>
                </a:lnTo>
                <a:lnTo>
                  <a:pt x="0" y="1735810"/>
                </a:lnTo>
                <a:lnTo>
                  <a:pt x="0" y="1754886"/>
                </a:lnTo>
                <a:lnTo>
                  <a:pt x="0" y="1974240"/>
                </a:lnTo>
                <a:lnTo>
                  <a:pt x="514007" y="1974240"/>
                </a:lnTo>
                <a:lnTo>
                  <a:pt x="514007" y="1735810"/>
                </a:lnTo>
                <a:close/>
              </a:path>
              <a:path w="5262880" h="1984375">
                <a:moveTo>
                  <a:pt x="2955582" y="1745348"/>
                </a:moveTo>
                <a:lnTo>
                  <a:pt x="2441575" y="1745348"/>
                </a:lnTo>
                <a:lnTo>
                  <a:pt x="2441575" y="1983778"/>
                </a:lnTo>
                <a:lnTo>
                  <a:pt x="2955582" y="1983778"/>
                </a:lnTo>
                <a:lnTo>
                  <a:pt x="2955582" y="1745348"/>
                </a:lnTo>
                <a:close/>
              </a:path>
              <a:path w="5262880" h="1984375">
                <a:moveTo>
                  <a:pt x="2955582" y="0"/>
                </a:moveTo>
                <a:lnTo>
                  <a:pt x="2441575" y="0"/>
                </a:lnTo>
                <a:lnTo>
                  <a:pt x="2441575" y="238429"/>
                </a:lnTo>
                <a:lnTo>
                  <a:pt x="2955582" y="238429"/>
                </a:lnTo>
                <a:lnTo>
                  <a:pt x="2955582" y="0"/>
                </a:lnTo>
                <a:close/>
              </a:path>
              <a:path w="5262880" h="1984375">
                <a:moveTo>
                  <a:pt x="3062186" y="1095260"/>
                </a:moveTo>
                <a:lnTo>
                  <a:pt x="2465743" y="715276"/>
                </a:lnTo>
                <a:lnTo>
                  <a:pt x="2464371" y="717423"/>
                </a:lnTo>
                <a:lnTo>
                  <a:pt x="2461069" y="715302"/>
                </a:lnTo>
                <a:lnTo>
                  <a:pt x="2332964" y="916393"/>
                </a:lnTo>
                <a:lnTo>
                  <a:pt x="2929407" y="1296377"/>
                </a:lnTo>
                <a:lnTo>
                  <a:pt x="2930766" y="1294244"/>
                </a:lnTo>
                <a:lnTo>
                  <a:pt x="2934081" y="1296352"/>
                </a:lnTo>
                <a:lnTo>
                  <a:pt x="3062186" y="1095260"/>
                </a:lnTo>
                <a:close/>
              </a:path>
              <a:path w="5262880" h="1984375">
                <a:moveTo>
                  <a:pt x="5262702" y="1065796"/>
                </a:moveTo>
                <a:lnTo>
                  <a:pt x="4799774" y="667613"/>
                </a:lnTo>
                <a:lnTo>
                  <a:pt x="4644301" y="848385"/>
                </a:lnTo>
                <a:lnTo>
                  <a:pt x="5107216" y="1246555"/>
                </a:lnTo>
                <a:lnTo>
                  <a:pt x="5262702" y="1065796"/>
                </a:lnTo>
                <a:close/>
              </a:path>
            </a:pathLst>
          </a:custGeom>
          <a:solidFill>
            <a:srgbClr val="F2F2F2"/>
          </a:solidFill>
        </p:spPr>
        <p:txBody>
          <a:bodyPr lIns="0" tIns="0" rIns="0" bIns="0"/>
          <a:lstStyle/>
          <a:p>
            <a:pPr>
              <a:defRPr/>
            </a:pPr>
            <a:endParaRPr sz="2647"/>
          </a:p>
        </p:txBody>
      </p:sp>
      <p:sp>
        <p:nvSpPr>
          <p:cNvPr id="199" name="object 93">
            <a:extLst>
              <a:ext uri="{FF2B5EF4-FFF2-40B4-BE49-F238E27FC236}">
                <a16:creationId xmlns:a16="http://schemas.microsoft.com/office/drawing/2014/main" id="{9F321777-DEEF-7152-F923-8BB651088688}"/>
              </a:ext>
            </a:extLst>
          </p:cNvPr>
          <p:cNvSpPr txBox="1"/>
          <p:nvPr/>
        </p:nvSpPr>
        <p:spPr>
          <a:xfrm>
            <a:off x="1954213" y="4525963"/>
            <a:ext cx="377825" cy="174625"/>
          </a:xfrm>
          <a:prstGeom prst="rect">
            <a:avLst/>
          </a:prstGeom>
        </p:spPr>
        <p:txBody>
          <a:bodyPr lIns="0" tIns="11206" rIns="0" bIns="0">
            <a:spAutoFit/>
          </a:bodyPr>
          <a:lstStyle/>
          <a:p>
            <a:pPr marL="11206">
              <a:spcBef>
                <a:spcPts val="88"/>
              </a:spcBef>
              <a:defRPr/>
            </a:pPr>
            <a:r>
              <a:rPr lang="en-US" sz="1059" dirty="0">
                <a:latin typeface="Lucida Sans"/>
                <a:cs typeface="Lucida Sans"/>
              </a:rPr>
              <a:t>0 </a:t>
            </a:r>
            <a:r>
              <a:rPr sz="1059" dirty="0">
                <a:latin typeface="Lucida Sans"/>
                <a:cs typeface="Lucida Sans"/>
              </a:rPr>
              <a:t>/ </a:t>
            </a:r>
            <a:r>
              <a:rPr sz="1059" spc="-44" dirty="0">
                <a:latin typeface="Lucida Sans"/>
                <a:cs typeface="Lucida Sans"/>
              </a:rPr>
              <a:t>5</a:t>
            </a:r>
            <a:endParaRPr sz="1059" dirty="0">
              <a:latin typeface="Lucida Sans"/>
              <a:cs typeface="Lucida Sans"/>
            </a:endParaRPr>
          </a:p>
        </p:txBody>
      </p:sp>
      <p:sp>
        <p:nvSpPr>
          <p:cNvPr id="202" name="object 96">
            <a:extLst>
              <a:ext uri="{FF2B5EF4-FFF2-40B4-BE49-F238E27FC236}">
                <a16:creationId xmlns:a16="http://schemas.microsoft.com/office/drawing/2014/main" id="{568D8C83-A84F-339C-D1B7-9D08C2F934C1}"/>
              </a:ext>
            </a:extLst>
          </p:cNvPr>
          <p:cNvSpPr txBox="1"/>
          <p:nvPr/>
        </p:nvSpPr>
        <p:spPr>
          <a:xfrm>
            <a:off x="4100513" y="4514850"/>
            <a:ext cx="377825"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8</a:t>
            </a:r>
            <a:endParaRPr sz="1059" dirty="0">
              <a:latin typeface="Lucida Sans"/>
              <a:cs typeface="Lucida Sans"/>
            </a:endParaRPr>
          </a:p>
        </p:txBody>
      </p:sp>
      <p:sp>
        <p:nvSpPr>
          <p:cNvPr id="205" name="object 99">
            <a:extLst>
              <a:ext uri="{FF2B5EF4-FFF2-40B4-BE49-F238E27FC236}">
                <a16:creationId xmlns:a16="http://schemas.microsoft.com/office/drawing/2014/main" id="{DCDAFA0D-2D9B-22FF-BD18-110981B5DDC0}"/>
              </a:ext>
            </a:extLst>
          </p:cNvPr>
          <p:cNvSpPr txBox="1"/>
          <p:nvPr/>
        </p:nvSpPr>
        <p:spPr>
          <a:xfrm>
            <a:off x="4108450" y="2974975"/>
            <a:ext cx="369888" cy="174625"/>
          </a:xfrm>
          <a:prstGeom prst="rect">
            <a:avLst/>
          </a:prstGeom>
        </p:spPr>
        <p:txBody>
          <a:bodyPr lIns="0" tIns="11206" rIns="0" bIns="0">
            <a:spAutoFit/>
          </a:bodyPr>
          <a:lstStyle/>
          <a:p>
            <a:pPr marL="11206">
              <a:spcBef>
                <a:spcPts val="88"/>
              </a:spcBef>
              <a:defRPr/>
            </a:pPr>
            <a:r>
              <a:rPr lang="en-US" sz="1059" spc="-44" dirty="0">
                <a:latin typeface="Lucida Sans"/>
                <a:cs typeface="Lucida Sans"/>
              </a:rPr>
              <a:t>0 / </a:t>
            </a:r>
            <a:r>
              <a:rPr sz="1059" spc="-44" dirty="0">
                <a:latin typeface="Lucida Sans"/>
                <a:cs typeface="Lucida Sans"/>
              </a:rPr>
              <a:t>9</a:t>
            </a:r>
            <a:endParaRPr sz="1059" dirty="0">
              <a:latin typeface="Lucida Sans"/>
              <a:cs typeface="Lucida Sans"/>
            </a:endParaRPr>
          </a:p>
        </p:txBody>
      </p:sp>
      <p:sp>
        <p:nvSpPr>
          <p:cNvPr id="208" name="object 102">
            <a:extLst>
              <a:ext uri="{FF2B5EF4-FFF2-40B4-BE49-F238E27FC236}">
                <a16:creationId xmlns:a16="http://schemas.microsoft.com/office/drawing/2014/main" id="{433B3A76-DC57-1320-5149-8FC6DF67578A}"/>
              </a:ext>
            </a:extLst>
          </p:cNvPr>
          <p:cNvSpPr txBox="1"/>
          <p:nvPr/>
        </p:nvSpPr>
        <p:spPr>
          <a:xfrm rot="1920000">
            <a:off x="4043363" y="3805238"/>
            <a:ext cx="512762" cy="141287"/>
          </a:xfrm>
          <a:prstGeom prst="rect">
            <a:avLst/>
          </a:prstGeom>
        </p:spPr>
        <p:txBody>
          <a:bodyPr lIns="0" tIns="0" rIns="0" bIns="0">
            <a:spAutoFit/>
          </a:bodyPr>
          <a:lstStyle/>
          <a:p>
            <a:pPr>
              <a:lnSpc>
                <a:spcPts val="1059"/>
              </a:lnSpc>
              <a:defRPr/>
            </a:pPr>
            <a:r>
              <a:rPr sz="1588" spc="-814" baseline="2314" dirty="0">
                <a:latin typeface="Lucida Sans"/>
                <a:cs typeface="Lucida Sans"/>
              </a:rPr>
              <a:t>1</a:t>
            </a:r>
            <a:r>
              <a:rPr sz="1588" spc="-26" baseline="2314" dirty="0">
                <a:latin typeface="Lucida Sans"/>
                <a:cs typeface="Lucida Sans"/>
              </a:rPr>
              <a:t> </a:t>
            </a:r>
            <a:r>
              <a:rPr lang="en-US" sz="1588" spc="-26" baseline="2314" dirty="0">
                <a:latin typeface="Lucida Sans"/>
                <a:cs typeface="Lucida Sans"/>
              </a:rPr>
              <a:t>0 </a:t>
            </a:r>
            <a:r>
              <a:rPr sz="1588" baseline="2314" dirty="0">
                <a:latin typeface="Lucida Sans"/>
                <a:cs typeface="Lucida Sans"/>
              </a:rPr>
              <a:t>/</a:t>
            </a:r>
            <a:r>
              <a:rPr sz="1588" spc="-19" baseline="2314" dirty="0">
                <a:latin typeface="Lucida Sans"/>
                <a:cs typeface="Lucida Sans"/>
              </a:rPr>
              <a:t> </a:t>
            </a:r>
            <a:r>
              <a:rPr sz="1588" spc="-33" baseline="2314" dirty="0">
                <a:latin typeface="Lucida Sans"/>
                <a:cs typeface="Lucida Sans"/>
              </a:rPr>
              <a:t>15</a:t>
            </a:r>
            <a:endParaRPr sz="1588" baseline="2314" dirty="0">
              <a:latin typeface="Lucida Sans"/>
              <a:cs typeface="Lucida Sans"/>
            </a:endParaRPr>
          </a:p>
        </p:txBody>
      </p:sp>
      <p:sp>
        <p:nvSpPr>
          <p:cNvPr id="211" name="object 105">
            <a:extLst>
              <a:ext uri="{FF2B5EF4-FFF2-40B4-BE49-F238E27FC236}">
                <a16:creationId xmlns:a16="http://schemas.microsoft.com/office/drawing/2014/main" id="{0083319B-5BEE-075F-781D-A6281A991673}"/>
              </a:ext>
            </a:extLst>
          </p:cNvPr>
          <p:cNvSpPr txBox="1"/>
          <p:nvPr/>
        </p:nvSpPr>
        <p:spPr>
          <a:xfrm rot="2400000">
            <a:off x="6057900" y="3754438"/>
            <a:ext cx="452438" cy="141287"/>
          </a:xfrm>
          <a:prstGeom prst="rect">
            <a:avLst/>
          </a:prstGeom>
        </p:spPr>
        <p:txBody>
          <a:bodyPr lIns="0" tIns="0" rIns="0" bIns="0">
            <a:spAutoFit/>
          </a:bodyPr>
          <a:lstStyle/>
          <a:p>
            <a:pPr>
              <a:lnSpc>
                <a:spcPts val="1050"/>
              </a:lnSpc>
              <a:defRPr/>
            </a:pPr>
            <a:r>
              <a:rPr sz="1588" baseline="2314" dirty="0">
                <a:latin typeface="Lucida Sans"/>
                <a:cs typeface="Lucida Sans"/>
              </a:rPr>
              <a:t>0</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dirty="0">
              <a:latin typeface="Lucida Sans"/>
              <a:cs typeface="Lucida Sans"/>
            </a:endParaRPr>
          </a:p>
        </p:txBody>
      </p:sp>
      <p:sp>
        <p:nvSpPr>
          <p:cNvPr id="212" name="object 106">
            <a:extLst>
              <a:ext uri="{FF2B5EF4-FFF2-40B4-BE49-F238E27FC236}">
                <a16:creationId xmlns:a16="http://schemas.microsoft.com/office/drawing/2014/main" id="{35AADD28-F3DE-BFF2-0B34-9B2DC218B145}"/>
              </a:ext>
            </a:extLst>
          </p:cNvPr>
          <p:cNvSpPr/>
          <p:nvPr/>
        </p:nvSpPr>
        <p:spPr>
          <a:xfrm>
            <a:off x="5157788" y="3702050"/>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213" name="object 107">
            <a:extLst>
              <a:ext uri="{FF2B5EF4-FFF2-40B4-BE49-F238E27FC236}">
                <a16:creationId xmlns:a16="http://schemas.microsoft.com/office/drawing/2014/main" id="{7F8BB901-9FD8-BC89-BB21-84BA468CAB5C}"/>
              </a:ext>
            </a:extLst>
          </p:cNvPr>
          <p:cNvSpPr txBox="1"/>
          <p:nvPr/>
        </p:nvSpPr>
        <p:spPr>
          <a:xfrm>
            <a:off x="5227638" y="3698875"/>
            <a:ext cx="430212"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grpSp>
        <p:nvGrpSpPr>
          <p:cNvPr id="105509" name="object 109">
            <a:extLst>
              <a:ext uri="{FF2B5EF4-FFF2-40B4-BE49-F238E27FC236}">
                <a16:creationId xmlns:a16="http://schemas.microsoft.com/office/drawing/2014/main" id="{0458E172-DF1E-2FC9-C7DD-936C79E92062}"/>
              </a:ext>
            </a:extLst>
          </p:cNvPr>
          <p:cNvGrpSpPr>
            <a:grpSpLocks/>
          </p:cNvGrpSpPr>
          <p:nvPr/>
        </p:nvGrpSpPr>
        <p:grpSpPr bwMode="auto">
          <a:xfrm>
            <a:off x="4684713" y="2978150"/>
            <a:ext cx="1952625" cy="976313"/>
            <a:chOff x="4935350" y="3234013"/>
            <a:chExt cx="2515235" cy="895985"/>
          </a:xfrm>
        </p:grpSpPr>
        <p:sp>
          <p:nvSpPr>
            <p:cNvPr id="215" name="object 110">
              <a:extLst>
                <a:ext uri="{FF2B5EF4-FFF2-40B4-BE49-F238E27FC236}">
                  <a16:creationId xmlns:a16="http://schemas.microsoft.com/office/drawing/2014/main" id="{F5C9C0C9-F86A-4DC1-451F-903F4AD1CDC4}"/>
                </a:ext>
              </a:extLst>
            </p:cNvPr>
            <p:cNvSpPr/>
            <p:nvPr/>
          </p:nvSpPr>
          <p:spPr>
            <a:xfrm>
              <a:off x="4990562" y="3242754"/>
              <a:ext cx="2449798" cy="855192"/>
            </a:xfrm>
            <a:custGeom>
              <a:avLst/>
              <a:gdLst/>
              <a:ahLst/>
              <a:cxnLst/>
              <a:rect l="l" t="t" r="r" b="b"/>
              <a:pathLst>
                <a:path w="2449829" h="854075">
                  <a:moveTo>
                    <a:pt x="0" y="853671"/>
                  </a:moveTo>
                  <a:lnTo>
                    <a:pt x="9006" y="850532"/>
                  </a:lnTo>
                  <a:lnTo>
                    <a:pt x="2449359" y="0"/>
                  </a:lnTo>
                </a:path>
              </a:pathLst>
            </a:custGeom>
            <a:ln w="19074">
              <a:solidFill>
                <a:srgbClr val="8D3124"/>
              </a:solidFill>
            </a:ln>
          </p:spPr>
          <p:txBody>
            <a:bodyPr lIns="0" tIns="0" rIns="0" bIns="0"/>
            <a:lstStyle/>
            <a:p>
              <a:pPr>
                <a:defRPr/>
              </a:pPr>
              <a:endParaRPr sz="2647"/>
            </a:p>
          </p:txBody>
        </p:sp>
        <p:sp>
          <p:nvSpPr>
            <p:cNvPr id="216" name="object 111">
              <a:extLst>
                <a:ext uri="{FF2B5EF4-FFF2-40B4-BE49-F238E27FC236}">
                  <a16:creationId xmlns:a16="http://schemas.microsoft.com/office/drawing/2014/main" id="{4E270A98-D10A-3A70-4F90-AF7D70385706}"/>
                </a:ext>
              </a:extLst>
            </p:cNvPr>
            <p:cNvSpPr/>
            <p:nvPr/>
          </p:nvSpPr>
          <p:spPr>
            <a:xfrm>
              <a:off x="4935350" y="4044041"/>
              <a:ext cx="100200" cy="85957"/>
            </a:xfrm>
            <a:custGeom>
              <a:avLst/>
              <a:gdLst/>
              <a:ahLst/>
              <a:cxnLst/>
              <a:rect l="l" t="t" r="r" b="b"/>
              <a:pathLst>
                <a:path w="101600" h="86995">
                  <a:moveTo>
                    <a:pt x="71393" y="0"/>
                  </a:moveTo>
                  <a:lnTo>
                    <a:pt x="0" y="73360"/>
                  </a:lnTo>
                  <a:lnTo>
                    <a:pt x="101523" y="86459"/>
                  </a:lnTo>
                  <a:lnTo>
                    <a:pt x="64843" y="50761"/>
                  </a:lnTo>
                  <a:lnTo>
                    <a:pt x="71393" y="0"/>
                  </a:lnTo>
                  <a:close/>
                </a:path>
              </a:pathLst>
            </a:custGeom>
            <a:solidFill>
              <a:srgbClr val="8D3124"/>
            </a:solidFill>
          </p:spPr>
          <p:txBody>
            <a:bodyPr lIns="0" tIns="0" rIns="0" bIns="0"/>
            <a:lstStyle/>
            <a:p>
              <a:pPr>
                <a:defRPr/>
              </a:pPr>
              <a:endParaRPr sz="2647"/>
            </a:p>
          </p:txBody>
        </p:sp>
      </p:grpSp>
      <p:sp>
        <p:nvSpPr>
          <p:cNvPr id="105510" name="矩形 1">
            <a:extLst>
              <a:ext uri="{FF2B5EF4-FFF2-40B4-BE49-F238E27FC236}">
                <a16:creationId xmlns:a16="http://schemas.microsoft.com/office/drawing/2014/main" id="{B88BCCC6-37A9-E8A1-6CDE-3ADA4C0B7426}"/>
              </a:ext>
            </a:extLst>
          </p:cNvPr>
          <p:cNvSpPr>
            <a:spLocks noChangeArrowheads="1"/>
          </p:cNvSpPr>
          <p:nvPr/>
        </p:nvSpPr>
        <p:spPr bwMode="auto">
          <a:xfrm>
            <a:off x="6602413" y="2819400"/>
            <a:ext cx="8048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1600" b="1">
                <a:solidFill>
                  <a:schemeClr val="hlink"/>
                </a:solidFill>
              </a:rPr>
              <a:t>向后边</a:t>
            </a:r>
            <a:endParaRPr lang="zh-CN" altLang="en-US" sz="1600"/>
          </a:p>
        </p:txBody>
      </p:sp>
      <p:sp>
        <p:nvSpPr>
          <p:cNvPr id="218" name="object 81">
            <a:extLst>
              <a:ext uri="{FF2B5EF4-FFF2-40B4-BE49-F238E27FC236}">
                <a16:creationId xmlns:a16="http://schemas.microsoft.com/office/drawing/2014/main" id="{C44C8C7E-E55E-DEB4-00A7-76A920D19F6E}"/>
              </a:ext>
            </a:extLst>
          </p:cNvPr>
          <p:cNvSpPr txBox="1"/>
          <p:nvPr/>
        </p:nvSpPr>
        <p:spPr>
          <a:xfrm>
            <a:off x="7126288" y="4508500"/>
            <a:ext cx="109537" cy="214313"/>
          </a:xfrm>
          <a:prstGeom prst="rect">
            <a:avLst/>
          </a:prstGeom>
        </p:spPr>
        <p:txBody>
          <a:bodyPr lIns="0" tIns="11206" rIns="0" bIns="0">
            <a:spAutoFit/>
          </a:bodyPr>
          <a:lstStyle/>
          <a:p>
            <a:pPr marL="11206">
              <a:spcBef>
                <a:spcPts val="88"/>
              </a:spcBef>
              <a:defRPr/>
            </a:pPr>
            <a:r>
              <a:rPr lang="en-US" sz="1324" dirty="0">
                <a:solidFill>
                  <a:srgbClr val="606060"/>
                </a:solidFill>
                <a:latin typeface="Lucida Sans"/>
                <a:cs typeface="Lucida Sans"/>
              </a:rPr>
              <a:t>t</a:t>
            </a:r>
            <a:endParaRPr sz="1324" dirty="0">
              <a:latin typeface="Lucida Sans"/>
              <a:cs typeface="Lucida Sans"/>
            </a:endParaRPr>
          </a:p>
        </p:txBody>
      </p:sp>
      <p:sp>
        <p:nvSpPr>
          <p:cNvPr id="219" name="矩形 218">
            <a:extLst>
              <a:ext uri="{FF2B5EF4-FFF2-40B4-BE49-F238E27FC236}">
                <a16:creationId xmlns:a16="http://schemas.microsoft.com/office/drawing/2014/main" id="{A3AEC671-4A22-1CC1-FEDA-876DA70927D0}"/>
              </a:ext>
            </a:extLst>
          </p:cNvPr>
          <p:cNvSpPr>
            <a:spLocks noChangeArrowheads="1"/>
          </p:cNvSpPr>
          <p:nvPr/>
        </p:nvSpPr>
        <p:spPr bwMode="auto">
          <a:xfrm>
            <a:off x="6216650" y="5624513"/>
            <a:ext cx="3044825"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30000"/>
              </a:lnSpc>
              <a:buFont typeface="Wingdings" panose="05000000000000000000" pitchFamily="2" charset="2"/>
              <a:buNone/>
            </a:pPr>
            <a:r>
              <a:rPr lang="zh-CN" altLang="en-US" sz="2200">
                <a:solidFill>
                  <a:schemeClr val="hlink"/>
                </a:solidFill>
              </a:rPr>
              <a:t>为什么要考虑向后边？</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a:extLst>
              <a:ext uri="{FF2B5EF4-FFF2-40B4-BE49-F238E27FC236}">
                <a16:creationId xmlns:a16="http://schemas.microsoft.com/office/drawing/2014/main" id="{9300AC54-C8E0-5F13-A710-DA5A24CD7F5A}"/>
              </a:ext>
            </a:extLst>
          </p:cNvPr>
          <p:cNvSpPr>
            <a:spLocks noGrp="1" noChangeArrowheads="1"/>
          </p:cNvSpPr>
          <p:nvPr>
            <p:ph type="title"/>
          </p:nvPr>
        </p:nvSpPr>
        <p:spPr/>
        <p:txBody>
          <a:bodyPr/>
          <a:lstStyle/>
          <a:p>
            <a:r>
              <a:rPr lang="en-US" altLang="zh-CN" sz="2000" b="1">
                <a:solidFill>
                  <a:schemeClr val="hlink"/>
                </a:solidFill>
              </a:rPr>
              <a:t>8.2.2 </a:t>
            </a:r>
            <a:r>
              <a:rPr lang="zh-CN" altLang="en-US" sz="2000" b="1">
                <a:solidFill>
                  <a:schemeClr val="hlink"/>
                </a:solidFill>
              </a:rPr>
              <a:t>增广路算法</a:t>
            </a:r>
            <a:r>
              <a:rPr lang="zh-CN" altLang="en-US" sz="2000"/>
              <a:t> </a:t>
            </a:r>
          </a:p>
        </p:txBody>
      </p:sp>
      <p:sp>
        <p:nvSpPr>
          <p:cNvPr id="106499" name="灯片编号占位符 3">
            <a:extLst>
              <a:ext uri="{FF2B5EF4-FFF2-40B4-BE49-F238E27FC236}">
                <a16:creationId xmlns:a16="http://schemas.microsoft.com/office/drawing/2014/main" id="{86239A6B-EDCD-509F-14B3-6CAFE071DD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3C2FDABF-57AD-4BAD-A637-96906D088346}" type="slidenum">
              <a:rPr lang="en-US" altLang="zh-CN" sz="1200">
                <a:solidFill>
                  <a:schemeClr val="tx1"/>
                </a:solidFill>
                <a:latin typeface="Garamond" panose="02020404030301010803" pitchFamily="18" charset="0"/>
                <a:ea typeface="宋体" panose="02010600030101010101" pitchFamily="2" charset="-122"/>
              </a:rPr>
              <a:pPr/>
              <a:t>69</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13" name="Rectangle 3">
            <a:extLst>
              <a:ext uri="{FF2B5EF4-FFF2-40B4-BE49-F238E27FC236}">
                <a16:creationId xmlns:a16="http://schemas.microsoft.com/office/drawing/2014/main" id="{F61761BB-8CB6-EB85-6415-6498E9DB7172}"/>
              </a:ext>
            </a:extLst>
          </p:cNvPr>
          <p:cNvSpPr txBox="1">
            <a:spLocks noChangeArrowheads="1"/>
          </p:cNvSpPr>
          <p:nvPr/>
        </p:nvSpPr>
        <p:spPr bwMode="auto">
          <a:xfrm>
            <a:off x="307975" y="722313"/>
            <a:ext cx="8540750" cy="504666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0" indent="0">
              <a:lnSpc>
                <a:spcPct val="150000"/>
              </a:lnSpc>
              <a:buFont typeface="Wingdings" panose="05000000000000000000" pitchFamily="2" charset="2"/>
              <a:buNone/>
              <a:defRPr/>
            </a:pPr>
            <a:r>
              <a:rPr lang="en-US" altLang="zh-CN" sz="2000" b="1" dirty="0">
                <a:solidFill>
                  <a:schemeClr val="hlink"/>
                </a:solidFill>
              </a:rPr>
              <a:t>1. </a:t>
            </a:r>
            <a:r>
              <a:rPr lang="zh-CN" altLang="en-US" sz="2000" b="1" dirty="0">
                <a:solidFill>
                  <a:schemeClr val="hlink"/>
                </a:solidFill>
              </a:rPr>
              <a:t>可增广路</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kern="0" dirty="0"/>
              <a:t>设</a:t>
            </a:r>
            <a:r>
              <a:rPr lang="en-US" altLang="zh-CN" sz="2000" kern="0" dirty="0"/>
              <a:t>flow</a:t>
            </a:r>
            <a:r>
              <a:rPr lang="zh-CN" altLang="en-US" sz="2000" kern="0" dirty="0"/>
              <a:t>是一个可行流，</a:t>
            </a:r>
            <a:r>
              <a:rPr lang="en-US" altLang="zh-CN" sz="2000" kern="0" dirty="0"/>
              <a:t>P</a:t>
            </a:r>
            <a:r>
              <a:rPr lang="zh-CN" altLang="en-US" sz="2000" kern="0" dirty="0"/>
              <a:t>是从</a:t>
            </a:r>
            <a:r>
              <a:rPr lang="en-US" altLang="zh-CN" sz="2000" kern="0" dirty="0"/>
              <a:t>s</a:t>
            </a:r>
            <a:r>
              <a:rPr lang="zh-CN" altLang="en-US" sz="2000" kern="0" dirty="0"/>
              <a:t>到</a:t>
            </a:r>
            <a:r>
              <a:rPr lang="en-US" altLang="zh-CN" sz="2000" kern="0" dirty="0"/>
              <a:t>t</a:t>
            </a:r>
            <a:r>
              <a:rPr lang="zh-CN" altLang="en-US" sz="2000" kern="0" dirty="0"/>
              <a:t>的一条路，若</a:t>
            </a:r>
            <a:r>
              <a:rPr lang="en-US" altLang="zh-CN" sz="2000" kern="0" dirty="0"/>
              <a:t>P</a:t>
            </a:r>
            <a:r>
              <a:rPr lang="zh-CN" altLang="en-US" sz="2000" kern="0" dirty="0"/>
              <a:t>满足下列条件：</a:t>
            </a:r>
          </a:p>
          <a:p>
            <a:pPr lvl="1">
              <a:lnSpc>
                <a:spcPct val="150000"/>
              </a:lnSpc>
              <a:defRPr/>
            </a:pPr>
            <a:r>
              <a:rPr lang="en-US" altLang="zh-CN" sz="2000" kern="0" dirty="0"/>
              <a:t>P</a:t>
            </a:r>
            <a:r>
              <a:rPr lang="zh-CN" altLang="en-US" sz="2000" kern="0" dirty="0"/>
              <a:t>的所有</a:t>
            </a:r>
            <a:r>
              <a:rPr lang="zh-CN" altLang="en-US" sz="2000" kern="0" dirty="0">
                <a:solidFill>
                  <a:srgbClr val="FF0000"/>
                </a:solidFill>
              </a:rPr>
              <a:t>向前边</a:t>
            </a:r>
            <a:r>
              <a:rPr lang="en-US" altLang="zh-CN" sz="2000" kern="0" dirty="0">
                <a:solidFill>
                  <a:srgbClr val="FF0000"/>
                </a:solidFill>
              </a:rPr>
              <a:t>(</a:t>
            </a:r>
            <a:r>
              <a:rPr lang="en-US" altLang="zh-CN" sz="2000" kern="0" dirty="0" err="1">
                <a:solidFill>
                  <a:srgbClr val="FF0000"/>
                </a:solidFill>
              </a:rPr>
              <a:t>v,w</a:t>
            </a:r>
            <a:r>
              <a:rPr lang="en-US" altLang="zh-CN" sz="2000" kern="0" dirty="0">
                <a:solidFill>
                  <a:srgbClr val="FF0000"/>
                </a:solidFill>
              </a:rPr>
              <a:t>)</a:t>
            </a:r>
            <a:r>
              <a:rPr lang="zh-CN" altLang="en-US" sz="2000" kern="0" dirty="0">
                <a:solidFill>
                  <a:srgbClr val="FF0000"/>
                </a:solidFill>
              </a:rPr>
              <a:t>上</a:t>
            </a:r>
            <a:r>
              <a:rPr lang="zh-CN" altLang="en-US" sz="2000" kern="0" dirty="0"/>
              <a:t>，</a:t>
            </a:r>
            <a:r>
              <a:rPr lang="en-US" altLang="zh-CN" sz="2000" kern="0" dirty="0"/>
              <a:t>flow(</a:t>
            </a:r>
            <a:r>
              <a:rPr lang="en-US" altLang="zh-CN" sz="2000" kern="0" dirty="0" err="1"/>
              <a:t>v,w</a:t>
            </a:r>
            <a:r>
              <a:rPr lang="en-US" altLang="zh-CN" sz="2000" kern="0" dirty="0"/>
              <a:t>)&lt;cap(</a:t>
            </a:r>
            <a:r>
              <a:rPr lang="en-US" altLang="zh-CN" sz="2000" kern="0" dirty="0" err="1"/>
              <a:t>v,w</a:t>
            </a:r>
            <a:r>
              <a:rPr lang="en-US" altLang="zh-CN" sz="2000" kern="0" dirty="0"/>
              <a:t>)</a:t>
            </a:r>
            <a:r>
              <a:rPr lang="zh-CN" altLang="en-US" sz="2000" dirty="0"/>
              <a:t> ；</a:t>
            </a:r>
          </a:p>
          <a:p>
            <a:pPr lvl="1">
              <a:lnSpc>
                <a:spcPct val="150000"/>
              </a:lnSpc>
              <a:defRPr/>
            </a:pPr>
            <a:r>
              <a:rPr lang="en-US" altLang="zh-CN" sz="2000" kern="0" dirty="0"/>
              <a:t>P</a:t>
            </a:r>
            <a:r>
              <a:rPr lang="zh-CN" altLang="en-US" sz="2000" kern="0" dirty="0"/>
              <a:t>的所有向后边</a:t>
            </a:r>
            <a:r>
              <a:rPr lang="en-US" altLang="zh-CN" sz="2000" kern="0" dirty="0"/>
              <a:t>(</a:t>
            </a:r>
            <a:r>
              <a:rPr lang="en-US" altLang="zh-CN" sz="2000" kern="0" dirty="0" err="1"/>
              <a:t>v,w</a:t>
            </a:r>
            <a:r>
              <a:rPr lang="en-US" altLang="zh-CN" sz="2000" kern="0" dirty="0"/>
              <a:t>)</a:t>
            </a:r>
            <a:r>
              <a:rPr lang="zh-CN" altLang="en-US" sz="2000" kern="0" dirty="0"/>
              <a:t>上，</a:t>
            </a:r>
            <a:r>
              <a:rPr lang="en-US" altLang="zh-CN" sz="2000" kern="0" dirty="0"/>
              <a:t>flow(</a:t>
            </a:r>
            <a:r>
              <a:rPr lang="en-US" altLang="zh-CN" sz="2000" kern="0" dirty="0" err="1"/>
              <a:t>v,w</a:t>
            </a:r>
            <a:r>
              <a:rPr lang="en-US" altLang="zh-CN" sz="2000" kern="0" dirty="0"/>
              <a:t>)&gt;0</a:t>
            </a:r>
            <a:r>
              <a:rPr lang="zh-CN" altLang="en-US" sz="2000" dirty="0"/>
              <a:t>。</a:t>
            </a:r>
            <a:endParaRPr lang="zh-CN" altLang="en-US" sz="2000" kern="0" dirty="0"/>
          </a:p>
          <a:p>
            <a:pPr marL="0" indent="0">
              <a:lnSpc>
                <a:spcPct val="150000"/>
              </a:lnSpc>
              <a:buFont typeface="Wingdings" panose="05000000000000000000" pitchFamily="2" charset="2"/>
              <a:buNone/>
              <a:defRPr/>
            </a:pPr>
            <a:r>
              <a:rPr lang="zh-CN" altLang="en-US" sz="2000" kern="0" dirty="0"/>
              <a:t>则称</a:t>
            </a:r>
            <a:r>
              <a:rPr lang="en-US" altLang="zh-CN" sz="2000" kern="0" dirty="0">
                <a:solidFill>
                  <a:srgbClr val="FF0000"/>
                </a:solidFill>
              </a:rPr>
              <a:t>P</a:t>
            </a:r>
            <a:r>
              <a:rPr lang="zh-CN" altLang="en-US" sz="2000" kern="0" dirty="0">
                <a:solidFill>
                  <a:srgbClr val="FF0000"/>
                </a:solidFill>
              </a:rPr>
              <a:t>为关于可行流</a:t>
            </a:r>
            <a:r>
              <a:rPr lang="en-US" altLang="zh-CN" sz="2000" kern="0" dirty="0">
                <a:solidFill>
                  <a:srgbClr val="FF0000"/>
                </a:solidFill>
              </a:rPr>
              <a:t>flow</a:t>
            </a:r>
            <a:r>
              <a:rPr lang="zh-CN" altLang="en-US" sz="2000" kern="0" dirty="0">
                <a:solidFill>
                  <a:srgbClr val="FF0000"/>
                </a:solidFill>
              </a:rPr>
              <a:t>的一条可增广路</a:t>
            </a:r>
            <a:r>
              <a:rPr lang="zh-CN" altLang="en-US" sz="2000" kern="0" dirty="0"/>
              <a:t>。</a:t>
            </a:r>
            <a:endParaRPr lang="en-US" altLang="zh-CN" sz="2000" kern="0" dirty="0"/>
          </a:p>
          <a:p>
            <a:pPr marL="0" indent="0">
              <a:lnSpc>
                <a:spcPct val="150000"/>
              </a:lnSpc>
              <a:buFont typeface="Wingdings" panose="05000000000000000000" pitchFamily="2" charset="2"/>
              <a:buNone/>
              <a:defRPr/>
            </a:pPr>
            <a:endParaRPr lang="zh-CN" altLang="en-US" sz="2000" kern="0" dirty="0"/>
          </a:p>
          <a:p>
            <a:pPr marL="0" indent="0">
              <a:lnSpc>
                <a:spcPct val="150000"/>
              </a:lnSpc>
              <a:buFont typeface="Wingdings" panose="05000000000000000000" pitchFamily="2" charset="2"/>
              <a:buNone/>
              <a:defRPr/>
            </a:pPr>
            <a:r>
              <a:rPr lang="en-US" altLang="zh-CN" sz="2000" kern="0" dirty="0"/>
              <a:t> </a:t>
            </a:r>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p:txBody>
      </p:sp>
      <p:grpSp>
        <p:nvGrpSpPr>
          <p:cNvPr id="106501" name="object 3">
            <a:extLst>
              <a:ext uri="{FF2B5EF4-FFF2-40B4-BE49-F238E27FC236}">
                <a16:creationId xmlns:a16="http://schemas.microsoft.com/office/drawing/2014/main" id="{B81364F9-30D8-B29D-05E8-6DF3BBE7CC2C}"/>
              </a:ext>
            </a:extLst>
          </p:cNvPr>
          <p:cNvGrpSpPr>
            <a:grpSpLocks/>
          </p:cNvGrpSpPr>
          <p:nvPr/>
        </p:nvGrpSpPr>
        <p:grpSpPr bwMode="auto">
          <a:xfrm>
            <a:off x="1343025" y="3271838"/>
            <a:ext cx="5756275" cy="3409950"/>
            <a:chOff x="1368055" y="3182881"/>
            <a:chExt cx="6523990" cy="3864610"/>
          </a:xfrm>
        </p:grpSpPr>
        <p:sp>
          <p:nvSpPr>
            <p:cNvPr id="210" name="object 4">
              <a:extLst>
                <a:ext uri="{FF2B5EF4-FFF2-40B4-BE49-F238E27FC236}">
                  <a16:creationId xmlns:a16="http://schemas.microsoft.com/office/drawing/2014/main" id="{AA256F46-C174-223F-ECC1-7A4C8327B623}"/>
                </a:ext>
              </a:extLst>
            </p:cNvPr>
            <p:cNvSpPr/>
            <p:nvPr/>
          </p:nvSpPr>
          <p:spPr>
            <a:xfrm>
              <a:off x="3591897" y="5278910"/>
              <a:ext cx="2401966" cy="1556280"/>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211" name="object 5">
              <a:extLst>
                <a:ext uri="{FF2B5EF4-FFF2-40B4-BE49-F238E27FC236}">
                  <a16:creationId xmlns:a16="http://schemas.microsoft.com/office/drawing/2014/main" id="{0DB8C5B9-6700-B9D7-7943-A6B9E56D5EF8}"/>
                </a:ext>
              </a:extLst>
            </p:cNvPr>
            <p:cNvSpPr/>
            <p:nvPr/>
          </p:nvSpPr>
          <p:spPr>
            <a:xfrm>
              <a:off x="3543319" y="5246525"/>
              <a:ext cx="102555" cy="88160"/>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212" name="object 6">
              <a:extLst>
                <a:ext uri="{FF2B5EF4-FFF2-40B4-BE49-F238E27FC236}">
                  <a16:creationId xmlns:a16="http://schemas.microsoft.com/office/drawing/2014/main" id="{E78ABD67-C9B7-D8C5-28D4-D6C2E9684672}"/>
                </a:ext>
              </a:extLst>
            </p:cNvPr>
            <p:cNvSpPr/>
            <p:nvPr/>
          </p:nvSpPr>
          <p:spPr>
            <a:xfrm>
              <a:off x="5097849" y="6901758"/>
              <a:ext cx="685504" cy="0"/>
            </a:xfrm>
            <a:custGeom>
              <a:avLst/>
              <a:gdLst/>
              <a:ahLst/>
              <a:cxnLst/>
              <a:rect l="l" t="t" r="r" b="b"/>
              <a:pathLst>
                <a:path w="686435">
                  <a:moveTo>
                    <a:pt x="0" y="0"/>
                  </a:moveTo>
                  <a:lnTo>
                    <a:pt x="686063" y="0"/>
                  </a:lnTo>
                </a:path>
              </a:pathLst>
            </a:custGeom>
            <a:ln w="19074">
              <a:solidFill>
                <a:srgbClr val="BABABA"/>
              </a:solidFill>
            </a:ln>
          </p:spPr>
          <p:txBody>
            <a:bodyPr lIns="0" tIns="0" rIns="0" bIns="0"/>
            <a:lstStyle/>
            <a:p>
              <a:pPr>
                <a:defRPr/>
              </a:pPr>
              <a:endParaRPr sz="2647"/>
            </a:p>
          </p:txBody>
        </p:sp>
        <p:sp>
          <p:nvSpPr>
            <p:cNvPr id="213" name="object 7">
              <a:extLst>
                <a:ext uri="{FF2B5EF4-FFF2-40B4-BE49-F238E27FC236}">
                  <a16:creationId xmlns:a16="http://schemas.microsoft.com/office/drawing/2014/main" id="{63A77511-36F3-126F-5477-EE1B27C91AF6}"/>
                </a:ext>
              </a:extLst>
            </p:cNvPr>
            <p:cNvSpPr/>
            <p:nvPr/>
          </p:nvSpPr>
          <p:spPr>
            <a:xfrm>
              <a:off x="5750967" y="6856779"/>
              <a:ext cx="91761" cy="91757"/>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214" name="object 8">
              <a:extLst>
                <a:ext uri="{FF2B5EF4-FFF2-40B4-BE49-F238E27FC236}">
                  <a16:creationId xmlns:a16="http://schemas.microsoft.com/office/drawing/2014/main" id="{927BDC37-D516-8689-A706-E3CAF0E4A167}"/>
                </a:ext>
              </a:extLst>
            </p:cNvPr>
            <p:cNvSpPr/>
            <p:nvPr/>
          </p:nvSpPr>
          <p:spPr>
            <a:xfrm>
              <a:off x="6094620" y="5266316"/>
              <a:ext cx="1752445" cy="1529292"/>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215" name="object 9">
              <a:extLst>
                <a:ext uri="{FF2B5EF4-FFF2-40B4-BE49-F238E27FC236}">
                  <a16:creationId xmlns:a16="http://schemas.microsoft.com/office/drawing/2014/main" id="{1D5A2237-A013-CC88-4629-AFB651B06A4D}"/>
                </a:ext>
              </a:extLst>
            </p:cNvPr>
            <p:cNvSpPr/>
            <p:nvPr/>
          </p:nvSpPr>
          <p:spPr>
            <a:xfrm>
              <a:off x="7793088" y="5228533"/>
              <a:ext cx="98957" cy="95356"/>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216" name="object 10">
              <a:extLst>
                <a:ext uri="{FF2B5EF4-FFF2-40B4-BE49-F238E27FC236}">
                  <a16:creationId xmlns:a16="http://schemas.microsoft.com/office/drawing/2014/main" id="{F522602D-35CB-EFE5-28BE-09E70FDCB0FF}"/>
                </a:ext>
              </a:extLst>
            </p:cNvPr>
            <p:cNvSpPr/>
            <p:nvPr/>
          </p:nvSpPr>
          <p:spPr>
            <a:xfrm>
              <a:off x="6044241" y="5176358"/>
              <a:ext cx="0" cy="1460923"/>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06552" name="object 11">
              <a:extLst>
                <a:ext uri="{FF2B5EF4-FFF2-40B4-BE49-F238E27FC236}">
                  <a16:creationId xmlns:a16="http://schemas.microsoft.com/office/drawing/2014/main" id="{4693AEEE-3CC4-4A52-A5D5-24B5FCEE1C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object 12">
              <a:extLst>
                <a:ext uri="{FF2B5EF4-FFF2-40B4-BE49-F238E27FC236}">
                  <a16:creationId xmlns:a16="http://schemas.microsoft.com/office/drawing/2014/main" id="{9FD31851-61E5-8347-36C0-C75EF6CE7525}"/>
                </a:ext>
              </a:extLst>
            </p:cNvPr>
            <p:cNvSpPr/>
            <p:nvPr/>
          </p:nvSpPr>
          <p:spPr>
            <a:xfrm>
              <a:off x="3431767" y="3384388"/>
              <a:ext cx="2407363" cy="1534689"/>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219" name="object 13">
              <a:extLst>
                <a:ext uri="{FF2B5EF4-FFF2-40B4-BE49-F238E27FC236}">
                  <a16:creationId xmlns:a16="http://schemas.microsoft.com/office/drawing/2014/main" id="{BFF7498E-8262-9DF2-05EE-5606FDADAE19}"/>
                </a:ext>
              </a:extLst>
            </p:cNvPr>
            <p:cNvSpPr/>
            <p:nvPr/>
          </p:nvSpPr>
          <p:spPr>
            <a:xfrm>
              <a:off x="5786952" y="4863303"/>
              <a:ext cx="102556" cy="88159"/>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220" name="object 14">
              <a:extLst>
                <a:ext uri="{FF2B5EF4-FFF2-40B4-BE49-F238E27FC236}">
                  <a16:creationId xmlns:a16="http://schemas.microsoft.com/office/drawing/2014/main" id="{A5B71FF3-A75C-8FF8-75CA-6FC49C1383EC}"/>
                </a:ext>
              </a:extLst>
            </p:cNvPr>
            <p:cNvSpPr/>
            <p:nvPr/>
          </p:nvSpPr>
          <p:spPr>
            <a:xfrm>
              <a:off x="3451558" y="3377191"/>
              <a:ext cx="2331796" cy="0"/>
            </a:xfrm>
            <a:custGeom>
              <a:avLst/>
              <a:gdLst/>
              <a:ahLst/>
              <a:cxnLst/>
              <a:rect l="l" t="t" r="r" b="b"/>
              <a:pathLst>
                <a:path w="2331720">
                  <a:moveTo>
                    <a:pt x="0" y="0"/>
                  </a:moveTo>
                  <a:lnTo>
                    <a:pt x="1083896" y="0"/>
                  </a:lnTo>
                </a:path>
                <a:path w="2331720">
                  <a:moveTo>
                    <a:pt x="1597907" y="0"/>
                  </a:moveTo>
                  <a:lnTo>
                    <a:pt x="2331389" y="0"/>
                  </a:lnTo>
                </a:path>
              </a:pathLst>
            </a:custGeom>
            <a:ln w="19074">
              <a:solidFill>
                <a:srgbClr val="BABABA"/>
              </a:solidFill>
            </a:ln>
          </p:spPr>
          <p:txBody>
            <a:bodyPr lIns="0" tIns="0" rIns="0" bIns="0"/>
            <a:lstStyle/>
            <a:p>
              <a:pPr>
                <a:defRPr/>
              </a:pPr>
              <a:endParaRPr sz="2647"/>
            </a:p>
          </p:txBody>
        </p:sp>
        <p:sp>
          <p:nvSpPr>
            <p:cNvPr id="221" name="object 15">
              <a:extLst>
                <a:ext uri="{FF2B5EF4-FFF2-40B4-BE49-F238E27FC236}">
                  <a16:creationId xmlns:a16="http://schemas.microsoft.com/office/drawing/2014/main" id="{5C9C0AE1-D958-1F6C-5880-9A3F8D9B04C8}"/>
                </a:ext>
              </a:extLst>
            </p:cNvPr>
            <p:cNvSpPr/>
            <p:nvPr/>
          </p:nvSpPr>
          <p:spPr>
            <a:xfrm>
              <a:off x="5749169" y="3332211"/>
              <a:ext cx="93560"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22" name="object 16">
              <a:extLst>
                <a:ext uri="{FF2B5EF4-FFF2-40B4-BE49-F238E27FC236}">
                  <a16:creationId xmlns:a16="http://schemas.microsoft.com/office/drawing/2014/main" id="{75F99495-1414-B1A3-290F-050191FC6F50}"/>
                </a:ext>
              </a:extLst>
            </p:cNvPr>
            <p:cNvSpPr/>
            <p:nvPr/>
          </p:nvSpPr>
          <p:spPr>
            <a:xfrm>
              <a:off x="3420971" y="3359199"/>
              <a:ext cx="0" cy="1453727"/>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06558" name="object 17">
              <a:extLst>
                <a:ext uri="{FF2B5EF4-FFF2-40B4-BE49-F238E27FC236}">
                  <a16:creationId xmlns:a16="http://schemas.microsoft.com/office/drawing/2014/main" id="{AA32E29F-C72D-C48A-4836-C0939A4F11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 name="object 18">
              <a:extLst>
                <a:ext uri="{FF2B5EF4-FFF2-40B4-BE49-F238E27FC236}">
                  <a16:creationId xmlns:a16="http://schemas.microsoft.com/office/drawing/2014/main" id="{9675E27E-23B6-8F09-8C11-DA5847FB0DA6}"/>
                </a:ext>
              </a:extLst>
            </p:cNvPr>
            <p:cNvSpPr/>
            <p:nvPr/>
          </p:nvSpPr>
          <p:spPr>
            <a:xfrm>
              <a:off x="1411236" y="3540915"/>
              <a:ext cx="1781233" cy="1538288"/>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225" name="object 19">
              <a:extLst>
                <a:ext uri="{FF2B5EF4-FFF2-40B4-BE49-F238E27FC236}">
                  <a16:creationId xmlns:a16="http://schemas.microsoft.com/office/drawing/2014/main" id="{BB402473-ED04-661B-D36A-5C9C27686651}"/>
                </a:ext>
              </a:extLst>
            </p:cNvPr>
            <p:cNvSpPr/>
            <p:nvPr/>
          </p:nvSpPr>
          <p:spPr>
            <a:xfrm>
              <a:off x="3138492" y="3501333"/>
              <a:ext cx="98958" cy="95356"/>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26" name="object 20">
              <a:extLst>
                <a:ext uri="{FF2B5EF4-FFF2-40B4-BE49-F238E27FC236}">
                  <a16:creationId xmlns:a16="http://schemas.microsoft.com/office/drawing/2014/main" id="{63C2CAB4-0BBC-F997-49FA-5B8B9C783679}"/>
                </a:ext>
              </a:extLst>
            </p:cNvPr>
            <p:cNvSpPr/>
            <p:nvPr/>
          </p:nvSpPr>
          <p:spPr>
            <a:xfrm>
              <a:off x="1458016" y="5176358"/>
              <a:ext cx="1754245" cy="1561677"/>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27" name="object 21">
              <a:extLst>
                <a:ext uri="{FF2B5EF4-FFF2-40B4-BE49-F238E27FC236}">
                  <a16:creationId xmlns:a16="http://schemas.microsoft.com/office/drawing/2014/main" id="{8BAE4DB2-25A4-8E19-698E-1DDD6E33637F}"/>
                </a:ext>
              </a:extLst>
            </p:cNvPr>
            <p:cNvSpPr/>
            <p:nvPr/>
          </p:nvSpPr>
          <p:spPr>
            <a:xfrm>
              <a:off x="3158284" y="6682260"/>
              <a:ext cx="98957" cy="95356"/>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28" name="object 22">
              <a:extLst>
                <a:ext uri="{FF2B5EF4-FFF2-40B4-BE49-F238E27FC236}">
                  <a16:creationId xmlns:a16="http://schemas.microsoft.com/office/drawing/2014/main" id="{7BB239AB-4983-40CE-B60C-67AC795D2CDA}"/>
                </a:ext>
              </a:extLst>
            </p:cNvPr>
            <p:cNvSpPr/>
            <p:nvPr/>
          </p:nvSpPr>
          <p:spPr>
            <a:xfrm>
              <a:off x="1377052" y="5116985"/>
              <a:ext cx="1783031"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29" name="object 23">
              <a:extLst>
                <a:ext uri="{FF2B5EF4-FFF2-40B4-BE49-F238E27FC236}">
                  <a16:creationId xmlns:a16="http://schemas.microsoft.com/office/drawing/2014/main" id="{094A9042-74D4-E486-AAC6-B9323A21383B}"/>
                </a:ext>
              </a:extLst>
            </p:cNvPr>
            <p:cNvSpPr/>
            <p:nvPr/>
          </p:nvSpPr>
          <p:spPr>
            <a:xfrm>
              <a:off x="3127697" y="5070206"/>
              <a:ext cx="91761" cy="91758"/>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30" name="object 24">
              <a:extLst>
                <a:ext uri="{FF2B5EF4-FFF2-40B4-BE49-F238E27FC236}">
                  <a16:creationId xmlns:a16="http://schemas.microsoft.com/office/drawing/2014/main" id="{AA8B9F0F-CE3E-48D2-24AA-CD9EA30A1FF9}"/>
                </a:ext>
              </a:extLst>
            </p:cNvPr>
            <p:cNvSpPr/>
            <p:nvPr/>
          </p:nvSpPr>
          <p:spPr>
            <a:xfrm>
              <a:off x="3357998" y="5116985"/>
              <a:ext cx="1176693" cy="0"/>
            </a:xfrm>
            <a:custGeom>
              <a:avLst/>
              <a:gdLst/>
              <a:ahLst/>
              <a:cxnLst/>
              <a:rect l="l" t="t" r="r" b="b"/>
              <a:pathLst>
                <a:path w="1176654">
                  <a:moveTo>
                    <a:pt x="0" y="0"/>
                  </a:moveTo>
                  <a:lnTo>
                    <a:pt x="1176426" y="0"/>
                  </a:lnTo>
                </a:path>
              </a:pathLst>
            </a:custGeom>
            <a:ln w="19076">
              <a:solidFill>
                <a:srgbClr val="BABABA"/>
              </a:solidFill>
            </a:ln>
          </p:spPr>
          <p:txBody>
            <a:bodyPr lIns="0" tIns="0" rIns="0" bIns="0"/>
            <a:lstStyle/>
            <a:p>
              <a:pPr>
                <a:defRPr/>
              </a:pPr>
              <a:endParaRPr sz="2647"/>
            </a:p>
          </p:txBody>
        </p:sp>
        <p:sp>
          <p:nvSpPr>
            <p:cNvPr id="231" name="object 25">
              <a:extLst>
                <a:ext uri="{FF2B5EF4-FFF2-40B4-BE49-F238E27FC236}">
                  <a16:creationId xmlns:a16="http://schemas.microsoft.com/office/drawing/2014/main" id="{8214ABBF-F32F-CDC5-5785-32585AF98E83}"/>
                </a:ext>
              </a:extLst>
            </p:cNvPr>
            <p:cNvSpPr/>
            <p:nvPr/>
          </p:nvSpPr>
          <p:spPr>
            <a:xfrm>
              <a:off x="3420971" y="5196148"/>
              <a:ext cx="0" cy="651298"/>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32" name="object 26">
              <a:extLst>
                <a:ext uri="{FF2B5EF4-FFF2-40B4-BE49-F238E27FC236}">
                  <a16:creationId xmlns:a16="http://schemas.microsoft.com/office/drawing/2014/main" id="{D0958407-D9BC-A7CF-7128-71D625C5742C}"/>
                </a:ext>
              </a:extLst>
            </p:cNvPr>
            <p:cNvSpPr/>
            <p:nvPr/>
          </p:nvSpPr>
          <p:spPr>
            <a:xfrm>
              <a:off x="3241049" y="4906483"/>
              <a:ext cx="354447" cy="35443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33" name="object 27">
              <a:extLst>
                <a:ext uri="{FF2B5EF4-FFF2-40B4-BE49-F238E27FC236}">
                  <a16:creationId xmlns:a16="http://schemas.microsoft.com/office/drawing/2014/main" id="{B1F234DF-0BC5-0DBC-45E9-E5EA8D21CE44}"/>
                </a:ext>
              </a:extLst>
            </p:cNvPr>
            <p:cNvSpPr/>
            <p:nvPr/>
          </p:nvSpPr>
          <p:spPr>
            <a:xfrm>
              <a:off x="3241049" y="4906483"/>
              <a:ext cx="354447"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234" name="object 28">
              <a:extLst>
                <a:ext uri="{FF2B5EF4-FFF2-40B4-BE49-F238E27FC236}">
                  <a16:creationId xmlns:a16="http://schemas.microsoft.com/office/drawing/2014/main" id="{4A648A91-12E4-64AC-6370-3042AE72531D}"/>
                </a:ext>
              </a:extLst>
            </p:cNvPr>
            <p:cNvSpPr/>
            <p:nvPr/>
          </p:nvSpPr>
          <p:spPr>
            <a:xfrm>
              <a:off x="5986666" y="3303425"/>
              <a:ext cx="1851402" cy="159046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235" name="object 29">
              <a:extLst>
                <a:ext uri="{FF2B5EF4-FFF2-40B4-BE49-F238E27FC236}">
                  <a16:creationId xmlns:a16="http://schemas.microsoft.com/office/drawing/2014/main" id="{FB73118D-E731-0ED8-5507-3DDCF6132A1E}"/>
                </a:ext>
              </a:extLst>
            </p:cNvPr>
            <p:cNvSpPr/>
            <p:nvPr/>
          </p:nvSpPr>
          <p:spPr>
            <a:xfrm>
              <a:off x="7782293" y="4838114"/>
              <a:ext cx="100757" cy="93557"/>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236" name="object 30">
              <a:extLst>
                <a:ext uri="{FF2B5EF4-FFF2-40B4-BE49-F238E27FC236}">
                  <a16:creationId xmlns:a16="http://schemas.microsoft.com/office/drawing/2014/main" id="{12AAB990-BB5A-16A0-427D-4E3AAA1BBE22}"/>
                </a:ext>
              </a:extLst>
            </p:cNvPr>
            <p:cNvSpPr/>
            <p:nvPr/>
          </p:nvSpPr>
          <p:spPr>
            <a:xfrm>
              <a:off x="6044241" y="3549911"/>
              <a:ext cx="0" cy="1272010"/>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06572" name="object 31">
              <a:extLst>
                <a:ext uri="{FF2B5EF4-FFF2-40B4-BE49-F238E27FC236}">
                  <a16:creationId xmlns:a16="http://schemas.microsoft.com/office/drawing/2014/main" id="{16136BB6-9E5A-2734-3959-C2DDFEE143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 name="object 32">
              <a:extLst>
                <a:ext uri="{FF2B5EF4-FFF2-40B4-BE49-F238E27FC236}">
                  <a16:creationId xmlns:a16="http://schemas.microsoft.com/office/drawing/2014/main" id="{9B8EFEBB-BDB1-1C6B-A74E-2DB480F07DAD}"/>
                </a:ext>
              </a:extLst>
            </p:cNvPr>
            <p:cNvSpPr/>
            <p:nvPr/>
          </p:nvSpPr>
          <p:spPr>
            <a:xfrm>
              <a:off x="5866118" y="3188278"/>
              <a:ext cx="352648"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239" name="object 33">
              <a:extLst>
                <a:ext uri="{FF2B5EF4-FFF2-40B4-BE49-F238E27FC236}">
                  <a16:creationId xmlns:a16="http://schemas.microsoft.com/office/drawing/2014/main" id="{F3DF1F45-D97E-F2E5-5E0E-53D71472B7AA}"/>
                </a:ext>
              </a:extLst>
            </p:cNvPr>
            <p:cNvSpPr/>
            <p:nvPr/>
          </p:nvSpPr>
          <p:spPr>
            <a:xfrm>
              <a:off x="5866118" y="3188278"/>
              <a:ext cx="352648"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240" name="object 34">
              <a:extLst>
                <a:ext uri="{FF2B5EF4-FFF2-40B4-BE49-F238E27FC236}">
                  <a16:creationId xmlns:a16="http://schemas.microsoft.com/office/drawing/2014/main" id="{21CEBCD9-7696-2900-7FE1-35E61C795350}"/>
                </a:ext>
              </a:extLst>
            </p:cNvPr>
            <p:cNvSpPr/>
            <p:nvPr/>
          </p:nvSpPr>
          <p:spPr>
            <a:xfrm>
              <a:off x="3451558" y="6901758"/>
              <a:ext cx="1036354" cy="0"/>
            </a:xfrm>
            <a:custGeom>
              <a:avLst/>
              <a:gdLst/>
              <a:ahLst/>
              <a:cxnLst/>
              <a:rect l="l" t="t" r="r" b="b"/>
              <a:pathLst>
                <a:path w="1036320">
                  <a:moveTo>
                    <a:pt x="0" y="0"/>
                  </a:moveTo>
                  <a:lnTo>
                    <a:pt x="1036209" y="0"/>
                  </a:lnTo>
                </a:path>
              </a:pathLst>
            </a:custGeom>
            <a:ln w="19074">
              <a:solidFill>
                <a:srgbClr val="BABABA"/>
              </a:solidFill>
            </a:ln>
          </p:spPr>
          <p:txBody>
            <a:bodyPr lIns="0" tIns="0" rIns="0" bIns="0"/>
            <a:lstStyle/>
            <a:p>
              <a:pPr>
                <a:defRPr/>
              </a:pPr>
              <a:endParaRPr sz="2647"/>
            </a:p>
          </p:txBody>
        </p:sp>
        <p:sp>
          <p:nvSpPr>
            <p:cNvPr id="241" name="object 35">
              <a:extLst>
                <a:ext uri="{FF2B5EF4-FFF2-40B4-BE49-F238E27FC236}">
                  <a16:creationId xmlns:a16="http://schemas.microsoft.com/office/drawing/2014/main" id="{DDCDFB90-4A47-BF7F-CDE1-2601951B0A48}"/>
                </a:ext>
              </a:extLst>
            </p:cNvPr>
            <p:cNvSpPr/>
            <p:nvPr/>
          </p:nvSpPr>
          <p:spPr>
            <a:xfrm>
              <a:off x="3420971" y="6086736"/>
              <a:ext cx="0" cy="541549"/>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06577" name="object 36">
              <a:extLst>
                <a:ext uri="{FF2B5EF4-FFF2-40B4-BE49-F238E27FC236}">
                  <a16:creationId xmlns:a16="http://schemas.microsoft.com/office/drawing/2014/main" id="{D0A21011-472C-F4E3-AA57-D283BFAF74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object 37">
              <a:extLst>
                <a:ext uri="{FF2B5EF4-FFF2-40B4-BE49-F238E27FC236}">
                  <a16:creationId xmlns:a16="http://schemas.microsoft.com/office/drawing/2014/main" id="{B2C4E1F8-B4A2-9941-A8F0-06E2B5D01B08}"/>
                </a:ext>
              </a:extLst>
            </p:cNvPr>
            <p:cNvSpPr/>
            <p:nvPr/>
          </p:nvSpPr>
          <p:spPr>
            <a:xfrm>
              <a:off x="3241049" y="6689456"/>
              <a:ext cx="354447" cy="35263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44" name="object 38">
              <a:extLst>
                <a:ext uri="{FF2B5EF4-FFF2-40B4-BE49-F238E27FC236}">
                  <a16:creationId xmlns:a16="http://schemas.microsoft.com/office/drawing/2014/main" id="{4B01447F-B024-8765-68C1-B255F4688ECA}"/>
                </a:ext>
              </a:extLst>
            </p:cNvPr>
            <p:cNvSpPr/>
            <p:nvPr/>
          </p:nvSpPr>
          <p:spPr>
            <a:xfrm>
              <a:off x="3241049" y="6689456"/>
              <a:ext cx="354447"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245" name="object 39">
              <a:extLst>
                <a:ext uri="{FF2B5EF4-FFF2-40B4-BE49-F238E27FC236}">
                  <a16:creationId xmlns:a16="http://schemas.microsoft.com/office/drawing/2014/main" id="{5A3BE687-E502-52A1-B2DA-109CE8EE7FF8}"/>
                </a:ext>
              </a:extLst>
            </p:cNvPr>
            <p:cNvSpPr/>
            <p:nvPr/>
          </p:nvSpPr>
          <p:spPr>
            <a:xfrm>
              <a:off x="5866118" y="6689456"/>
              <a:ext cx="352648"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246" name="object 40">
              <a:extLst>
                <a:ext uri="{FF2B5EF4-FFF2-40B4-BE49-F238E27FC236}">
                  <a16:creationId xmlns:a16="http://schemas.microsoft.com/office/drawing/2014/main" id="{147B9556-7B2B-1C16-FD47-DBBDBFE17E06}"/>
                </a:ext>
              </a:extLst>
            </p:cNvPr>
            <p:cNvSpPr/>
            <p:nvPr/>
          </p:nvSpPr>
          <p:spPr>
            <a:xfrm>
              <a:off x="5866118" y="6689456"/>
              <a:ext cx="352648"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247" name="object 41">
              <a:extLst>
                <a:ext uri="{FF2B5EF4-FFF2-40B4-BE49-F238E27FC236}">
                  <a16:creationId xmlns:a16="http://schemas.microsoft.com/office/drawing/2014/main" id="{C6820BD9-921C-9249-D2E3-AF6AF46E705B}"/>
                </a:ext>
              </a:extLst>
            </p:cNvPr>
            <p:cNvSpPr/>
            <p:nvPr/>
          </p:nvSpPr>
          <p:spPr>
            <a:xfrm>
              <a:off x="3161883" y="4055476"/>
              <a:ext cx="514578" cy="23749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48" name="object 42">
              <a:extLst>
                <a:ext uri="{FF2B5EF4-FFF2-40B4-BE49-F238E27FC236}">
                  <a16:creationId xmlns:a16="http://schemas.microsoft.com/office/drawing/2014/main" id="{DB5B3FFD-8C07-AC81-3D01-5E475DD68E3A}"/>
                </a:ext>
              </a:extLst>
            </p:cNvPr>
            <p:cNvSpPr/>
            <p:nvPr/>
          </p:nvSpPr>
          <p:spPr>
            <a:xfrm>
              <a:off x="7701327" y="5116985"/>
              <a:ext cx="84564" cy="0"/>
            </a:xfrm>
            <a:custGeom>
              <a:avLst/>
              <a:gdLst/>
              <a:ahLst/>
              <a:cxnLst/>
              <a:rect l="l" t="t" r="r" b="b"/>
              <a:pathLst>
                <a:path w="83820">
                  <a:moveTo>
                    <a:pt x="0" y="0"/>
                  </a:moveTo>
                  <a:lnTo>
                    <a:pt x="83526" y="0"/>
                  </a:lnTo>
                </a:path>
              </a:pathLst>
            </a:custGeom>
            <a:ln w="3175">
              <a:solidFill>
                <a:srgbClr val="BABABA"/>
              </a:solidFill>
            </a:ln>
          </p:spPr>
          <p:txBody>
            <a:bodyPr lIns="0" tIns="0" rIns="0" bIns="0"/>
            <a:lstStyle/>
            <a:p>
              <a:pPr>
                <a:defRPr/>
              </a:pPr>
              <a:endParaRPr sz="2647"/>
            </a:p>
          </p:txBody>
        </p:sp>
        <p:sp>
          <p:nvSpPr>
            <p:cNvPr id="249" name="object 43">
              <a:extLst>
                <a:ext uri="{FF2B5EF4-FFF2-40B4-BE49-F238E27FC236}">
                  <a16:creationId xmlns:a16="http://schemas.microsoft.com/office/drawing/2014/main" id="{B03A2973-5BAC-28A0-767F-BD21427FF167}"/>
                </a:ext>
              </a:extLst>
            </p:cNvPr>
            <p:cNvSpPr/>
            <p:nvPr/>
          </p:nvSpPr>
          <p:spPr>
            <a:xfrm>
              <a:off x="7753505" y="5070206"/>
              <a:ext cx="91760" cy="91758"/>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sp>
          <p:nvSpPr>
            <p:cNvPr id="250" name="object 44">
              <a:extLst>
                <a:ext uri="{FF2B5EF4-FFF2-40B4-BE49-F238E27FC236}">
                  <a16:creationId xmlns:a16="http://schemas.microsoft.com/office/drawing/2014/main" id="{0AE8B734-902D-3F7F-363F-F34B04AD04DE}"/>
                </a:ext>
              </a:extLst>
            </p:cNvPr>
            <p:cNvSpPr/>
            <p:nvPr/>
          </p:nvSpPr>
          <p:spPr>
            <a:xfrm>
              <a:off x="6002859" y="5106190"/>
              <a:ext cx="0" cy="19791"/>
            </a:xfrm>
            <a:custGeom>
              <a:avLst/>
              <a:gdLst/>
              <a:ahLst/>
              <a:cxnLst/>
              <a:rect l="l" t="t" r="r" b="b"/>
              <a:pathLst>
                <a:path h="19685">
                  <a:moveTo>
                    <a:pt x="0" y="0"/>
                  </a:moveTo>
                  <a:lnTo>
                    <a:pt x="0" y="19088"/>
                  </a:lnTo>
                </a:path>
              </a:pathLst>
            </a:custGeom>
            <a:ln w="3175">
              <a:solidFill>
                <a:srgbClr val="BABABA"/>
              </a:solidFill>
            </a:ln>
          </p:spPr>
          <p:txBody>
            <a:bodyPr lIns="0" tIns="0" rIns="0" bIns="0"/>
            <a:lstStyle/>
            <a:p>
              <a:pPr>
                <a:defRPr/>
              </a:pPr>
              <a:endParaRPr sz="2647"/>
            </a:p>
          </p:txBody>
        </p:sp>
        <p:sp>
          <p:nvSpPr>
            <p:cNvPr id="251" name="object 45">
              <a:extLst>
                <a:ext uri="{FF2B5EF4-FFF2-40B4-BE49-F238E27FC236}">
                  <a16:creationId xmlns:a16="http://schemas.microsoft.com/office/drawing/2014/main" id="{FD305883-C00B-7B87-973E-87CA917CFF7B}"/>
                </a:ext>
              </a:extLst>
            </p:cNvPr>
            <p:cNvSpPr/>
            <p:nvPr/>
          </p:nvSpPr>
          <p:spPr>
            <a:xfrm>
              <a:off x="5049269" y="5116985"/>
              <a:ext cx="734084" cy="0"/>
            </a:xfrm>
            <a:custGeom>
              <a:avLst/>
              <a:gdLst/>
              <a:ahLst/>
              <a:cxnLst/>
              <a:rect l="l" t="t" r="r" b="b"/>
              <a:pathLst>
                <a:path w="734060">
                  <a:moveTo>
                    <a:pt x="0" y="0"/>
                  </a:moveTo>
                  <a:lnTo>
                    <a:pt x="733482" y="0"/>
                  </a:lnTo>
                </a:path>
              </a:pathLst>
            </a:custGeom>
            <a:ln w="19076">
              <a:solidFill>
                <a:srgbClr val="BABABA"/>
              </a:solidFill>
            </a:ln>
          </p:spPr>
          <p:txBody>
            <a:bodyPr lIns="0" tIns="0" rIns="0" bIns="0"/>
            <a:lstStyle/>
            <a:p>
              <a:pPr>
                <a:defRPr/>
              </a:pPr>
              <a:endParaRPr sz="2647"/>
            </a:p>
          </p:txBody>
        </p:sp>
        <p:sp>
          <p:nvSpPr>
            <p:cNvPr id="252" name="object 46">
              <a:extLst>
                <a:ext uri="{FF2B5EF4-FFF2-40B4-BE49-F238E27FC236}">
                  <a16:creationId xmlns:a16="http://schemas.microsoft.com/office/drawing/2014/main" id="{8CC1C32F-3936-551B-E9F1-1732DB04AB42}"/>
                </a:ext>
              </a:extLst>
            </p:cNvPr>
            <p:cNvSpPr/>
            <p:nvPr/>
          </p:nvSpPr>
          <p:spPr>
            <a:xfrm>
              <a:off x="5749169" y="5070206"/>
              <a:ext cx="93560"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grpSp>
      <p:sp>
        <p:nvSpPr>
          <p:cNvPr id="253" name="object 47">
            <a:extLst>
              <a:ext uri="{FF2B5EF4-FFF2-40B4-BE49-F238E27FC236}">
                <a16:creationId xmlns:a16="http://schemas.microsoft.com/office/drawing/2014/main" id="{665BC5AC-2CAC-FA12-113D-249B93B36643}"/>
              </a:ext>
            </a:extLst>
          </p:cNvPr>
          <p:cNvSpPr txBox="1"/>
          <p:nvPr/>
        </p:nvSpPr>
        <p:spPr>
          <a:xfrm>
            <a:off x="2995613" y="4038600"/>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254" name="object 48">
            <a:extLst>
              <a:ext uri="{FF2B5EF4-FFF2-40B4-BE49-F238E27FC236}">
                <a16:creationId xmlns:a16="http://schemas.microsoft.com/office/drawing/2014/main" id="{E433E90E-CC19-C24B-3365-6608C5E3D4FB}"/>
              </a:ext>
            </a:extLst>
          </p:cNvPr>
          <p:cNvSpPr/>
          <p:nvPr/>
        </p:nvSpPr>
        <p:spPr>
          <a:xfrm>
            <a:off x="2917825" y="5624513"/>
            <a:ext cx="452438"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55" name="object 49">
            <a:extLst>
              <a:ext uri="{FF2B5EF4-FFF2-40B4-BE49-F238E27FC236}">
                <a16:creationId xmlns:a16="http://schemas.microsoft.com/office/drawing/2014/main" id="{E920A184-2A1C-89AE-7661-B8AF9F78F077}"/>
              </a:ext>
            </a:extLst>
          </p:cNvPr>
          <p:cNvSpPr txBox="1"/>
          <p:nvPr/>
        </p:nvSpPr>
        <p:spPr>
          <a:xfrm>
            <a:off x="2986088" y="5621338"/>
            <a:ext cx="346075"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256" name="object 50">
            <a:extLst>
              <a:ext uri="{FF2B5EF4-FFF2-40B4-BE49-F238E27FC236}">
                <a16:creationId xmlns:a16="http://schemas.microsoft.com/office/drawing/2014/main" id="{0789E1A7-2E0E-6233-BE9E-1B329C2BE447}"/>
              </a:ext>
            </a:extLst>
          </p:cNvPr>
          <p:cNvSpPr/>
          <p:nvPr/>
        </p:nvSpPr>
        <p:spPr>
          <a:xfrm>
            <a:off x="1936750" y="5453063"/>
            <a:ext cx="542925" cy="515937"/>
          </a:xfrm>
          <a:custGeom>
            <a:avLst/>
            <a:gdLst/>
            <a:ahLst/>
            <a:cxnLst/>
            <a:rect l="l" t="t" r="r" b="b"/>
            <a:pathLst>
              <a:path w="614680" h="584835">
                <a:moveTo>
                  <a:pt x="158614" y="0"/>
                </a:moveTo>
                <a:lnTo>
                  <a:pt x="0" y="178024"/>
                </a:lnTo>
                <a:lnTo>
                  <a:pt x="455902" y="584217"/>
                </a:lnTo>
                <a:lnTo>
                  <a:pt x="614516" y="406192"/>
                </a:lnTo>
                <a:lnTo>
                  <a:pt x="158614" y="0"/>
                </a:lnTo>
                <a:close/>
              </a:path>
            </a:pathLst>
          </a:custGeom>
          <a:solidFill>
            <a:srgbClr val="F2F2F2"/>
          </a:solidFill>
        </p:spPr>
        <p:txBody>
          <a:bodyPr lIns="0" tIns="0" rIns="0" bIns="0"/>
          <a:lstStyle/>
          <a:p>
            <a:pPr>
              <a:defRPr/>
            </a:pPr>
            <a:endParaRPr sz="2647"/>
          </a:p>
        </p:txBody>
      </p:sp>
      <p:sp>
        <p:nvSpPr>
          <p:cNvPr id="257" name="object 51">
            <a:extLst>
              <a:ext uri="{FF2B5EF4-FFF2-40B4-BE49-F238E27FC236}">
                <a16:creationId xmlns:a16="http://schemas.microsoft.com/office/drawing/2014/main" id="{C578218D-52B7-7BA2-4236-D0552C600433}"/>
              </a:ext>
            </a:extLst>
          </p:cNvPr>
          <p:cNvSpPr txBox="1"/>
          <p:nvPr/>
        </p:nvSpPr>
        <p:spPr>
          <a:xfrm rot="2460000">
            <a:off x="2005013" y="5649913"/>
            <a:ext cx="430212" cy="139700"/>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15</a:t>
            </a:r>
            <a:endParaRPr sz="1059">
              <a:latin typeface="Lucida Sans"/>
              <a:cs typeface="Lucida Sans"/>
            </a:endParaRPr>
          </a:p>
        </p:txBody>
      </p:sp>
      <p:sp>
        <p:nvSpPr>
          <p:cNvPr id="258" name="object 52">
            <a:extLst>
              <a:ext uri="{FF2B5EF4-FFF2-40B4-BE49-F238E27FC236}">
                <a16:creationId xmlns:a16="http://schemas.microsoft.com/office/drawing/2014/main" id="{EBEE00BA-407B-4D78-E385-85FD0992B82B}"/>
              </a:ext>
            </a:extLst>
          </p:cNvPr>
          <p:cNvSpPr/>
          <p:nvPr/>
        </p:nvSpPr>
        <p:spPr>
          <a:xfrm>
            <a:off x="5230813" y="40417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259" name="object 53">
            <a:extLst>
              <a:ext uri="{FF2B5EF4-FFF2-40B4-BE49-F238E27FC236}">
                <a16:creationId xmlns:a16="http://schemas.microsoft.com/office/drawing/2014/main" id="{454D5249-AF70-A9E4-34D9-EDB72C22F301}"/>
              </a:ext>
            </a:extLst>
          </p:cNvPr>
          <p:cNvSpPr txBox="1"/>
          <p:nvPr/>
        </p:nvSpPr>
        <p:spPr>
          <a:xfrm>
            <a:off x="5300663" y="4038600"/>
            <a:ext cx="430212"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260" name="object 54">
            <a:extLst>
              <a:ext uri="{FF2B5EF4-FFF2-40B4-BE49-F238E27FC236}">
                <a16:creationId xmlns:a16="http://schemas.microsoft.com/office/drawing/2014/main" id="{C1474675-ADDF-9043-D530-3D86969BE258}"/>
              </a:ext>
            </a:extLst>
          </p:cNvPr>
          <p:cNvSpPr/>
          <p:nvPr/>
        </p:nvSpPr>
        <p:spPr>
          <a:xfrm>
            <a:off x="5222875" y="5624513"/>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261" name="object 55">
            <a:extLst>
              <a:ext uri="{FF2B5EF4-FFF2-40B4-BE49-F238E27FC236}">
                <a16:creationId xmlns:a16="http://schemas.microsoft.com/office/drawing/2014/main" id="{8D618A8E-1162-C201-F726-172BBCC13B2F}"/>
              </a:ext>
            </a:extLst>
          </p:cNvPr>
          <p:cNvSpPr txBox="1"/>
          <p:nvPr/>
        </p:nvSpPr>
        <p:spPr>
          <a:xfrm>
            <a:off x="5292725" y="5621338"/>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262" name="object 56">
            <a:extLst>
              <a:ext uri="{FF2B5EF4-FFF2-40B4-BE49-F238E27FC236}">
                <a16:creationId xmlns:a16="http://schemas.microsoft.com/office/drawing/2014/main" id="{47C555EA-989F-3F65-9624-4E72C1FC5E17}"/>
              </a:ext>
            </a:extLst>
          </p:cNvPr>
          <p:cNvSpPr/>
          <p:nvPr/>
        </p:nvSpPr>
        <p:spPr>
          <a:xfrm>
            <a:off x="6097588" y="5437188"/>
            <a:ext cx="544512" cy="512762"/>
          </a:xfrm>
          <a:custGeom>
            <a:avLst/>
            <a:gdLst/>
            <a:ahLst/>
            <a:cxnLst/>
            <a:rect l="l" t="t" r="r" b="b"/>
            <a:pathLst>
              <a:path w="617220" h="581660">
                <a:moveTo>
                  <a:pt x="460129" y="0"/>
                </a:moveTo>
                <a:lnTo>
                  <a:pt x="0" y="401397"/>
                </a:lnTo>
                <a:lnTo>
                  <a:pt x="156742" y="581073"/>
                </a:lnTo>
                <a:lnTo>
                  <a:pt x="616872" y="179675"/>
                </a:lnTo>
                <a:lnTo>
                  <a:pt x="460129" y="0"/>
                </a:lnTo>
                <a:close/>
              </a:path>
            </a:pathLst>
          </a:custGeom>
          <a:solidFill>
            <a:srgbClr val="F2F2F2"/>
          </a:solidFill>
        </p:spPr>
        <p:txBody>
          <a:bodyPr lIns="0" tIns="0" rIns="0" bIns="0"/>
          <a:lstStyle/>
          <a:p>
            <a:pPr>
              <a:defRPr/>
            </a:pPr>
            <a:endParaRPr sz="2647"/>
          </a:p>
        </p:txBody>
      </p:sp>
      <p:sp>
        <p:nvSpPr>
          <p:cNvPr id="263" name="object 57">
            <a:extLst>
              <a:ext uri="{FF2B5EF4-FFF2-40B4-BE49-F238E27FC236}">
                <a16:creationId xmlns:a16="http://schemas.microsoft.com/office/drawing/2014/main" id="{146895E9-57D0-B2F3-CBC0-F49B6F2DDA59}"/>
              </a:ext>
            </a:extLst>
          </p:cNvPr>
          <p:cNvSpPr txBox="1"/>
          <p:nvPr/>
        </p:nvSpPr>
        <p:spPr>
          <a:xfrm rot="19140000">
            <a:off x="6164263" y="5611813"/>
            <a:ext cx="430212" cy="141287"/>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264" name="object 58">
            <a:extLst>
              <a:ext uri="{FF2B5EF4-FFF2-40B4-BE49-F238E27FC236}">
                <a16:creationId xmlns:a16="http://schemas.microsoft.com/office/drawing/2014/main" id="{11DE1566-0E16-27BF-2D38-345ED2DBDAF9}"/>
              </a:ext>
            </a:extLst>
          </p:cNvPr>
          <p:cNvSpPr/>
          <p:nvPr/>
        </p:nvSpPr>
        <p:spPr>
          <a:xfrm>
            <a:off x="4122738" y="3317875"/>
            <a:ext cx="495300" cy="2674938"/>
          </a:xfrm>
          <a:custGeom>
            <a:avLst/>
            <a:gdLst/>
            <a:ahLst/>
            <a:cxnLst/>
            <a:rect l="l" t="t" r="r" b="b"/>
            <a:pathLst>
              <a:path w="561339" h="3032125">
                <a:moveTo>
                  <a:pt x="529780" y="0"/>
                </a:moveTo>
                <a:lnTo>
                  <a:pt x="15773" y="0"/>
                </a:lnTo>
                <a:lnTo>
                  <a:pt x="15773" y="238429"/>
                </a:lnTo>
                <a:lnTo>
                  <a:pt x="529780" y="238429"/>
                </a:lnTo>
                <a:lnTo>
                  <a:pt x="529780" y="0"/>
                </a:lnTo>
                <a:close/>
              </a:path>
              <a:path w="561339" h="3032125">
                <a:moveTo>
                  <a:pt x="561086" y="2831503"/>
                </a:moveTo>
                <a:lnTo>
                  <a:pt x="129514" y="2552306"/>
                </a:lnTo>
                <a:lnTo>
                  <a:pt x="0" y="2752496"/>
                </a:lnTo>
                <a:lnTo>
                  <a:pt x="431571" y="3031693"/>
                </a:lnTo>
                <a:lnTo>
                  <a:pt x="561086" y="2831503"/>
                </a:lnTo>
                <a:close/>
              </a:path>
            </a:pathLst>
          </a:custGeom>
          <a:solidFill>
            <a:srgbClr val="F2F2F2"/>
          </a:solidFill>
        </p:spPr>
        <p:txBody>
          <a:bodyPr lIns="0" tIns="0" rIns="0" bIns="0"/>
          <a:lstStyle/>
          <a:p>
            <a:pPr>
              <a:defRPr/>
            </a:pPr>
            <a:endParaRPr sz="2647"/>
          </a:p>
        </p:txBody>
      </p:sp>
      <p:sp>
        <p:nvSpPr>
          <p:cNvPr id="265" name="object 59">
            <a:extLst>
              <a:ext uri="{FF2B5EF4-FFF2-40B4-BE49-F238E27FC236}">
                <a16:creationId xmlns:a16="http://schemas.microsoft.com/office/drawing/2014/main" id="{9C271601-273C-986C-1470-437DFCC4ED2E}"/>
              </a:ext>
            </a:extLst>
          </p:cNvPr>
          <p:cNvSpPr txBox="1"/>
          <p:nvPr/>
        </p:nvSpPr>
        <p:spPr>
          <a:xfrm>
            <a:off x="4206875" y="4854575"/>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266" name="object 60">
            <a:extLst>
              <a:ext uri="{FF2B5EF4-FFF2-40B4-BE49-F238E27FC236}">
                <a16:creationId xmlns:a16="http://schemas.microsoft.com/office/drawing/2014/main" id="{2C7B1213-8427-EBCA-0492-3D61BF2AC2A9}"/>
              </a:ext>
            </a:extLst>
          </p:cNvPr>
          <p:cNvSpPr txBox="1"/>
          <p:nvPr/>
        </p:nvSpPr>
        <p:spPr>
          <a:xfrm rot="1920000">
            <a:off x="4208463" y="5718175"/>
            <a:ext cx="352425" cy="141288"/>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sp>
        <p:nvSpPr>
          <p:cNvPr id="267" name="object 61">
            <a:extLst>
              <a:ext uri="{FF2B5EF4-FFF2-40B4-BE49-F238E27FC236}">
                <a16:creationId xmlns:a16="http://schemas.microsoft.com/office/drawing/2014/main" id="{734ACD6B-B973-8CD5-CF3F-80936F546D85}"/>
              </a:ext>
            </a:extLst>
          </p:cNvPr>
          <p:cNvSpPr/>
          <p:nvPr/>
        </p:nvSpPr>
        <p:spPr>
          <a:xfrm>
            <a:off x="4095750" y="6423025"/>
            <a:ext cx="538163" cy="211138"/>
          </a:xfrm>
          <a:custGeom>
            <a:avLst/>
            <a:gdLst/>
            <a:ahLst/>
            <a:cxnLst/>
            <a:rect l="l" t="t" r="r" b="b"/>
            <a:pathLst>
              <a:path w="610870" h="238759">
                <a:moveTo>
                  <a:pt x="0" y="0"/>
                </a:moveTo>
                <a:lnTo>
                  <a:pt x="610605" y="0"/>
                </a:lnTo>
                <a:lnTo>
                  <a:pt x="610605" y="238435"/>
                </a:lnTo>
                <a:lnTo>
                  <a:pt x="0" y="238435"/>
                </a:lnTo>
                <a:lnTo>
                  <a:pt x="0" y="0"/>
                </a:lnTo>
                <a:close/>
              </a:path>
            </a:pathLst>
          </a:custGeom>
          <a:solidFill>
            <a:srgbClr val="F2F2F2"/>
          </a:solidFill>
        </p:spPr>
        <p:txBody>
          <a:bodyPr lIns="0" tIns="0" rIns="0" bIns="0"/>
          <a:lstStyle/>
          <a:p>
            <a:pPr>
              <a:defRPr/>
            </a:pPr>
            <a:endParaRPr sz="2647"/>
          </a:p>
        </p:txBody>
      </p:sp>
      <p:sp>
        <p:nvSpPr>
          <p:cNvPr id="268" name="object 62">
            <a:extLst>
              <a:ext uri="{FF2B5EF4-FFF2-40B4-BE49-F238E27FC236}">
                <a16:creationId xmlns:a16="http://schemas.microsoft.com/office/drawing/2014/main" id="{C91E87B6-E35C-F366-E1F6-D738CCA45CAE}"/>
              </a:ext>
            </a:extLst>
          </p:cNvPr>
          <p:cNvSpPr txBox="1"/>
          <p:nvPr/>
        </p:nvSpPr>
        <p:spPr>
          <a:xfrm>
            <a:off x="4165600" y="6419850"/>
            <a:ext cx="428625"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16</a:t>
            </a:r>
            <a:endParaRPr sz="1059">
              <a:latin typeface="Lucida Sans"/>
              <a:cs typeface="Lucida Sans"/>
            </a:endParaRPr>
          </a:p>
        </p:txBody>
      </p:sp>
      <p:grpSp>
        <p:nvGrpSpPr>
          <p:cNvPr id="106518" name="object 63">
            <a:extLst>
              <a:ext uri="{FF2B5EF4-FFF2-40B4-BE49-F238E27FC236}">
                <a16:creationId xmlns:a16="http://schemas.microsoft.com/office/drawing/2014/main" id="{131F2E8A-2686-5D9F-3CED-495387CED925}"/>
              </a:ext>
            </a:extLst>
          </p:cNvPr>
          <p:cNvGrpSpPr>
            <a:grpSpLocks/>
          </p:cNvGrpSpPr>
          <p:nvPr/>
        </p:nvGrpSpPr>
        <p:grpSpPr bwMode="auto">
          <a:xfrm>
            <a:off x="1222375" y="3427413"/>
            <a:ext cx="4106863" cy="1676400"/>
            <a:chOff x="1231593" y="3358251"/>
            <a:chExt cx="4653915" cy="1900555"/>
          </a:xfrm>
        </p:grpSpPr>
        <p:sp>
          <p:nvSpPr>
            <p:cNvPr id="270" name="object 64">
              <a:extLst>
                <a:ext uri="{FF2B5EF4-FFF2-40B4-BE49-F238E27FC236}">
                  <a16:creationId xmlns:a16="http://schemas.microsoft.com/office/drawing/2014/main" id="{D17DDB34-DBDC-A5D3-874C-BC5CFC7FA112}"/>
                </a:ext>
              </a:extLst>
            </p:cNvPr>
            <p:cNvSpPr/>
            <p:nvPr/>
          </p:nvSpPr>
          <p:spPr>
            <a:xfrm>
              <a:off x="3428126" y="3387047"/>
              <a:ext cx="2336851" cy="1490208"/>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271" name="object 65">
              <a:extLst>
                <a:ext uri="{FF2B5EF4-FFF2-40B4-BE49-F238E27FC236}">
                  <a16:creationId xmlns:a16="http://schemas.microsoft.com/office/drawing/2014/main" id="{0931F008-98E5-7D63-AFF6-6FE87469FCD8}"/>
                </a:ext>
              </a:extLst>
            </p:cNvPr>
            <p:cNvSpPr/>
            <p:nvPr/>
          </p:nvSpPr>
          <p:spPr>
            <a:xfrm>
              <a:off x="5630055" y="4735073"/>
              <a:ext cx="255453" cy="219572"/>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272" name="object 66">
              <a:extLst>
                <a:ext uri="{FF2B5EF4-FFF2-40B4-BE49-F238E27FC236}">
                  <a16:creationId xmlns:a16="http://schemas.microsoft.com/office/drawing/2014/main" id="{4407CCFF-3833-1F24-CDFF-34A6035A8A29}"/>
                </a:ext>
              </a:extLst>
            </p:cNvPr>
            <p:cNvSpPr/>
            <p:nvPr/>
          </p:nvSpPr>
          <p:spPr>
            <a:xfrm>
              <a:off x="1406093" y="3595820"/>
              <a:ext cx="1719808" cy="1483009"/>
            </a:xfrm>
            <a:custGeom>
              <a:avLst/>
              <a:gdLst/>
              <a:ahLst/>
              <a:cxnLst/>
              <a:rect l="l" t="t" r="r" b="b"/>
              <a:pathLst>
                <a:path w="1718945" h="1483995">
                  <a:moveTo>
                    <a:pt x="1718858" y="0"/>
                  </a:moveTo>
                  <a:lnTo>
                    <a:pt x="1697199" y="18696"/>
                  </a:lnTo>
                  <a:lnTo>
                    <a:pt x="0" y="1483815"/>
                  </a:lnTo>
                </a:path>
              </a:pathLst>
            </a:custGeom>
            <a:ln w="57224">
              <a:solidFill>
                <a:srgbClr val="000000"/>
              </a:solidFill>
            </a:ln>
          </p:spPr>
          <p:txBody>
            <a:bodyPr lIns="0" tIns="0" rIns="0" bIns="0"/>
            <a:lstStyle/>
            <a:p>
              <a:pPr>
                <a:defRPr/>
              </a:pPr>
              <a:endParaRPr sz="2647"/>
            </a:p>
          </p:txBody>
        </p:sp>
        <p:sp>
          <p:nvSpPr>
            <p:cNvPr id="273" name="object 67">
              <a:extLst>
                <a:ext uri="{FF2B5EF4-FFF2-40B4-BE49-F238E27FC236}">
                  <a16:creationId xmlns:a16="http://schemas.microsoft.com/office/drawing/2014/main" id="{DA7F3BD9-A671-33DA-9C28-186C94A8FDBF}"/>
                </a:ext>
              </a:extLst>
            </p:cNvPr>
            <p:cNvSpPr/>
            <p:nvPr/>
          </p:nvSpPr>
          <p:spPr>
            <a:xfrm>
              <a:off x="2985581" y="3502232"/>
              <a:ext cx="248257" cy="235769"/>
            </a:xfrm>
            <a:custGeom>
              <a:avLst/>
              <a:gdLst/>
              <a:ahLst/>
              <a:cxnLst/>
              <a:rect l="l" t="t" r="r" b="b"/>
              <a:pathLst>
                <a:path w="248285" h="236220">
                  <a:moveTo>
                    <a:pt x="248053" y="0"/>
                  </a:moveTo>
                  <a:lnTo>
                    <a:pt x="0" y="62939"/>
                  </a:lnTo>
                  <a:lnTo>
                    <a:pt x="118103" y="112180"/>
                  </a:lnTo>
                  <a:lnTo>
                    <a:pt x="149572" y="236208"/>
                  </a:lnTo>
                  <a:lnTo>
                    <a:pt x="248053" y="0"/>
                  </a:lnTo>
                  <a:close/>
                </a:path>
              </a:pathLst>
            </a:custGeom>
            <a:solidFill>
              <a:srgbClr val="000000"/>
            </a:solidFill>
          </p:spPr>
          <p:txBody>
            <a:bodyPr lIns="0" tIns="0" rIns="0" bIns="0"/>
            <a:lstStyle/>
            <a:p>
              <a:pPr>
                <a:defRPr/>
              </a:pPr>
              <a:endParaRPr sz="2647"/>
            </a:p>
          </p:txBody>
        </p:sp>
        <p:sp>
          <p:nvSpPr>
            <p:cNvPr id="274" name="object 68">
              <a:extLst>
                <a:ext uri="{FF2B5EF4-FFF2-40B4-BE49-F238E27FC236}">
                  <a16:creationId xmlns:a16="http://schemas.microsoft.com/office/drawing/2014/main" id="{0C05D267-909B-09B0-8279-BF9AD36202D9}"/>
                </a:ext>
              </a:extLst>
            </p:cNvPr>
            <p:cNvSpPr/>
            <p:nvPr/>
          </p:nvSpPr>
          <p:spPr>
            <a:xfrm>
              <a:off x="1236990" y="4900652"/>
              <a:ext cx="352597" cy="352755"/>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275" name="object 69">
              <a:extLst>
                <a:ext uri="{FF2B5EF4-FFF2-40B4-BE49-F238E27FC236}">
                  <a16:creationId xmlns:a16="http://schemas.microsoft.com/office/drawing/2014/main" id="{A693B06E-7F2C-2F7A-F14E-B6C469206052}"/>
                </a:ext>
              </a:extLst>
            </p:cNvPr>
            <p:cNvSpPr/>
            <p:nvPr/>
          </p:nvSpPr>
          <p:spPr>
            <a:xfrm>
              <a:off x="1236990" y="4900652"/>
              <a:ext cx="352597" cy="352755"/>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276" name="object 70">
            <a:extLst>
              <a:ext uri="{FF2B5EF4-FFF2-40B4-BE49-F238E27FC236}">
                <a16:creationId xmlns:a16="http://schemas.microsoft.com/office/drawing/2014/main" id="{64050F3C-2501-1C78-8E7D-E23D35DEDD91}"/>
              </a:ext>
            </a:extLst>
          </p:cNvPr>
          <p:cNvSpPr txBox="1"/>
          <p:nvPr/>
        </p:nvSpPr>
        <p:spPr>
          <a:xfrm>
            <a:off x="1328738" y="4802188"/>
            <a:ext cx="109537"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06520" name="object 71">
            <a:extLst>
              <a:ext uri="{FF2B5EF4-FFF2-40B4-BE49-F238E27FC236}">
                <a16:creationId xmlns:a16="http://schemas.microsoft.com/office/drawing/2014/main" id="{E08D6A46-DDC2-175E-9680-262BF3CF07BE}"/>
              </a:ext>
            </a:extLst>
          </p:cNvPr>
          <p:cNvGrpSpPr>
            <a:grpSpLocks/>
          </p:cNvGrpSpPr>
          <p:nvPr/>
        </p:nvGrpSpPr>
        <p:grpSpPr bwMode="auto">
          <a:xfrm>
            <a:off x="1939925" y="3271838"/>
            <a:ext cx="5448300" cy="1835150"/>
            <a:chOff x="2043932" y="3182881"/>
            <a:chExt cx="6175375" cy="2079625"/>
          </a:xfrm>
        </p:grpSpPr>
        <p:sp>
          <p:nvSpPr>
            <p:cNvPr id="278" name="object 72">
              <a:extLst>
                <a:ext uri="{FF2B5EF4-FFF2-40B4-BE49-F238E27FC236}">
                  <a16:creationId xmlns:a16="http://schemas.microsoft.com/office/drawing/2014/main" id="{A3902C87-76D7-AD36-AD6E-5B9DAF22F43A}"/>
                </a:ext>
              </a:extLst>
            </p:cNvPr>
            <p:cNvSpPr/>
            <p:nvPr/>
          </p:nvSpPr>
          <p:spPr>
            <a:xfrm>
              <a:off x="7861237" y="4904508"/>
              <a:ext cx="352673" cy="352601"/>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279" name="object 73">
              <a:extLst>
                <a:ext uri="{FF2B5EF4-FFF2-40B4-BE49-F238E27FC236}">
                  <a16:creationId xmlns:a16="http://schemas.microsoft.com/office/drawing/2014/main" id="{5A3741D6-7EF5-4EA2-FB0C-744E64A6D41D}"/>
                </a:ext>
              </a:extLst>
            </p:cNvPr>
            <p:cNvSpPr/>
            <p:nvPr/>
          </p:nvSpPr>
          <p:spPr>
            <a:xfrm>
              <a:off x="7861237" y="4904508"/>
              <a:ext cx="352673" cy="352601"/>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280" name="object 74">
              <a:extLst>
                <a:ext uri="{FF2B5EF4-FFF2-40B4-BE49-F238E27FC236}">
                  <a16:creationId xmlns:a16="http://schemas.microsoft.com/office/drawing/2014/main" id="{6115F02E-65FE-A6E9-EE44-126B706F0461}"/>
                </a:ext>
              </a:extLst>
            </p:cNvPr>
            <p:cNvSpPr/>
            <p:nvPr/>
          </p:nvSpPr>
          <p:spPr>
            <a:xfrm>
              <a:off x="3242300" y="3188277"/>
              <a:ext cx="352673" cy="352601"/>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81" name="object 75">
              <a:extLst>
                <a:ext uri="{FF2B5EF4-FFF2-40B4-BE49-F238E27FC236}">
                  <a16:creationId xmlns:a16="http://schemas.microsoft.com/office/drawing/2014/main" id="{894DB9DD-9DD7-773F-5581-61369166EAE3}"/>
                </a:ext>
              </a:extLst>
            </p:cNvPr>
            <p:cNvSpPr/>
            <p:nvPr/>
          </p:nvSpPr>
          <p:spPr>
            <a:xfrm>
              <a:off x="3242300" y="3188277"/>
              <a:ext cx="352673" cy="352601"/>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282" name="object 76">
              <a:extLst>
                <a:ext uri="{FF2B5EF4-FFF2-40B4-BE49-F238E27FC236}">
                  <a16:creationId xmlns:a16="http://schemas.microsoft.com/office/drawing/2014/main" id="{690D475D-CBFB-CED9-6249-172CE0E3DCB5}"/>
                </a:ext>
              </a:extLst>
            </p:cNvPr>
            <p:cNvSpPr/>
            <p:nvPr/>
          </p:nvSpPr>
          <p:spPr>
            <a:xfrm>
              <a:off x="6004306" y="5113190"/>
              <a:ext cx="1698588" cy="0"/>
            </a:xfrm>
            <a:custGeom>
              <a:avLst/>
              <a:gdLst/>
              <a:ahLst/>
              <a:cxnLst/>
              <a:rect l="l" t="t" r="r" b="b"/>
              <a:pathLst>
                <a:path w="1698625">
                  <a:moveTo>
                    <a:pt x="0" y="0"/>
                  </a:moveTo>
                  <a:lnTo>
                    <a:pt x="753454" y="0"/>
                  </a:lnTo>
                </a:path>
                <a:path w="1698625">
                  <a:moveTo>
                    <a:pt x="1364059" y="0"/>
                  </a:moveTo>
                  <a:lnTo>
                    <a:pt x="1698064" y="0"/>
                  </a:lnTo>
                </a:path>
              </a:pathLst>
            </a:custGeom>
            <a:ln w="57237">
              <a:solidFill>
                <a:srgbClr val="000000"/>
              </a:solidFill>
            </a:ln>
          </p:spPr>
          <p:txBody>
            <a:bodyPr lIns="0" tIns="0" rIns="0" bIns="0"/>
            <a:lstStyle/>
            <a:p>
              <a:pPr>
                <a:defRPr/>
              </a:pPr>
              <a:endParaRPr sz="2647"/>
            </a:p>
          </p:txBody>
        </p:sp>
        <p:sp>
          <p:nvSpPr>
            <p:cNvPr id="283" name="object 77">
              <a:extLst>
                <a:ext uri="{FF2B5EF4-FFF2-40B4-BE49-F238E27FC236}">
                  <a16:creationId xmlns:a16="http://schemas.microsoft.com/office/drawing/2014/main" id="{AB5158DD-482C-03EA-D5BE-4C132FC5D7C6}"/>
                </a:ext>
              </a:extLst>
            </p:cNvPr>
            <p:cNvSpPr/>
            <p:nvPr/>
          </p:nvSpPr>
          <p:spPr>
            <a:xfrm>
              <a:off x="7616525" y="4999854"/>
              <a:ext cx="228517" cy="228470"/>
            </a:xfrm>
            <a:custGeom>
              <a:avLst/>
              <a:gdLst/>
              <a:ahLst/>
              <a:cxnLst/>
              <a:rect l="l" t="t" r="r" b="b"/>
              <a:pathLst>
                <a:path w="229234" h="229235">
                  <a:moveTo>
                    <a:pt x="0" y="0"/>
                  </a:moveTo>
                  <a:lnTo>
                    <a:pt x="57224" y="114448"/>
                  </a:lnTo>
                  <a:lnTo>
                    <a:pt x="1" y="228897"/>
                  </a:lnTo>
                  <a:lnTo>
                    <a:pt x="228898" y="114447"/>
                  </a:lnTo>
                  <a:lnTo>
                    <a:pt x="0" y="0"/>
                  </a:lnTo>
                  <a:close/>
                </a:path>
              </a:pathLst>
            </a:custGeom>
            <a:solidFill>
              <a:srgbClr val="000000"/>
            </a:solidFill>
          </p:spPr>
          <p:txBody>
            <a:bodyPr lIns="0" tIns="0" rIns="0" bIns="0"/>
            <a:lstStyle/>
            <a:p>
              <a:pPr>
                <a:defRPr/>
              </a:pPr>
              <a:endParaRPr sz="2647"/>
            </a:p>
          </p:txBody>
        </p:sp>
        <p:sp>
          <p:nvSpPr>
            <p:cNvPr id="284" name="object 78">
              <a:extLst>
                <a:ext uri="{FF2B5EF4-FFF2-40B4-BE49-F238E27FC236}">
                  <a16:creationId xmlns:a16="http://schemas.microsoft.com/office/drawing/2014/main" id="{FE97D3F1-91E6-C657-28B7-130A37242A01}"/>
                </a:ext>
              </a:extLst>
            </p:cNvPr>
            <p:cNvSpPr/>
            <p:nvPr/>
          </p:nvSpPr>
          <p:spPr>
            <a:xfrm>
              <a:off x="2043932" y="3961840"/>
              <a:ext cx="3078691" cy="579273"/>
            </a:xfrm>
            <a:custGeom>
              <a:avLst/>
              <a:gdLst/>
              <a:ahLst/>
              <a:cxnLst/>
              <a:rect l="l" t="t" r="r" b="b"/>
              <a:pathLst>
                <a:path w="3077845" h="579754">
                  <a:moveTo>
                    <a:pt x="618020" y="180492"/>
                  </a:moveTo>
                  <a:lnTo>
                    <a:pt x="462229" y="0"/>
                  </a:lnTo>
                  <a:lnTo>
                    <a:pt x="0" y="398983"/>
                  </a:lnTo>
                  <a:lnTo>
                    <a:pt x="155803" y="579475"/>
                  </a:lnTo>
                  <a:lnTo>
                    <a:pt x="618020" y="180492"/>
                  </a:lnTo>
                  <a:close/>
                </a:path>
                <a:path w="3077845" h="579754">
                  <a:moveTo>
                    <a:pt x="3077680" y="345008"/>
                  </a:moveTo>
                  <a:lnTo>
                    <a:pt x="2562707" y="16929"/>
                  </a:lnTo>
                  <a:lnTo>
                    <a:pt x="2434590" y="218033"/>
                  </a:lnTo>
                  <a:lnTo>
                    <a:pt x="2949575" y="546112"/>
                  </a:lnTo>
                  <a:lnTo>
                    <a:pt x="3077680" y="345008"/>
                  </a:lnTo>
                  <a:close/>
                </a:path>
              </a:pathLst>
            </a:custGeom>
            <a:solidFill>
              <a:srgbClr val="F2F2F2"/>
            </a:solidFill>
          </p:spPr>
          <p:txBody>
            <a:bodyPr lIns="0" tIns="0" rIns="0" bIns="0"/>
            <a:lstStyle/>
            <a:p>
              <a:pPr>
                <a:defRPr/>
              </a:pPr>
              <a:endParaRPr sz="2647"/>
            </a:p>
          </p:txBody>
        </p:sp>
      </p:grpSp>
      <p:sp>
        <p:nvSpPr>
          <p:cNvPr id="285" name="object 79">
            <a:extLst>
              <a:ext uri="{FF2B5EF4-FFF2-40B4-BE49-F238E27FC236}">
                <a16:creationId xmlns:a16="http://schemas.microsoft.com/office/drawing/2014/main" id="{2993C2B3-21D3-4F38-9907-9C5B78627921}"/>
              </a:ext>
            </a:extLst>
          </p:cNvPr>
          <p:cNvSpPr txBox="1"/>
          <p:nvPr/>
        </p:nvSpPr>
        <p:spPr>
          <a:xfrm>
            <a:off x="6178550" y="4867275"/>
            <a:ext cx="468313" cy="153988"/>
          </a:xfrm>
          <a:prstGeom prst="rect">
            <a:avLst/>
          </a:prstGeom>
        </p:spPr>
        <p:txBody>
          <a:bodyPr lIns="0" tIns="0" rIns="0" bIns="0">
            <a:spAutoFit/>
          </a:bodyPr>
          <a:lstStyle/>
          <a:p>
            <a:pPr>
              <a:lnSpc>
                <a:spcPts val="1204"/>
              </a:lnSpc>
              <a:defRPr/>
            </a:pPr>
            <a:r>
              <a:rPr sz="1059" dirty="0">
                <a:latin typeface="Lucida Sans"/>
                <a:cs typeface="Lucida Sans"/>
              </a:rPr>
              <a:t>0 / 10</a:t>
            </a:r>
          </a:p>
        </p:txBody>
      </p:sp>
      <p:grpSp>
        <p:nvGrpSpPr>
          <p:cNvPr id="106522" name="object 80">
            <a:extLst>
              <a:ext uri="{FF2B5EF4-FFF2-40B4-BE49-F238E27FC236}">
                <a16:creationId xmlns:a16="http://schemas.microsoft.com/office/drawing/2014/main" id="{64BC5ECF-585C-F702-B222-8F544F3F46BD}"/>
              </a:ext>
            </a:extLst>
          </p:cNvPr>
          <p:cNvGrpSpPr>
            <a:grpSpLocks/>
          </p:cNvGrpSpPr>
          <p:nvPr/>
        </p:nvGrpSpPr>
        <p:grpSpPr bwMode="auto">
          <a:xfrm>
            <a:off x="5311775" y="4794250"/>
            <a:ext cx="311150" cy="311150"/>
            <a:chOff x="5865418" y="4907350"/>
            <a:chExt cx="352664" cy="352587"/>
          </a:xfrm>
        </p:grpSpPr>
        <p:sp>
          <p:nvSpPr>
            <p:cNvPr id="287" name="object 81">
              <a:extLst>
                <a:ext uri="{FF2B5EF4-FFF2-40B4-BE49-F238E27FC236}">
                  <a16:creationId xmlns:a16="http://schemas.microsoft.com/office/drawing/2014/main" id="{3424F181-3946-06D1-81EE-2EF5FD24BEC0}"/>
                </a:ext>
              </a:extLst>
            </p:cNvPr>
            <p:cNvSpPr/>
            <p:nvPr/>
          </p:nvSpPr>
          <p:spPr>
            <a:xfrm>
              <a:off x="5865418" y="4907350"/>
              <a:ext cx="352664" cy="35258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288" name="object 82">
              <a:extLst>
                <a:ext uri="{FF2B5EF4-FFF2-40B4-BE49-F238E27FC236}">
                  <a16:creationId xmlns:a16="http://schemas.microsoft.com/office/drawing/2014/main" id="{11959946-1A43-96C4-4554-430F8B8B1E2B}"/>
                </a:ext>
              </a:extLst>
            </p:cNvPr>
            <p:cNvSpPr/>
            <p:nvPr/>
          </p:nvSpPr>
          <p:spPr>
            <a:xfrm>
              <a:off x="5865418" y="4907350"/>
              <a:ext cx="352664" cy="352587"/>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grpSp>
      <p:sp>
        <p:nvSpPr>
          <p:cNvPr id="292" name="object 86">
            <a:extLst>
              <a:ext uri="{FF2B5EF4-FFF2-40B4-BE49-F238E27FC236}">
                <a16:creationId xmlns:a16="http://schemas.microsoft.com/office/drawing/2014/main" id="{18AD11B1-E9E2-8DF9-544F-402718A64A05}"/>
              </a:ext>
            </a:extLst>
          </p:cNvPr>
          <p:cNvSpPr txBox="1"/>
          <p:nvPr/>
        </p:nvSpPr>
        <p:spPr>
          <a:xfrm rot="19200000">
            <a:off x="1974850" y="4165600"/>
            <a:ext cx="458788" cy="139700"/>
          </a:xfrm>
          <a:prstGeom prst="rect">
            <a:avLst/>
          </a:prstGeom>
        </p:spPr>
        <p:txBody>
          <a:bodyPr lIns="0" tIns="0" rIns="0" bIns="0">
            <a:spAutoFit/>
          </a:bodyPr>
          <a:lstStyle/>
          <a:p>
            <a:pPr>
              <a:lnSpc>
                <a:spcPts val="1059"/>
              </a:lnSpc>
              <a:defRPr/>
            </a:pPr>
            <a:r>
              <a:rPr sz="1588" spc="-33" baseline="2314" dirty="0">
                <a:latin typeface="Lucida Sans"/>
                <a:cs typeface="Lucida Sans"/>
              </a:rPr>
              <a:t>0 </a:t>
            </a:r>
            <a:r>
              <a:rPr sz="1059" dirty="0">
                <a:latin typeface="Lucida Sans"/>
                <a:cs typeface="Lucida Sans"/>
              </a:rPr>
              <a:t>/</a:t>
            </a:r>
            <a:r>
              <a:rPr sz="1059" spc="-18" dirty="0">
                <a:latin typeface="Lucida Sans"/>
                <a:cs typeface="Lucida Sans"/>
              </a:rPr>
              <a:t> </a:t>
            </a:r>
            <a:r>
              <a:rPr sz="1588" spc="-33" baseline="2314" dirty="0">
                <a:latin typeface="Lucida Sans"/>
                <a:cs typeface="Lucida Sans"/>
              </a:rPr>
              <a:t>10</a:t>
            </a:r>
            <a:endParaRPr sz="1588" baseline="2314" dirty="0">
              <a:latin typeface="Lucida Sans"/>
              <a:cs typeface="Lucida Sans"/>
            </a:endParaRPr>
          </a:p>
        </p:txBody>
      </p:sp>
      <p:sp>
        <p:nvSpPr>
          <p:cNvPr id="294" name="object 88">
            <a:extLst>
              <a:ext uri="{FF2B5EF4-FFF2-40B4-BE49-F238E27FC236}">
                <a16:creationId xmlns:a16="http://schemas.microsoft.com/office/drawing/2014/main" id="{0B2C2627-4F7D-2734-B935-018E022A9928}"/>
              </a:ext>
            </a:extLst>
          </p:cNvPr>
          <p:cNvSpPr txBox="1"/>
          <p:nvPr/>
        </p:nvSpPr>
        <p:spPr>
          <a:xfrm rot="1920000">
            <a:off x="4138613" y="4137025"/>
            <a:ext cx="458787" cy="141288"/>
          </a:xfrm>
          <a:prstGeom prst="rect">
            <a:avLst/>
          </a:prstGeom>
        </p:spPr>
        <p:txBody>
          <a:bodyPr lIns="0" tIns="0" rIns="0" bIns="0">
            <a:spAutoFit/>
          </a:bodyPr>
          <a:lstStyle/>
          <a:p>
            <a:pPr>
              <a:lnSpc>
                <a:spcPts val="1050"/>
              </a:lnSpc>
              <a:defRPr/>
            </a:pPr>
            <a:r>
              <a:rPr sz="1059" spc="-22" dirty="0">
                <a:latin typeface="Lucida Sans"/>
                <a:cs typeface="Lucida Sans"/>
              </a:rPr>
              <a:t>0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dirty="0">
              <a:latin typeface="Lucida Sans"/>
              <a:cs typeface="Lucida Sans"/>
            </a:endParaRPr>
          </a:p>
        </p:txBody>
      </p:sp>
      <p:sp>
        <p:nvSpPr>
          <p:cNvPr id="296" name="object 90">
            <a:extLst>
              <a:ext uri="{FF2B5EF4-FFF2-40B4-BE49-F238E27FC236}">
                <a16:creationId xmlns:a16="http://schemas.microsoft.com/office/drawing/2014/main" id="{CD91EE50-3A62-BE33-3CFF-5EFECAE7297C}"/>
              </a:ext>
            </a:extLst>
          </p:cNvPr>
          <p:cNvSpPr/>
          <p:nvPr/>
        </p:nvSpPr>
        <p:spPr>
          <a:xfrm>
            <a:off x="1982788" y="4849813"/>
            <a:ext cx="454025" cy="211137"/>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97" name="object 91">
            <a:extLst>
              <a:ext uri="{FF2B5EF4-FFF2-40B4-BE49-F238E27FC236}">
                <a16:creationId xmlns:a16="http://schemas.microsoft.com/office/drawing/2014/main" id="{E334C574-D945-BCE3-98B2-F28FC61390CC}"/>
              </a:ext>
            </a:extLst>
          </p:cNvPr>
          <p:cNvSpPr txBox="1"/>
          <p:nvPr/>
        </p:nvSpPr>
        <p:spPr>
          <a:xfrm>
            <a:off x="2052638" y="4846638"/>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298" name="object 92">
            <a:extLst>
              <a:ext uri="{FF2B5EF4-FFF2-40B4-BE49-F238E27FC236}">
                <a16:creationId xmlns:a16="http://schemas.microsoft.com/office/drawing/2014/main" id="{97618172-28C0-91D4-9343-E223E8CF83F9}"/>
              </a:ext>
            </a:extLst>
          </p:cNvPr>
          <p:cNvSpPr txBox="1"/>
          <p:nvPr/>
        </p:nvSpPr>
        <p:spPr>
          <a:xfrm>
            <a:off x="7185025" y="4805363"/>
            <a:ext cx="1289050" cy="214312"/>
          </a:xfrm>
          <a:prstGeom prst="rect">
            <a:avLst/>
          </a:prstGeom>
        </p:spPr>
        <p:txBody>
          <a:bodyPr lIns="0" tIns="11206" rIns="0" bIns="0">
            <a:spAutoFit/>
          </a:bodyPr>
          <a:lstStyle/>
          <a:p>
            <a:pPr marL="11206">
              <a:spcBef>
                <a:spcPts val="88"/>
              </a:spcBef>
              <a:tabLst>
                <a:tab pos="37373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lang="en-US" sz="1191" dirty="0">
                <a:latin typeface="Lucida Sans"/>
                <a:cs typeface="Lucida Sans"/>
              </a:rPr>
              <a:t> </a:t>
            </a:r>
            <a:endParaRPr sz="1191" dirty="0">
              <a:latin typeface="Lucida Sans"/>
              <a:cs typeface="Lucida Sans"/>
            </a:endParaRPr>
          </a:p>
        </p:txBody>
      </p:sp>
      <p:sp>
        <p:nvSpPr>
          <p:cNvPr id="299" name="object 93">
            <a:extLst>
              <a:ext uri="{FF2B5EF4-FFF2-40B4-BE49-F238E27FC236}">
                <a16:creationId xmlns:a16="http://schemas.microsoft.com/office/drawing/2014/main" id="{854718B4-6754-61F5-BC3F-2F833EFC5489}"/>
              </a:ext>
            </a:extLst>
          </p:cNvPr>
          <p:cNvSpPr/>
          <p:nvPr/>
        </p:nvSpPr>
        <p:spPr>
          <a:xfrm>
            <a:off x="6076950" y="3903663"/>
            <a:ext cx="546100" cy="509587"/>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300" name="object 94">
            <a:extLst>
              <a:ext uri="{FF2B5EF4-FFF2-40B4-BE49-F238E27FC236}">
                <a16:creationId xmlns:a16="http://schemas.microsoft.com/office/drawing/2014/main" id="{705191CD-683F-D803-54A2-B2E67DED722D}"/>
              </a:ext>
            </a:extLst>
          </p:cNvPr>
          <p:cNvSpPr txBox="1"/>
          <p:nvPr/>
        </p:nvSpPr>
        <p:spPr>
          <a:xfrm rot="2400000">
            <a:off x="6146800" y="4097338"/>
            <a:ext cx="431800" cy="141287"/>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10</a:t>
            </a:r>
            <a:endParaRPr sz="1059">
              <a:latin typeface="Lucida Sans"/>
              <a:cs typeface="Lucida San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a:extLst>
              <a:ext uri="{FF2B5EF4-FFF2-40B4-BE49-F238E27FC236}">
                <a16:creationId xmlns:a16="http://schemas.microsoft.com/office/drawing/2014/main" id="{98D53B86-2C0B-7FAE-8AA2-FF39246C7D38}"/>
              </a:ext>
            </a:extLst>
          </p:cNvPr>
          <p:cNvSpPr>
            <a:spLocks noGrp="1" noChangeArrowheads="1"/>
          </p:cNvSpPr>
          <p:nvPr>
            <p:ph type="title"/>
          </p:nvPr>
        </p:nvSpPr>
        <p:spPr/>
        <p:txBody>
          <a:bodyPr/>
          <a:lstStyle/>
          <a:p>
            <a:r>
              <a:rPr lang="en-US" altLang="zh-CN" sz="2000" b="1">
                <a:solidFill>
                  <a:schemeClr val="hlink"/>
                </a:solidFill>
              </a:rPr>
              <a:t>8.2.2 </a:t>
            </a:r>
            <a:r>
              <a:rPr lang="zh-CN" altLang="en-US" sz="2000" b="1">
                <a:solidFill>
                  <a:schemeClr val="hlink"/>
                </a:solidFill>
              </a:rPr>
              <a:t>增广路算法</a:t>
            </a:r>
            <a:r>
              <a:rPr lang="zh-CN" altLang="en-US" sz="2000"/>
              <a:t> </a:t>
            </a:r>
          </a:p>
        </p:txBody>
      </p:sp>
      <p:sp>
        <p:nvSpPr>
          <p:cNvPr id="113" name="Rectangle 3">
            <a:extLst>
              <a:ext uri="{FF2B5EF4-FFF2-40B4-BE49-F238E27FC236}">
                <a16:creationId xmlns:a16="http://schemas.microsoft.com/office/drawing/2014/main" id="{8D4234CE-013B-D1EA-857D-CEF2BC07B97F}"/>
              </a:ext>
            </a:extLst>
          </p:cNvPr>
          <p:cNvSpPr txBox="1">
            <a:spLocks noChangeArrowheads="1"/>
          </p:cNvSpPr>
          <p:nvPr/>
        </p:nvSpPr>
        <p:spPr bwMode="auto">
          <a:xfrm>
            <a:off x="307975" y="722313"/>
            <a:ext cx="8540750" cy="5046662"/>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0" indent="0">
              <a:lnSpc>
                <a:spcPct val="150000"/>
              </a:lnSpc>
              <a:buFont typeface="Wingdings" panose="05000000000000000000" pitchFamily="2" charset="2"/>
              <a:buNone/>
              <a:defRPr/>
            </a:pPr>
            <a:r>
              <a:rPr lang="en-US" altLang="zh-CN" sz="2000" b="1" dirty="0">
                <a:solidFill>
                  <a:schemeClr val="hlink"/>
                </a:solidFill>
              </a:rPr>
              <a:t>1. </a:t>
            </a:r>
            <a:r>
              <a:rPr lang="zh-CN" altLang="en-US" sz="2000" b="1" dirty="0">
                <a:solidFill>
                  <a:schemeClr val="hlink"/>
                </a:solidFill>
              </a:rPr>
              <a:t>可增广路</a:t>
            </a:r>
            <a:endParaRPr lang="zh-CN" altLang="en-US" sz="2000" dirty="0">
              <a:solidFill>
                <a:schemeClr val="hlink"/>
              </a:solidFill>
            </a:endParaRPr>
          </a:p>
          <a:p>
            <a:pPr marL="0" indent="0">
              <a:lnSpc>
                <a:spcPct val="150000"/>
              </a:lnSpc>
              <a:buFont typeface="Wingdings" panose="05000000000000000000" pitchFamily="2" charset="2"/>
              <a:buNone/>
              <a:defRPr/>
            </a:pPr>
            <a:r>
              <a:rPr lang="zh-CN" altLang="en-US" sz="2000" kern="0" dirty="0"/>
              <a:t>设</a:t>
            </a:r>
            <a:r>
              <a:rPr lang="en-US" altLang="zh-CN" sz="2000" kern="0" dirty="0"/>
              <a:t>flow</a:t>
            </a:r>
            <a:r>
              <a:rPr lang="zh-CN" altLang="en-US" sz="2000" kern="0" dirty="0"/>
              <a:t>是一个可行流，</a:t>
            </a:r>
            <a:r>
              <a:rPr lang="en-US" altLang="zh-CN" sz="2000" kern="0" dirty="0"/>
              <a:t>P</a:t>
            </a:r>
            <a:r>
              <a:rPr lang="zh-CN" altLang="en-US" sz="2000" kern="0" dirty="0"/>
              <a:t>是从</a:t>
            </a:r>
            <a:r>
              <a:rPr lang="en-US" altLang="zh-CN" sz="2000" kern="0" dirty="0"/>
              <a:t>s</a:t>
            </a:r>
            <a:r>
              <a:rPr lang="zh-CN" altLang="en-US" sz="2000" kern="0" dirty="0"/>
              <a:t>到</a:t>
            </a:r>
            <a:r>
              <a:rPr lang="en-US" altLang="zh-CN" sz="2000" kern="0" dirty="0"/>
              <a:t>t</a:t>
            </a:r>
            <a:r>
              <a:rPr lang="zh-CN" altLang="en-US" sz="2000" kern="0" dirty="0"/>
              <a:t>的一条路，若</a:t>
            </a:r>
            <a:r>
              <a:rPr lang="en-US" altLang="zh-CN" sz="2000" kern="0" dirty="0"/>
              <a:t>P</a:t>
            </a:r>
            <a:r>
              <a:rPr lang="zh-CN" altLang="en-US" sz="2000" kern="0" dirty="0"/>
              <a:t>满足下列条件：</a:t>
            </a:r>
          </a:p>
          <a:p>
            <a:pPr lvl="1">
              <a:lnSpc>
                <a:spcPct val="150000"/>
              </a:lnSpc>
              <a:defRPr/>
            </a:pPr>
            <a:r>
              <a:rPr lang="en-US" altLang="zh-CN" sz="2000" kern="0" dirty="0"/>
              <a:t>P</a:t>
            </a:r>
            <a:r>
              <a:rPr lang="zh-CN" altLang="en-US" sz="2000" kern="0" dirty="0"/>
              <a:t>的所有</a:t>
            </a:r>
            <a:r>
              <a:rPr lang="zh-CN" altLang="en-US" sz="2000" kern="0" dirty="0">
                <a:solidFill>
                  <a:srgbClr val="FF0000"/>
                </a:solidFill>
              </a:rPr>
              <a:t>向前边</a:t>
            </a:r>
            <a:r>
              <a:rPr lang="en-US" altLang="zh-CN" sz="2000" kern="0" dirty="0">
                <a:solidFill>
                  <a:srgbClr val="FF0000"/>
                </a:solidFill>
              </a:rPr>
              <a:t>(</a:t>
            </a:r>
            <a:r>
              <a:rPr lang="en-US" altLang="zh-CN" sz="2000" kern="0" dirty="0" err="1">
                <a:solidFill>
                  <a:srgbClr val="FF0000"/>
                </a:solidFill>
              </a:rPr>
              <a:t>v,w</a:t>
            </a:r>
            <a:r>
              <a:rPr lang="en-US" altLang="zh-CN" sz="2000" kern="0" dirty="0">
                <a:solidFill>
                  <a:srgbClr val="FF0000"/>
                </a:solidFill>
              </a:rPr>
              <a:t>)</a:t>
            </a:r>
            <a:r>
              <a:rPr lang="zh-CN" altLang="en-US" sz="2000" kern="0" dirty="0">
                <a:solidFill>
                  <a:srgbClr val="FF0000"/>
                </a:solidFill>
              </a:rPr>
              <a:t>上</a:t>
            </a:r>
            <a:r>
              <a:rPr lang="zh-CN" altLang="en-US" sz="2000" kern="0" dirty="0"/>
              <a:t>，</a:t>
            </a:r>
            <a:r>
              <a:rPr lang="en-US" altLang="zh-CN" sz="2000" kern="0" dirty="0"/>
              <a:t>flow(</a:t>
            </a:r>
            <a:r>
              <a:rPr lang="en-US" altLang="zh-CN" sz="2000" kern="0" dirty="0" err="1"/>
              <a:t>v,w</a:t>
            </a:r>
            <a:r>
              <a:rPr lang="en-US" altLang="zh-CN" sz="2000" kern="0" dirty="0"/>
              <a:t>)&lt;cap(</a:t>
            </a:r>
            <a:r>
              <a:rPr lang="en-US" altLang="zh-CN" sz="2000" kern="0" dirty="0" err="1"/>
              <a:t>v,w</a:t>
            </a:r>
            <a:r>
              <a:rPr lang="en-US" altLang="zh-CN" sz="2000" kern="0" dirty="0"/>
              <a:t>)</a:t>
            </a:r>
            <a:r>
              <a:rPr lang="zh-CN" altLang="en-US" sz="2000" dirty="0"/>
              <a:t> ；</a:t>
            </a:r>
          </a:p>
          <a:p>
            <a:pPr lvl="1">
              <a:lnSpc>
                <a:spcPct val="150000"/>
              </a:lnSpc>
              <a:defRPr/>
            </a:pPr>
            <a:r>
              <a:rPr lang="en-US" altLang="zh-CN" sz="2000" kern="0" dirty="0"/>
              <a:t>P</a:t>
            </a:r>
            <a:r>
              <a:rPr lang="zh-CN" altLang="en-US" sz="2000" kern="0" dirty="0"/>
              <a:t>的所有</a:t>
            </a:r>
            <a:r>
              <a:rPr lang="zh-CN" altLang="en-US" sz="2000" kern="0" dirty="0">
                <a:solidFill>
                  <a:srgbClr val="FF0000"/>
                </a:solidFill>
              </a:rPr>
              <a:t>向后边</a:t>
            </a:r>
            <a:r>
              <a:rPr lang="en-US" altLang="zh-CN" sz="2000" kern="0" dirty="0">
                <a:solidFill>
                  <a:srgbClr val="FF0000"/>
                </a:solidFill>
              </a:rPr>
              <a:t>(</a:t>
            </a:r>
            <a:r>
              <a:rPr lang="en-US" altLang="zh-CN" sz="2000" kern="0" dirty="0" err="1">
                <a:solidFill>
                  <a:srgbClr val="FF0000"/>
                </a:solidFill>
              </a:rPr>
              <a:t>v,w</a:t>
            </a:r>
            <a:r>
              <a:rPr lang="en-US" altLang="zh-CN" sz="2000" kern="0" dirty="0">
                <a:solidFill>
                  <a:srgbClr val="FF0000"/>
                </a:solidFill>
              </a:rPr>
              <a:t>)</a:t>
            </a:r>
            <a:r>
              <a:rPr lang="zh-CN" altLang="en-US" sz="2000" kern="0" dirty="0">
                <a:solidFill>
                  <a:srgbClr val="FF0000"/>
                </a:solidFill>
              </a:rPr>
              <a:t>上</a:t>
            </a:r>
            <a:r>
              <a:rPr lang="zh-CN" altLang="en-US" sz="2000" kern="0" dirty="0"/>
              <a:t>，</a:t>
            </a:r>
            <a:r>
              <a:rPr lang="en-US" altLang="zh-CN" sz="2000" kern="0" dirty="0"/>
              <a:t>flow(</a:t>
            </a:r>
            <a:r>
              <a:rPr lang="en-US" altLang="zh-CN" sz="2000" kern="0" dirty="0" err="1"/>
              <a:t>v,w</a:t>
            </a:r>
            <a:r>
              <a:rPr lang="en-US" altLang="zh-CN" sz="2000" kern="0" dirty="0"/>
              <a:t>)&gt;0</a:t>
            </a:r>
            <a:r>
              <a:rPr lang="zh-CN" altLang="en-US" sz="2000" dirty="0"/>
              <a:t>。</a:t>
            </a:r>
            <a:endParaRPr lang="zh-CN" altLang="en-US" sz="2000" kern="0" dirty="0"/>
          </a:p>
          <a:p>
            <a:pPr marL="0" indent="0">
              <a:lnSpc>
                <a:spcPct val="150000"/>
              </a:lnSpc>
              <a:buFont typeface="Wingdings" panose="05000000000000000000" pitchFamily="2" charset="2"/>
              <a:buNone/>
              <a:defRPr/>
            </a:pPr>
            <a:r>
              <a:rPr lang="zh-CN" altLang="en-US" sz="2000" kern="0" dirty="0"/>
              <a:t>则称</a:t>
            </a:r>
            <a:r>
              <a:rPr lang="en-US" altLang="zh-CN" sz="2000" kern="0" dirty="0">
                <a:solidFill>
                  <a:srgbClr val="FF0000"/>
                </a:solidFill>
              </a:rPr>
              <a:t>P</a:t>
            </a:r>
            <a:r>
              <a:rPr lang="zh-CN" altLang="en-US" sz="2000" kern="0" dirty="0">
                <a:solidFill>
                  <a:srgbClr val="FF0000"/>
                </a:solidFill>
              </a:rPr>
              <a:t>为关于可行流</a:t>
            </a:r>
            <a:r>
              <a:rPr lang="en-US" altLang="zh-CN" sz="2000" kern="0" dirty="0">
                <a:solidFill>
                  <a:srgbClr val="FF0000"/>
                </a:solidFill>
              </a:rPr>
              <a:t>flow</a:t>
            </a:r>
            <a:r>
              <a:rPr lang="zh-CN" altLang="en-US" sz="2000" kern="0" dirty="0">
                <a:solidFill>
                  <a:srgbClr val="FF0000"/>
                </a:solidFill>
              </a:rPr>
              <a:t>的一条可增广路</a:t>
            </a:r>
            <a:r>
              <a:rPr lang="zh-CN" altLang="en-US" sz="2000" kern="0" dirty="0"/>
              <a:t>。</a:t>
            </a: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zh-CN" altLang="en-US" sz="2000" kern="0" dirty="0"/>
          </a:p>
          <a:p>
            <a:pPr marL="0" indent="0">
              <a:lnSpc>
                <a:spcPct val="150000"/>
              </a:lnSpc>
              <a:buFont typeface="Wingdings" panose="05000000000000000000" pitchFamily="2" charset="2"/>
              <a:buNone/>
              <a:defRPr/>
            </a:pPr>
            <a:r>
              <a:rPr lang="en-US" altLang="zh-CN" sz="2000" kern="0" dirty="0"/>
              <a:t> </a:t>
            </a:r>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a:p>
            <a:pPr marL="0" indent="0">
              <a:lnSpc>
                <a:spcPct val="150000"/>
              </a:lnSpc>
              <a:buFont typeface="Wingdings" panose="05000000000000000000" pitchFamily="2" charset="2"/>
              <a:buNone/>
              <a:defRPr/>
            </a:pPr>
            <a:endParaRPr lang="en-US" altLang="zh-CN" sz="2000" kern="0" dirty="0"/>
          </a:p>
        </p:txBody>
      </p:sp>
      <p:sp>
        <p:nvSpPr>
          <p:cNvPr id="108548" name="灯片编号占位符 3">
            <a:extLst>
              <a:ext uri="{FF2B5EF4-FFF2-40B4-BE49-F238E27FC236}">
                <a16:creationId xmlns:a16="http://schemas.microsoft.com/office/drawing/2014/main" id="{FD717A87-AD23-DEF0-33AA-9DE3527DB5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C9390546-C732-4C40-82CE-A0DEC64D403F}" type="slidenum">
              <a:rPr lang="en-US" altLang="zh-CN" sz="1200">
                <a:solidFill>
                  <a:schemeClr val="tx1"/>
                </a:solidFill>
                <a:latin typeface="Garamond" panose="02020404030301010803" pitchFamily="18" charset="0"/>
                <a:ea typeface="宋体" panose="02010600030101010101" pitchFamily="2" charset="-122"/>
              </a:rPr>
              <a:pPr/>
              <a:t>70</a:t>
            </a:fld>
            <a:endParaRPr lang="en-US" altLang="zh-CN" sz="1200">
              <a:solidFill>
                <a:schemeClr val="tx1"/>
              </a:solidFill>
              <a:latin typeface="Garamond" panose="02020404030301010803" pitchFamily="18" charset="0"/>
              <a:ea typeface="宋体" panose="02010600030101010101" pitchFamily="2" charset="-122"/>
            </a:endParaRPr>
          </a:p>
        </p:txBody>
      </p:sp>
      <p:grpSp>
        <p:nvGrpSpPr>
          <p:cNvPr id="108549" name="object 4">
            <a:extLst>
              <a:ext uri="{FF2B5EF4-FFF2-40B4-BE49-F238E27FC236}">
                <a16:creationId xmlns:a16="http://schemas.microsoft.com/office/drawing/2014/main" id="{687F2E93-DDA1-09CF-4DF4-FB98709C36D9}"/>
              </a:ext>
            </a:extLst>
          </p:cNvPr>
          <p:cNvGrpSpPr>
            <a:grpSpLocks/>
          </p:cNvGrpSpPr>
          <p:nvPr/>
        </p:nvGrpSpPr>
        <p:grpSpPr bwMode="auto">
          <a:xfrm>
            <a:off x="733425" y="3346450"/>
            <a:ext cx="5756275" cy="3224213"/>
            <a:chOff x="1368055" y="3293069"/>
            <a:chExt cx="6523990" cy="3655060"/>
          </a:xfrm>
        </p:grpSpPr>
        <p:sp>
          <p:nvSpPr>
            <p:cNvPr id="223" name="object 5">
              <a:extLst>
                <a:ext uri="{FF2B5EF4-FFF2-40B4-BE49-F238E27FC236}">
                  <a16:creationId xmlns:a16="http://schemas.microsoft.com/office/drawing/2014/main" id="{55A62818-DD31-2F06-1B96-BAAC9DEB760D}"/>
                </a:ext>
              </a:extLst>
            </p:cNvPr>
            <p:cNvSpPr/>
            <p:nvPr/>
          </p:nvSpPr>
          <p:spPr>
            <a:xfrm>
              <a:off x="3591897" y="5279866"/>
              <a:ext cx="2401966" cy="1554885"/>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237" name="object 6">
              <a:extLst>
                <a:ext uri="{FF2B5EF4-FFF2-40B4-BE49-F238E27FC236}">
                  <a16:creationId xmlns:a16="http://schemas.microsoft.com/office/drawing/2014/main" id="{FA4C4AC5-CFC4-7378-670C-0ABC90E47192}"/>
                </a:ext>
              </a:extLst>
            </p:cNvPr>
            <p:cNvSpPr/>
            <p:nvPr/>
          </p:nvSpPr>
          <p:spPr>
            <a:xfrm>
              <a:off x="3543319" y="5247473"/>
              <a:ext cx="102555" cy="88183"/>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242" name="object 7">
              <a:extLst>
                <a:ext uri="{FF2B5EF4-FFF2-40B4-BE49-F238E27FC236}">
                  <a16:creationId xmlns:a16="http://schemas.microsoft.com/office/drawing/2014/main" id="{13356569-32BB-00A5-4CB4-52F5B776C05A}"/>
                </a:ext>
              </a:extLst>
            </p:cNvPr>
            <p:cNvSpPr/>
            <p:nvPr/>
          </p:nvSpPr>
          <p:spPr>
            <a:xfrm>
              <a:off x="5079857" y="6901338"/>
              <a:ext cx="703496" cy="0"/>
            </a:xfrm>
            <a:custGeom>
              <a:avLst/>
              <a:gdLst/>
              <a:ahLst/>
              <a:cxnLst/>
              <a:rect l="l" t="t" r="r" b="b"/>
              <a:pathLst>
                <a:path w="704214">
                  <a:moveTo>
                    <a:pt x="0" y="0"/>
                  </a:moveTo>
                  <a:lnTo>
                    <a:pt x="703918" y="0"/>
                  </a:lnTo>
                </a:path>
              </a:pathLst>
            </a:custGeom>
            <a:ln w="19074">
              <a:solidFill>
                <a:srgbClr val="BABABA"/>
              </a:solidFill>
            </a:ln>
          </p:spPr>
          <p:txBody>
            <a:bodyPr lIns="0" tIns="0" rIns="0" bIns="0"/>
            <a:lstStyle/>
            <a:p>
              <a:pPr>
                <a:defRPr/>
              </a:pPr>
              <a:endParaRPr sz="2647"/>
            </a:p>
          </p:txBody>
        </p:sp>
        <p:sp>
          <p:nvSpPr>
            <p:cNvPr id="269" name="object 8">
              <a:extLst>
                <a:ext uri="{FF2B5EF4-FFF2-40B4-BE49-F238E27FC236}">
                  <a16:creationId xmlns:a16="http://schemas.microsoft.com/office/drawing/2014/main" id="{48FAF8E8-5D76-7BD8-527F-5083E16D35FD}"/>
                </a:ext>
              </a:extLst>
            </p:cNvPr>
            <p:cNvSpPr/>
            <p:nvPr/>
          </p:nvSpPr>
          <p:spPr>
            <a:xfrm>
              <a:off x="5750967" y="6856347"/>
              <a:ext cx="91761" cy="91782"/>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277" name="object 9">
              <a:extLst>
                <a:ext uri="{FF2B5EF4-FFF2-40B4-BE49-F238E27FC236}">
                  <a16:creationId xmlns:a16="http://schemas.microsoft.com/office/drawing/2014/main" id="{1176E696-1C0D-28FD-D48D-B10C85B0F5AB}"/>
                </a:ext>
              </a:extLst>
            </p:cNvPr>
            <p:cNvSpPr/>
            <p:nvPr/>
          </p:nvSpPr>
          <p:spPr>
            <a:xfrm>
              <a:off x="6094620" y="5267270"/>
              <a:ext cx="1752445" cy="1529690"/>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286" name="object 10">
              <a:extLst>
                <a:ext uri="{FF2B5EF4-FFF2-40B4-BE49-F238E27FC236}">
                  <a16:creationId xmlns:a16="http://schemas.microsoft.com/office/drawing/2014/main" id="{64F5CF60-2BBA-604F-7E77-684AA6723615}"/>
                </a:ext>
              </a:extLst>
            </p:cNvPr>
            <p:cNvSpPr/>
            <p:nvPr/>
          </p:nvSpPr>
          <p:spPr>
            <a:xfrm>
              <a:off x="7793088" y="5227678"/>
              <a:ext cx="98957" cy="95380"/>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301" name="object 11">
              <a:extLst>
                <a:ext uri="{FF2B5EF4-FFF2-40B4-BE49-F238E27FC236}">
                  <a16:creationId xmlns:a16="http://schemas.microsoft.com/office/drawing/2014/main" id="{91AF0254-3719-5AD3-E135-2471D17C7009}"/>
                </a:ext>
              </a:extLst>
            </p:cNvPr>
            <p:cNvSpPr/>
            <p:nvPr/>
          </p:nvSpPr>
          <p:spPr>
            <a:xfrm>
              <a:off x="6044241" y="5177288"/>
              <a:ext cx="0" cy="1459504"/>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08632" name="object 12">
              <a:extLst>
                <a:ext uri="{FF2B5EF4-FFF2-40B4-BE49-F238E27FC236}">
                  <a16:creationId xmlns:a16="http://schemas.microsoft.com/office/drawing/2014/main" id="{4374DF30-7220-918E-10BD-1E9BB0887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3" name="object 13">
              <a:extLst>
                <a:ext uri="{FF2B5EF4-FFF2-40B4-BE49-F238E27FC236}">
                  <a16:creationId xmlns:a16="http://schemas.microsoft.com/office/drawing/2014/main" id="{A7D9F71E-ED77-E96E-D923-DBD2CFE833DC}"/>
                </a:ext>
              </a:extLst>
            </p:cNvPr>
            <p:cNvSpPr/>
            <p:nvPr/>
          </p:nvSpPr>
          <p:spPr>
            <a:xfrm>
              <a:off x="3431767" y="3383051"/>
              <a:ext cx="2407363" cy="1536889"/>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304" name="object 14">
              <a:extLst>
                <a:ext uri="{FF2B5EF4-FFF2-40B4-BE49-F238E27FC236}">
                  <a16:creationId xmlns:a16="http://schemas.microsoft.com/office/drawing/2014/main" id="{19477475-F5A9-0C1A-5C3A-5950EF6ABB38}"/>
                </a:ext>
              </a:extLst>
            </p:cNvPr>
            <p:cNvSpPr/>
            <p:nvPr/>
          </p:nvSpPr>
          <p:spPr>
            <a:xfrm>
              <a:off x="5786952" y="4864151"/>
              <a:ext cx="102556" cy="88182"/>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305" name="object 15">
              <a:extLst>
                <a:ext uri="{FF2B5EF4-FFF2-40B4-BE49-F238E27FC236}">
                  <a16:creationId xmlns:a16="http://schemas.microsoft.com/office/drawing/2014/main" id="{DCEC5BBE-810B-B24F-1DC6-1EE5B1A4234C}"/>
                </a:ext>
              </a:extLst>
            </p:cNvPr>
            <p:cNvSpPr/>
            <p:nvPr/>
          </p:nvSpPr>
          <p:spPr>
            <a:xfrm>
              <a:off x="3458754" y="3368654"/>
              <a:ext cx="2324599" cy="19797"/>
            </a:xfrm>
            <a:custGeom>
              <a:avLst/>
              <a:gdLst/>
              <a:ahLst/>
              <a:cxnLst/>
              <a:rect l="l" t="t" r="r" b="b"/>
              <a:pathLst>
                <a:path w="2324100" h="19685">
                  <a:moveTo>
                    <a:pt x="0" y="0"/>
                  </a:moveTo>
                  <a:lnTo>
                    <a:pt x="0" y="19074"/>
                  </a:lnTo>
                </a:path>
                <a:path w="2324100" h="19685">
                  <a:moveTo>
                    <a:pt x="2255314" y="9537"/>
                  </a:moveTo>
                  <a:lnTo>
                    <a:pt x="2323535" y="9537"/>
                  </a:lnTo>
                </a:path>
              </a:pathLst>
            </a:custGeom>
            <a:ln w="15708">
              <a:solidFill>
                <a:srgbClr val="BABABA"/>
              </a:solidFill>
            </a:ln>
          </p:spPr>
          <p:txBody>
            <a:bodyPr lIns="0" tIns="0" rIns="0" bIns="0"/>
            <a:lstStyle/>
            <a:p>
              <a:pPr>
                <a:defRPr/>
              </a:pPr>
              <a:endParaRPr sz="2647"/>
            </a:p>
          </p:txBody>
        </p:sp>
        <p:sp>
          <p:nvSpPr>
            <p:cNvPr id="306" name="object 16">
              <a:extLst>
                <a:ext uri="{FF2B5EF4-FFF2-40B4-BE49-F238E27FC236}">
                  <a16:creationId xmlns:a16="http://schemas.microsoft.com/office/drawing/2014/main" id="{34B49148-88C1-B02F-BFE1-CBAF90FD930C}"/>
                </a:ext>
              </a:extLst>
            </p:cNvPr>
            <p:cNvSpPr/>
            <p:nvPr/>
          </p:nvSpPr>
          <p:spPr>
            <a:xfrm>
              <a:off x="5749169" y="3332661"/>
              <a:ext cx="93560" cy="91782"/>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07" name="object 17">
              <a:extLst>
                <a:ext uri="{FF2B5EF4-FFF2-40B4-BE49-F238E27FC236}">
                  <a16:creationId xmlns:a16="http://schemas.microsoft.com/office/drawing/2014/main" id="{CFCBDA2B-8424-C8CA-7C14-C6E476B1F88B}"/>
                </a:ext>
              </a:extLst>
            </p:cNvPr>
            <p:cNvSpPr/>
            <p:nvPr/>
          </p:nvSpPr>
          <p:spPr>
            <a:xfrm>
              <a:off x="3420971" y="3357856"/>
              <a:ext cx="0" cy="1454105"/>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08638" name="object 18">
              <a:extLst>
                <a:ext uri="{FF2B5EF4-FFF2-40B4-BE49-F238E27FC236}">
                  <a16:creationId xmlns:a16="http://schemas.microsoft.com/office/drawing/2014/main" id="{0DFA9F16-CD21-A3F5-3DC0-FECD94BAB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 name="object 19">
              <a:extLst>
                <a:ext uri="{FF2B5EF4-FFF2-40B4-BE49-F238E27FC236}">
                  <a16:creationId xmlns:a16="http://schemas.microsoft.com/office/drawing/2014/main" id="{30873E51-2535-9C4C-AAB8-7329B222FF69}"/>
                </a:ext>
              </a:extLst>
            </p:cNvPr>
            <p:cNvSpPr/>
            <p:nvPr/>
          </p:nvSpPr>
          <p:spPr>
            <a:xfrm>
              <a:off x="1411236" y="3539620"/>
              <a:ext cx="1781233" cy="1540488"/>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310" name="object 20">
              <a:extLst>
                <a:ext uri="{FF2B5EF4-FFF2-40B4-BE49-F238E27FC236}">
                  <a16:creationId xmlns:a16="http://schemas.microsoft.com/office/drawing/2014/main" id="{2068E81E-13FF-FD2B-97C0-AFD9D0D7CDBF}"/>
                </a:ext>
              </a:extLst>
            </p:cNvPr>
            <p:cNvSpPr/>
            <p:nvPr/>
          </p:nvSpPr>
          <p:spPr>
            <a:xfrm>
              <a:off x="3138492" y="3501827"/>
              <a:ext cx="98958" cy="93581"/>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311" name="object 21">
              <a:extLst>
                <a:ext uri="{FF2B5EF4-FFF2-40B4-BE49-F238E27FC236}">
                  <a16:creationId xmlns:a16="http://schemas.microsoft.com/office/drawing/2014/main" id="{01FD4F67-3AEF-EACF-2B96-01EA09B52BFB}"/>
                </a:ext>
              </a:extLst>
            </p:cNvPr>
            <p:cNvSpPr/>
            <p:nvPr/>
          </p:nvSpPr>
          <p:spPr>
            <a:xfrm>
              <a:off x="1377052" y="5116100"/>
              <a:ext cx="19791" cy="0"/>
            </a:xfrm>
            <a:custGeom>
              <a:avLst/>
              <a:gdLst/>
              <a:ahLst/>
              <a:cxnLst/>
              <a:rect l="l" t="t" r="r" b="b"/>
              <a:pathLst>
                <a:path w="19684">
                  <a:moveTo>
                    <a:pt x="0" y="0"/>
                  </a:moveTo>
                  <a:lnTo>
                    <a:pt x="19075" y="0"/>
                  </a:lnTo>
                </a:path>
              </a:pathLst>
            </a:custGeom>
            <a:ln w="19074">
              <a:solidFill>
                <a:srgbClr val="BABABA"/>
              </a:solidFill>
            </a:ln>
          </p:spPr>
          <p:txBody>
            <a:bodyPr lIns="0" tIns="0" rIns="0" bIns="0"/>
            <a:lstStyle/>
            <a:p>
              <a:pPr>
                <a:defRPr/>
              </a:pPr>
              <a:endParaRPr sz="2647"/>
            </a:p>
          </p:txBody>
        </p:sp>
        <p:sp>
          <p:nvSpPr>
            <p:cNvPr id="312" name="object 22">
              <a:extLst>
                <a:ext uri="{FF2B5EF4-FFF2-40B4-BE49-F238E27FC236}">
                  <a16:creationId xmlns:a16="http://schemas.microsoft.com/office/drawing/2014/main" id="{2A92F071-0DEB-2492-D9D1-FB9E827BED1E}"/>
                </a:ext>
              </a:extLst>
            </p:cNvPr>
            <p:cNvSpPr/>
            <p:nvPr/>
          </p:nvSpPr>
          <p:spPr>
            <a:xfrm>
              <a:off x="1458016" y="5177288"/>
              <a:ext cx="1754245" cy="1562083"/>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313" name="object 23">
              <a:extLst>
                <a:ext uri="{FF2B5EF4-FFF2-40B4-BE49-F238E27FC236}">
                  <a16:creationId xmlns:a16="http://schemas.microsoft.com/office/drawing/2014/main" id="{3A4B540B-FBB6-E7BC-CBC0-753452EE233C}"/>
                </a:ext>
              </a:extLst>
            </p:cNvPr>
            <p:cNvSpPr/>
            <p:nvPr/>
          </p:nvSpPr>
          <p:spPr>
            <a:xfrm>
              <a:off x="3158284" y="6681783"/>
              <a:ext cx="98957" cy="95380"/>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314" name="object 24">
              <a:extLst>
                <a:ext uri="{FF2B5EF4-FFF2-40B4-BE49-F238E27FC236}">
                  <a16:creationId xmlns:a16="http://schemas.microsoft.com/office/drawing/2014/main" id="{F847B2A4-3800-E3C5-850C-23D590D5AF77}"/>
                </a:ext>
              </a:extLst>
            </p:cNvPr>
            <p:cNvSpPr/>
            <p:nvPr/>
          </p:nvSpPr>
          <p:spPr>
            <a:xfrm>
              <a:off x="3095311" y="5116100"/>
              <a:ext cx="64772" cy="0"/>
            </a:xfrm>
            <a:custGeom>
              <a:avLst/>
              <a:gdLst/>
              <a:ahLst/>
              <a:cxnLst/>
              <a:rect l="l" t="t" r="r" b="b"/>
              <a:pathLst>
                <a:path w="65405">
                  <a:moveTo>
                    <a:pt x="0" y="0"/>
                  </a:moveTo>
                  <a:lnTo>
                    <a:pt x="64853" y="0"/>
                  </a:lnTo>
                </a:path>
              </a:pathLst>
            </a:custGeom>
            <a:ln w="19074">
              <a:solidFill>
                <a:srgbClr val="BABABA"/>
              </a:solidFill>
            </a:ln>
          </p:spPr>
          <p:txBody>
            <a:bodyPr lIns="0" tIns="0" rIns="0" bIns="0"/>
            <a:lstStyle/>
            <a:p>
              <a:pPr>
                <a:defRPr/>
              </a:pPr>
              <a:endParaRPr sz="2647"/>
            </a:p>
          </p:txBody>
        </p:sp>
        <p:sp>
          <p:nvSpPr>
            <p:cNvPr id="315" name="object 25">
              <a:extLst>
                <a:ext uri="{FF2B5EF4-FFF2-40B4-BE49-F238E27FC236}">
                  <a16:creationId xmlns:a16="http://schemas.microsoft.com/office/drawing/2014/main" id="{C836E2C7-A805-E5C1-0A97-5DB0D3E85801}"/>
                </a:ext>
              </a:extLst>
            </p:cNvPr>
            <p:cNvSpPr/>
            <p:nvPr/>
          </p:nvSpPr>
          <p:spPr>
            <a:xfrm>
              <a:off x="3127697" y="5071109"/>
              <a:ext cx="91761" cy="91782"/>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16" name="object 26">
              <a:extLst>
                <a:ext uri="{FF2B5EF4-FFF2-40B4-BE49-F238E27FC236}">
                  <a16:creationId xmlns:a16="http://schemas.microsoft.com/office/drawing/2014/main" id="{B16A0268-5BD5-6324-F313-31B159056D0C}"/>
                </a:ext>
              </a:extLst>
            </p:cNvPr>
            <p:cNvSpPr/>
            <p:nvPr/>
          </p:nvSpPr>
          <p:spPr>
            <a:xfrm>
              <a:off x="3161883" y="4054315"/>
              <a:ext cx="514578" cy="239351"/>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17" name="object 27">
              <a:extLst>
                <a:ext uri="{FF2B5EF4-FFF2-40B4-BE49-F238E27FC236}">
                  <a16:creationId xmlns:a16="http://schemas.microsoft.com/office/drawing/2014/main" id="{B413F966-11BA-6E9F-B07C-8FB3F80F8C12}"/>
                </a:ext>
              </a:extLst>
            </p:cNvPr>
            <p:cNvSpPr/>
            <p:nvPr/>
          </p:nvSpPr>
          <p:spPr>
            <a:xfrm>
              <a:off x="3420971" y="6086103"/>
              <a:ext cx="0" cy="541691"/>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08648" name="object 28">
              <a:extLst>
                <a:ext uri="{FF2B5EF4-FFF2-40B4-BE49-F238E27FC236}">
                  <a16:creationId xmlns:a16="http://schemas.microsoft.com/office/drawing/2014/main" id="{3B444B41-7E06-4495-B19C-577810C1BD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9" name="object 29">
              <a:extLst>
                <a:ext uri="{FF2B5EF4-FFF2-40B4-BE49-F238E27FC236}">
                  <a16:creationId xmlns:a16="http://schemas.microsoft.com/office/drawing/2014/main" id="{DDC8FCC6-871B-8CAD-E1A9-2C9E8FFB93E4}"/>
                </a:ext>
              </a:extLst>
            </p:cNvPr>
            <p:cNvSpPr/>
            <p:nvPr/>
          </p:nvSpPr>
          <p:spPr>
            <a:xfrm>
              <a:off x="3420971" y="5195284"/>
              <a:ext cx="0" cy="653267"/>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320" name="object 30">
              <a:extLst>
                <a:ext uri="{FF2B5EF4-FFF2-40B4-BE49-F238E27FC236}">
                  <a16:creationId xmlns:a16="http://schemas.microsoft.com/office/drawing/2014/main" id="{00439A81-AB9B-4AFF-4664-35B69F065328}"/>
                </a:ext>
              </a:extLst>
            </p:cNvPr>
            <p:cNvSpPr/>
            <p:nvPr/>
          </p:nvSpPr>
          <p:spPr>
            <a:xfrm>
              <a:off x="3451558" y="6901338"/>
              <a:ext cx="921203" cy="0"/>
            </a:xfrm>
            <a:custGeom>
              <a:avLst/>
              <a:gdLst/>
              <a:ahLst/>
              <a:cxnLst/>
              <a:rect l="l" t="t" r="r" b="b"/>
              <a:pathLst>
                <a:path w="922020">
                  <a:moveTo>
                    <a:pt x="0" y="0"/>
                  </a:moveTo>
                  <a:lnTo>
                    <a:pt x="921760" y="0"/>
                  </a:lnTo>
                </a:path>
              </a:pathLst>
            </a:custGeom>
            <a:ln w="19074">
              <a:solidFill>
                <a:srgbClr val="BABABA"/>
              </a:solidFill>
            </a:ln>
          </p:spPr>
          <p:txBody>
            <a:bodyPr lIns="0" tIns="0" rIns="0" bIns="0"/>
            <a:lstStyle/>
            <a:p>
              <a:pPr>
                <a:defRPr/>
              </a:pPr>
              <a:endParaRPr sz="2647"/>
            </a:p>
          </p:txBody>
        </p:sp>
        <p:sp>
          <p:nvSpPr>
            <p:cNvPr id="321" name="object 31">
              <a:extLst>
                <a:ext uri="{FF2B5EF4-FFF2-40B4-BE49-F238E27FC236}">
                  <a16:creationId xmlns:a16="http://schemas.microsoft.com/office/drawing/2014/main" id="{F719F885-D3E6-E45D-0376-AC78E485CD94}"/>
                </a:ext>
              </a:extLst>
            </p:cNvPr>
            <p:cNvSpPr/>
            <p:nvPr/>
          </p:nvSpPr>
          <p:spPr>
            <a:xfrm>
              <a:off x="5986666" y="3302068"/>
              <a:ext cx="1851402" cy="1592677"/>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322" name="object 32">
              <a:extLst>
                <a:ext uri="{FF2B5EF4-FFF2-40B4-BE49-F238E27FC236}">
                  <a16:creationId xmlns:a16="http://schemas.microsoft.com/office/drawing/2014/main" id="{0927C174-E996-1E85-2D55-48D3D3CFAFE9}"/>
                </a:ext>
              </a:extLst>
            </p:cNvPr>
            <p:cNvSpPr/>
            <p:nvPr/>
          </p:nvSpPr>
          <p:spPr>
            <a:xfrm>
              <a:off x="7782293" y="4837156"/>
              <a:ext cx="100757" cy="95381"/>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23" name="object 33">
              <a:extLst>
                <a:ext uri="{FF2B5EF4-FFF2-40B4-BE49-F238E27FC236}">
                  <a16:creationId xmlns:a16="http://schemas.microsoft.com/office/drawing/2014/main" id="{E3302BB1-67B8-352F-6AF5-11758CBA3163}"/>
                </a:ext>
              </a:extLst>
            </p:cNvPr>
            <p:cNvSpPr/>
            <p:nvPr/>
          </p:nvSpPr>
          <p:spPr>
            <a:xfrm>
              <a:off x="6044241" y="3548617"/>
              <a:ext cx="0" cy="1272343"/>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08654" name="object 34">
              <a:extLst>
                <a:ext uri="{FF2B5EF4-FFF2-40B4-BE49-F238E27FC236}">
                  <a16:creationId xmlns:a16="http://schemas.microsoft.com/office/drawing/2014/main" id="{A03EB75E-F3BE-BFE6-4F08-2A7D512E5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5" name="object 35">
              <a:extLst>
                <a:ext uri="{FF2B5EF4-FFF2-40B4-BE49-F238E27FC236}">
                  <a16:creationId xmlns:a16="http://schemas.microsoft.com/office/drawing/2014/main" id="{0C1FD9AB-5DCF-39B3-3EA8-51EC2958A33B}"/>
                </a:ext>
              </a:extLst>
            </p:cNvPr>
            <p:cNvSpPr/>
            <p:nvPr/>
          </p:nvSpPr>
          <p:spPr>
            <a:xfrm>
              <a:off x="3357998" y="5116100"/>
              <a:ext cx="2425355" cy="0"/>
            </a:xfrm>
            <a:custGeom>
              <a:avLst/>
              <a:gdLst/>
              <a:ahLst/>
              <a:cxnLst/>
              <a:rect l="l" t="t" r="r" b="b"/>
              <a:pathLst>
                <a:path w="2424429">
                  <a:moveTo>
                    <a:pt x="0" y="0"/>
                  </a:moveTo>
                  <a:lnTo>
                    <a:pt x="22401" y="0"/>
                  </a:lnTo>
                </a:path>
                <a:path w="2424429">
                  <a:moveTo>
                    <a:pt x="2362391" y="0"/>
                  </a:moveTo>
                  <a:lnTo>
                    <a:pt x="2423919" y="0"/>
                  </a:lnTo>
                </a:path>
              </a:pathLst>
            </a:custGeom>
            <a:ln w="19076">
              <a:solidFill>
                <a:srgbClr val="BABABA"/>
              </a:solidFill>
            </a:ln>
          </p:spPr>
          <p:txBody>
            <a:bodyPr lIns="0" tIns="0" rIns="0" bIns="0"/>
            <a:lstStyle/>
            <a:p>
              <a:pPr>
                <a:defRPr/>
              </a:pPr>
              <a:endParaRPr sz="2647"/>
            </a:p>
          </p:txBody>
        </p:sp>
        <p:sp>
          <p:nvSpPr>
            <p:cNvPr id="326" name="object 36">
              <a:extLst>
                <a:ext uri="{FF2B5EF4-FFF2-40B4-BE49-F238E27FC236}">
                  <a16:creationId xmlns:a16="http://schemas.microsoft.com/office/drawing/2014/main" id="{FC2C42E5-5573-A153-C3DF-DCC73072492D}"/>
                </a:ext>
              </a:extLst>
            </p:cNvPr>
            <p:cNvSpPr/>
            <p:nvPr/>
          </p:nvSpPr>
          <p:spPr>
            <a:xfrm>
              <a:off x="5749169" y="5071109"/>
              <a:ext cx="93560" cy="91782"/>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27" name="object 37">
              <a:extLst>
                <a:ext uri="{FF2B5EF4-FFF2-40B4-BE49-F238E27FC236}">
                  <a16:creationId xmlns:a16="http://schemas.microsoft.com/office/drawing/2014/main" id="{25F3418C-3AEF-81ED-9CE8-6FA091857B69}"/>
                </a:ext>
              </a:extLst>
            </p:cNvPr>
            <p:cNvSpPr/>
            <p:nvPr/>
          </p:nvSpPr>
          <p:spPr>
            <a:xfrm>
              <a:off x="6002859" y="5116100"/>
              <a:ext cx="1783033"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328" name="object 38">
              <a:extLst>
                <a:ext uri="{FF2B5EF4-FFF2-40B4-BE49-F238E27FC236}">
                  <a16:creationId xmlns:a16="http://schemas.microsoft.com/office/drawing/2014/main" id="{821D1C23-F0B7-79A3-1E2C-9102BA5AAF15}"/>
                </a:ext>
              </a:extLst>
            </p:cNvPr>
            <p:cNvSpPr/>
            <p:nvPr/>
          </p:nvSpPr>
          <p:spPr>
            <a:xfrm>
              <a:off x="7753505" y="5071109"/>
              <a:ext cx="91760" cy="91782"/>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329" name="object 39">
            <a:extLst>
              <a:ext uri="{FF2B5EF4-FFF2-40B4-BE49-F238E27FC236}">
                <a16:creationId xmlns:a16="http://schemas.microsoft.com/office/drawing/2014/main" id="{9AB9FB7D-95B7-A34D-0928-8D5DB78279C9}"/>
              </a:ext>
            </a:extLst>
          </p:cNvPr>
          <p:cNvSpPr txBox="1"/>
          <p:nvPr/>
        </p:nvSpPr>
        <p:spPr>
          <a:xfrm>
            <a:off x="2386013" y="4014788"/>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330" name="object 40">
            <a:extLst>
              <a:ext uri="{FF2B5EF4-FFF2-40B4-BE49-F238E27FC236}">
                <a16:creationId xmlns:a16="http://schemas.microsoft.com/office/drawing/2014/main" id="{802AC929-83EC-B1A6-60F4-941C858D3CA3}"/>
              </a:ext>
            </a:extLst>
          </p:cNvPr>
          <p:cNvSpPr/>
          <p:nvPr/>
        </p:nvSpPr>
        <p:spPr>
          <a:xfrm>
            <a:off x="2308225" y="5600700"/>
            <a:ext cx="452438"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31" name="object 41">
            <a:extLst>
              <a:ext uri="{FF2B5EF4-FFF2-40B4-BE49-F238E27FC236}">
                <a16:creationId xmlns:a16="http://schemas.microsoft.com/office/drawing/2014/main" id="{FFE2B599-9CB7-FE3F-AB95-7CFEACECB978}"/>
              </a:ext>
            </a:extLst>
          </p:cNvPr>
          <p:cNvSpPr txBox="1"/>
          <p:nvPr/>
        </p:nvSpPr>
        <p:spPr>
          <a:xfrm>
            <a:off x="2376488" y="5597525"/>
            <a:ext cx="346075"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332" name="object 42">
            <a:extLst>
              <a:ext uri="{FF2B5EF4-FFF2-40B4-BE49-F238E27FC236}">
                <a16:creationId xmlns:a16="http://schemas.microsoft.com/office/drawing/2014/main" id="{44705BC5-DD46-7535-E3A6-4C3998D64FCE}"/>
              </a:ext>
            </a:extLst>
          </p:cNvPr>
          <p:cNvSpPr/>
          <p:nvPr/>
        </p:nvSpPr>
        <p:spPr>
          <a:xfrm>
            <a:off x="4613275" y="5600700"/>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333" name="object 43">
            <a:extLst>
              <a:ext uri="{FF2B5EF4-FFF2-40B4-BE49-F238E27FC236}">
                <a16:creationId xmlns:a16="http://schemas.microsoft.com/office/drawing/2014/main" id="{0EE9DAC8-ED76-784B-759A-AC6F3A4655C3}"/>
              </a:ext>
            </a:extLst>
          </p:cNvPr>
          <p:cNvSpPr txBox="1"/>
          <p:nvPr/>
        </p:nvSpPr>
        <p:spPr>
          <a:xfrm>
            <a:off x="4683125" y="5597525"/>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334" name="object 44">
            <a:extLst>
              <a:ext uri="{FF2B5EF4-FFF2-40B4-BE49-F238E27FC236}">
                <a16:creationId xmlns:a16="http://schemas.microsoft.com/office/drawing/2014/main" id="{B4DB985C-5E8E-42F6-6F2C-EA846D68427D}"/>
              </a:ext>
            </a:extLst>
          </p:cNvPr>
          <p:cNvSpPr/>
          <p:nvPr/>
        </p:nvSpPr>
        <p:spPr>
          <a:xfrm>
            <a:off x="3513138" y="5546725"/>
            <a:ext cx="495300" cy="422275"/>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sp>
        <p:nvSpPr>
          <p:cNvPr id="335" name="object 45">
            <a:extLst>
              <a:ext uri="{FF2B5EF4-FFF2-40B4-BE49-F238E27FC236}">
                <a16:creationId xmlns:a16="http://schemas.microsoft.com/office/drawing/2014/main" id="{4C56E495-9414-65FD-87A7-C26F172F91DF}"/>
              </a:ext>
            </a:extLst>
          </p:cNvPr>
          <p:cNvSpPr txBox="1"/>
          <p:nvPr/>
        </p:nvSpPr>
        <p:spPr>
          <a:xfrm rot="1920000">
            <a:off x="3598863" y="5695950"/>
            <a:ext cx="352425" cy="139700"/>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sp>
        <p:nvSpPr>
          <p:cNvPr id="336" name="object 46">
            <a:extLst>
              <a:ext uri="{FF2B5EF4-FFF2-40B4-BE49-F238E27FC236}">
                <a16:creationId xmlns:a16="http://schemas.microsoft.com/office/drawing/2014/main" id="{4F7E68F7-D8EA-E210-76FE-CF2545E08636}"/>
              </a:ext>
            </a:extLst>
          </p:cNvPr>
          <p:cNvSpPr/>
          <p:nvPr/>
        </p:nvSpPr>
        <p:spPr>
          <a:xfrm>
            <a:off x="1296988" y="3930650"/>
            <a:ext cx="609600" cy="566738"/>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337" name="object 47">
            <a:extLst>
              <a:ext uri="{FF2B5EF4-FFF2-40B4-BE49-F238E27FC236}">
                <a16:creationId xmlns:a16="http://schemas.microsoft.com/office/drawing/2014/main" id="{5CA3040C-7CC8-A2C2-B581-1745929EDDAF}"/>
              </a:ext>
            </a:extLst>
          </p:cNvPr>
          <p:cNvSpPr txBox="1"/>
          <p:nvPr/>
        </p:nvSpPr>
        <p:spPr>
          <a:xfrm rot="19200000">
            <a:off x="1355725" y="4133850"/>
            <a:ext cx="512763"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a:latin typeface="Lucida Sans"/>
              <a:cs typeface="Lucida Sans"/>
            </a:endParaRPr>
          </a:p>
        </p:txBody>
      </p:sp>
      <p:sp>
        <p:nvSpPr>
          <p:cNvPr id="338" name="object 48">
            <a:extLst>
              <a:ext uri="{FF2B5EF4-FFF2-40B4-BE49-F238E27FC236}">
                <a16:creationId xmlns:a16="http://schemas.microsoft.com/office/drawing/2014/main" id="{1DC75CAB-C6D1-E1D4-12D1-BEAC8EE7E6F3}"/>
              </a:ext>
            </a:extLst>
          </p:cNvPr>
          <p:cNvSpPr txBox="1"/>
          <p:nvPr/>
        </p:nvSpPr>
        <p:spPr>
          <a:xfrm>
            <a:off x="5491163" y="4822825"/>
            <a:ext cx="51593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10</a:t>
            </a:r>
            <a:endParaRPr sz="1059">
              <a:latin typeface="Lucida Sans"/>
              <a:cs typeface="Lucida Sans"/>
            </a:endParaRPr>
          </a:p>
        </p:txBody>
      </p:sp>
      <p:grpSp>
        <p:nvGrpSpPr>
          <p:cNvPr id="108560" name="object 49">
            <a:extLst>
              <a:ext uri="{FF2B5EF4-FFF2-40B4-BE49-F238E27FC236}">
                <a16:creationId xmlns:a16="http://schemas.microsoft.com/office/drawing/2014/main" id="{1F00FFEB-1EBC-2FEC-1F0D-7394861C5B14}"/>
              </a:ext>
            </a:extLst>
          </p:cNvPr>
          <p:cNvGrpSpPr>
            <a:grpSpLocks/>
          </p:cNvGrpSpPr>
          <p:nvPr/>
        </p:nvGrpSpPr>
        <p:grpSpPr bwMode="auto">
          <a:xfrm>
            <a:off x="1301750" y="5411788"/>
            <a:ext cx="3716338" cy="1247775"/>
            <a:chOff x="2012222" y="5634376"/>
            <a:chExt cx="4211320" cy="1413510"/>
          </a:xfrm>
        </p:grpSpPr>
        <p:sp>
          <p:nvSpPr>
            <p:cNvPr id="340" name="object 50">
              <a:extLst>
                <a:ext uri="{FF2B5EF4-FFF2-40B4-BE49-F238E27FC236}">
                  <a16:creationId xmlns:a16="http://schemas.microsoft.com/office/drawing/2014/main" id="{DEFC3455-C1ED-CE4B-B573-8B9CF491B6D3}"/>
                </a:ext>
              </a:extLst>
            </p:cNvPr>
            <p:cNvSpPr/>
            <p:nvPr/>
          </p:nvSpPr>
          <p:spPr>
            <a:xfrm>
              <a:off x="3242697" y="6690012"/>
              <a:ext cx="352592" cy="352478"/>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341" name="object 51">
              <a:extLst>
                <a:ext uri="{FF2B5EF4-FFF2-40B4-BE49-F238E27FC236}">
                  <a16:creationId xmlns:a16="http://schemas.microsoft.com/office/drawing/2014/main" id="{CC2B6F69-5BCF-A656-7F20-13DFA3D6C4A0}"/>
                </a:ext>
              </a:extLst>
            </p:cNvPr>
            <p:cNvSpPr/>
            <p:nvPr/>
          </p:nvSpPr>
          <p:spPr>
            <a:xfrm>
              <a:off x="3242697" y="6690012"/>
              <a:ext cx="352592" cy="352478"/>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342" name="object 52">
              <a:extLst>
                <a:ext uri="{FF2B5EF4-FFF2-40B4-BE49-F238E27FC236}">
                  <a16:creationId xmlns:a16="http://schemas.microsoft.com/office/drawing/2014/main" id="{96242B41-9322-5183-BD3F-02570E11A038}"/>
                </a:ext>
              </a:extLst>
            </p:cNvPr>
            <p:cNvSpPr/>
            <p:nvPr/>
          </p:nvSpPr>
          <p:spPr>
            <a:xfrm>
              <a:off x="5865552" y="6690012"/>
              <a:ext cx="352592" cy="352478"/>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43" name="object 53">
              <a:extLst>
                <a:ext uri="{FF2B5EF4-FFF2-40B4-BE49-F238E27FC236}">
                  <a16:creationId xmlns:a16="http://schemas.microsoft.com/office/drawing/2014/main" id="{CB00B672-17FB-64DA-3670-BEB8B20B5E1D}"/>
                </a:ext>
              </a:extLst>
            </p:cNvPr>
            <p:cNvSpPr/>
            <p:nvPr/>
          </p:nvSpPr>
          <p:spPr>
            <a:xfrm>
              <a:off x="5865552" y="6690012"/>
              <a:ext cx="352592" cy="352478"/>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344" name="object 54">
              <a:extLst>
                <a:ext uri="{FF2B5EF4-FFF2-40B4-BE49-F238E27FC236}">
                  <a16:creationId xmlns:a16="http://schemas.microsoft.com/office/drawing/2014/main" id="{9F2F5991-4630-ECBC-0723-1ECE3D61A862}"/>
                </a:ext>
              </a:extLst>
            </p:cNvPr>
            <p:cNvSpPr/>
            <p:nvPr/>
          </p:nvSpPr>
          <p:spPr>
            <a:xfrm>
              <a:off x="2012222" y="5634376"/>
              <a:ext cx="687195" cy="649207"/>
            </a:xfrm>
            <a:custGeom>
              <a:avLst/>
              <a:gdLst/>
              <a:ahLst/>
              <a:cxnLst/>
              <a:rect l="l" t="t" r="r" b="b"/>
              <a:pathLst>
                <a:path w="687069" h="648970">
                  <a:moveTo>
                    <a:pt x="158614" y="0"/>
                  </a:moveTo>
                  <a:lnTo>
                    <a:pt x="0" y="178024"/>
                  </a:lnTo>
                  <a:lnTo>
                    <a:pt x="528022" y="648475"/>
                  </a:lnTo>
                  <a:lnTo>
                    <a:pt x="686636" y="470451"/>
                  </a:lnTo>
                  <a:lnTo>
                    <a:pt x="158614" y="0"/>
                  </a:lnTo>
                  <a:close/>
                </a:path>
              </a:pathLst>
            </a:custGeom>
            <a:solidFill>
              <a:srgbClr val="F2F2F2"/>
            </a:solidFill>
          </p:spPr>
          <p:txBody>
            <a:bodyPr lIns="0" tIns="0" rIns="0" bIns="0"/>
            <a:lstStyle/>
            <a:p>
              <a:pPr>
                <a:defRPr/>
              </a:pPr>
              <a:endParaRPr sz="2647"/>
            </a:p>
          </p:txBody>
        </p:sp>
      </p:grpSp>
      <p:sp>
        <p:nvSpPr>
          <p:cNvPr id="345" name="object 55">
            <a:extLst>
              <a:ext uri="{FF2B5EF4-FFF2-40B4-BE49-F238E27FC236}">
                <a16:creationId xmlns:a16="http://schemas.microsoft.com/office/drawing/2014/main" id="{BA9B990C-8236-F44D-BDFA-EAE2B8D593E4}"/>
              </a:ext>
            </a:extLst>
          </p:cNvPr>
          <p:cNvSpPr txBox="1"/>
          <p:nvPr/>
        </p:nvSpPr>
        <p:spPr>
          <a:xfrm rot="2460000">
            <a:off x="1360488" y="5637213"/>
            <a:ext cx="512762" cy="141287"/>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10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15</a:t>
            </a:r>
            <a:endParaRPr sz="1059">
              <a:latin typeface="Lucida Sans"/>
              <a:cs typeface="Lucida Sans"/>
            </a:endParaRPr>
          </a:p>
        </p:txBody>
      </p:sp>
      <p:sp>
        <p:nvSpPr>
          <p:cNvPr id="346" name="object 56">
            <a:extLst>
              <a:ext uri="{FF2B5EF4-FFF2-40B4-BE49-F238E27FC236}">
                <a16:creationId xmlns:a16="http://schemas.microsoft.com/office/drawing/2014/main" id="{8CC08821-1C18-4592-92DB-EEBC608EAC85}"/>
              </a:ext>
            </a:extLst>
          </p:cNvPr>
          <p:cNvSpPr/>
          <p:nvPr/>
        </p:nvSpPr>
        <p:spPr>
          <a:xfrm>
            <a:off x="5487988" y="5365750"/>
            <a:ext cx="608012" cy="569913"/>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sp>
        <p:nvSpPr>
          <p:cNvPr id="347" name="object 57">
            <a:extLst>
              <a:ext uri="{FF2B5EF4-FFF2-40B4-BE49-F238E27FC236}">
                <a16:creationId xmlns:a16="http://schemas.microsoft.com/office/drawing/2014/main" id="{8F8A22FC-E644-74B2-0CD4-609F60FD70EA}"/>
              </a:ext>
            </a:extLst>
          </p:cNvPr>
          <p:cNvSpPr txBox="1"/>
          <p:nvPr/>
        </p:nvSpPr>
        <p:spPr>
          <a:xfrm rot="19140000">
            <a:off x="5546725" y="5568950"/>
            <a:ext cx="511175"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348" name="object 58">
            <a:extLst>
              <a:ext uri="{FF2B5EF4-FFF2-40B4-BE49-F238E27FC236}">
                <a16:creationId xmlns:a16="http://schemas.microsoft.com/office/drawing/2014/main" id="{7A80A918-CCE2-A945-4FF3-B6BBB249CABF}"/>
              </a:ext>
            </a:extLst>
          </p:cNvPr>
          <p:cNvSpPr/>
          <p:nvPr/>
        </p:nvSpPr>
        <p:spPr>
          <a:xfrm>
            <a:off x="3384550" y="6408738"/>
            <a:ext cx="623888" cy="209550"/>
          </a:xfrm>
          <a:custGeom>
            <a:avLst/>
            <a:gdLst/>
            <a:ahLst/>
            <a:cxnLst/>
            <a:rect l="l" t="t" r="r" b="b"/>
            <a:pathLst>
              <a:path w="707389" h="238759">
                <a:moveTo>
                  <a:pt x="0" y="0"/>
                </a:moveTo>
                <a:lnTo>
                  <a:pt x="707199" y="0"/>
                </a:lnTo>
                <a:lnTo>
                  <a:pt x="707199" y="238435"/>
                </a:lnTo>
                <a:lnTo>
                  <a:pt x="0" y="238435"/>
                </a:lnTo>
                <a:lnTo>
                  <a:pt x="0" y="0"/>
                </a:lnTo>
                <a:close/>
              </a:path>
            </a:pathLst>
          </a:custGeom>
          <a:solidFill>
            <a:srgbClr val="F2F2F2"/>
          </a:solidFill>
        </p:spPr>
        <p:txBody>
          <a:bodyPr lIns="0" tIns="0" rIns="0" bIns="0"/>
          <a:lstStyle/>
          <a:p>
            <a:pPr>
              <a:defRPr/>
            </a:pPr>
            <a:endParaRPr sz="2647"/>
          </a:p>
        </p:txBody>
      </p:sp>
      <p:sp>
        <p:nvSpPr>
          <p:cNvPr id="349" name="object 59">
            <a:extLst>
              <a:ext uri="{FF2B5EF4-FFF2-40B4-BE49-F238E27FC236}">
                <a16:creationId xmlns:a16="http://schemas.microsoft.com/office/drawing/2014/main" id="{EFC3D669-2A97-64B6-1275-14B70A8082B1}"/>
              </a:ext>
            </a:extLst>
          </p:cNvPr>
          <p:cNvSpPr txBox="1"/>
          <p:nvPr/>
        </p:nvSpPr>
        <p:spPr>
          <a:xfrm>
            <a:off x="3454400" y="6405563"/>
            <a:ext cx="51593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16</a:t>
            </a:r>
            <a:endParaRPr sz="1059">
              <a:latin typeface="Lucida Sans"/>
              <a:cs typeface="Lucida Sans"/>
            </a:endParaRPr>
          </a:p>
        </p:txBody>
      </p:sp>
      <p:grpSp>
        <p:nvGrpSpPr>
          <p:cNvPr id="108566" name="object 60">
            <a:extLst>
              <a:ext uri="{FF2B5EF4-FFF2-40B4-BE49-F238E27FC236}">
                <a16:creationId xmlns:a16="http://schemas.microsoft.com/office/drawing/2014/main" id="{3083C39B-240A-F159-FEEF-C20239C59441}"/>
              </a:ext>
            </a:extLst>
          </p:cNvPr>
          <p:cNvGrpSpPr>
            <a:grpSpLocks/>
          </p:cNvGrpSpPr>
          <p:nvPr/>
        </p:nvGrpSpPr>
        <p:grpSpPr bwMode="auto">
          <a:xfrm>
            <a:off x="611188" y="3249613"/>
            <a:ext cx="5883275" cy="1838325"/>
            <a:chOff x="1231593" y="3182881"/>
            <a:chExt cx="6668134" cy="2082800"/>
          </a:xfrm>
        </p:grpSpPr>
        <p:sp>
          <p:nvSpPr>
            <p:cNvPr id="351" name="object 61">
              <a:extLst>
                <a:ext uri="{FF2B5EF4-FFF2-40B4-BE49-F238E27FC236}">
                  <a16:creationId xmlns:a16="http://schemas.microsoft.com/office/drawing/2014/main" id="{4B825860-BED9-D955-6578-1B858C030454}"/>
                </a:ext>
              </a:extLst>
            </p:cNvPr>
            <p:cNvSpPr/>
            <p:nvPr/>
          </p:nvSpPr>
          <p:spPr>
            <a:xfrm>
              <a:off x="6003285" y="3310582"/>
              <a:ext cx="1788485" cy="1536020"/>
            </a:xfrm>
            <a:custGeom>
              <a:avLst/>
              <a:gdLst/>
              <a:ahLst/>
              <a:cxnLst/>
              <a:rect l="l" t="t" r="r" b="b"/>
              <a:pathLst>
                <a:path w="1787525" h="1536064">
                  <a:moveTo>
                    <a:pt x="1787510" y="1536051"/>
                  </a:moveTo>
                  <a:lnTo>
                    <a:pt x="1765810" y="1517403"/>
                  </a:lnTo>
                  <a:lnTo>
                    <a:pt x="0" y="0"/>
                  </a:lnTo>
                </a:path>
              </a:pathLst>
            </a:custGeom>
            <a:ln w="57224">
              <a:solidFill>
                <a:srgbClr val="000000"/>
              </a:solidFill>
            </a:ln>
          </p:spPr>
          <p:txBody>
            <a:bodyPr lIns="0" tIns="0" rIns="0" bIns="0"/>
            <a:lstStyle/>
            <a:p>
              <a:pPr>
                <a:defRPr/>
              </a:pPr>
              <a:endParaRPr sz="2647"/>
            </a:p>
          </p:txBody>
        </p:sp>
        <p:sp>
          <p:nvSpPr>
            <p:cNvPr id="352" name="object 62">
              <a:extLst>
                <a:ext uri="{FF2B5EF4-FFF2-40B4-BE49-F238E27FC236}">
                  <a16:creationId xmlns:a16="http://schemas.microsoft.com/office/drawing/2014/main" id="{9EE04C1F-4A2B-378D-8F05-ADA0D50B5E32}"/>
                </a:ext>
              </a:extLst>
            </p:cNvPr>
            <p:cNvSpPr/>
            <p:nvPr/>
          </p:nvSpPr>
          <p:spPr>
            <a:xfrm>
              <a:off x="7651426" y="4704512"/>
              <a:ext cx="248301" cy="235618"/>
            </a:xfrm>
            <a:custGeom>
              <a:avLst/>
              <a:gdLst/>
              <a:ahLst/>
              <a:cxnLst/>
              <a:rect l="l" t="t" r="r" b="b"/>
              <a:pathLst>
                <a:path w="248284" h="236220">
                  <a:moveTo>
                    <a:pt x="149183" y="0"/>
                  </a:moveTo>
                  <a:lnTo>
                    <a:pt x="117993" y="124098"/>
                  </a:lnTo>
                  <a:lnTo>
                    <a:pt x="0" y="173603"/>
                  </a:lnTo>
                  <a:lnTo>
                    <a:pt x="248196" y="235985"/>
                  </a:lnTo>
                  <a:lnTo>
                    <a:pt x="149183" y="0"/>
                  </a:lnTo>
                  <a:close/>
                </a:path>
              </a:pathLst>
            </a:custGeom>
            <a:solidFill>
              <a:srgbClr val="000000"/>
            </a:solidFill>
          </p:spPr>
          <p:txBody>
            <a:bodyPr lIns="0" tIns="0" rIns="0" bIns="0"/>
            <a:lstStyle/>
            <a:p>
              <a:pPr>
                <a:defRPr/>
              </a:pPr>
              <a:endParaRPr sz="2647"/>
            </a:p>
          </p:txBody>
        </p:sp>
        <p:sp>
          <p:nvSpPr>
            <p:cNvPr id="353" name="object 63">
              <a:extLst>
                <a:ext uri="{FF2B5EF4-FFF2-40B4-BE49-F238E27FC236}">
                  <a16:creationId xmlns:a16="http://schemas.microsoft.com/office/drawing/2014/main" id="{90EEF276-62E6-F786-5E75-20A7BBA64BC2}"/>
                </a:ext>
              </a:extLst>
            </p:cNvPr>
            <p:cNvSpPr/>
            <p:nvPr/>
          </p:nvSpPr>
          <p:spPr>
            <a:xfrm>
              <a:off x="3448307" y="3396916"/>
              <a:ext cx="2335466" cy="1491055"/>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354" name="object 64">
              <a:extLst>
                <a:ext uri="{FF2B5EF4-FFF2-40B4-BE49-F238E27FC236}">
                  <a16:creationId xmlns:a16="http://schemas.microsoft.com/office/drawing/2014/main" id="{65CCA55D-4291-C889-FBE4-A0440FABD075}"/>
                </a:ext>
              </a:extLst>
            </p:cNvPr>
            <p:cNvSpPr/>
            <p:nvPr/>
          </p:nvSpPr>
          <p:spPr>
            <a:xfrm>
              <a:off x="5650626" y="4744082"/>
              <a:ext cx="253698" cy="221229"/>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355" name="object 65">
              <a:extLst>
                <a:ext uri="{FF2B5EF4-FFF2-40B4-BE49-F238E27FC236}">
                  <a16:creationId xmlns:a16="http://schemas.microsoft.com/office/drawing/2014/main" id="{538F9E7A-AF90-4004-47F3-D5315126A433}"/>
                </a:ext>
              </a:extLst>
            </p:cNvPr>
            <p:cNvSpPr/>
            <p:nvPr/>
          </p:nvSpPr>
          <p:spPr>
            <a:xfrm>
              <a:off x="1397127" y="5123590"/>
              <a:ext cx="1698521" cy="0"/>
            </a:xfrm>
            <a:custGeom>
              <a:avLst/>
              <a:gdLst/>
              <a:ahLst/>
              <a:cxnLst/>
              <a:rect l="l" t="t" r="r" b="b"/>
              <a:pathLst>
                <a:path w="1697989">
                  <a:moveTo>
                    <a:pt x="0" y="0"/>
                  </a:moveTo>
                  <a:lnTo>
                    <a:pt x="696230" y="0"/>
                  </a:lnTo>
                </a:path>
                <a:path w="1697989">
                  <a:moveTo>
                    <a:pt x="1210240" y="0"/>
                  </a:moveTo>
                  <a:lnTo>
                    <a:pt x="1697659" y="0"/>
                  </a:lnTo>
                </a:path>
              </a:pathLst>
            </a:custGeom>
            <a:ln w="57224">
              <a:solidFill>
                <a:srgbClr val="000000"/>
              </a:solidFill>
            </a:ln>
          </p:spPr>
          <p:txBody>
            <a:bodyPr lIns="0" tIns="0" rIns="0" bIns="0"/>
            <a:lstStyle/>
            <a:p>
              <a:pPr>
                <a:defRPr/>
              </a:pPr>
              <a:endParaRPr sz="2647"/>
            </a:p>
          </p:txBody>
        </p:sp>
        <p:sp>
          <p:nvSpPr>
            <p:cNvPr id="356" name="object 66">
              <a:extLst>
                <a:ext uri="{FF2B5EF4-FFF2-40B4-BE49-F238E27FC236}">
                  <a16:creationId xmlns:a16="http://schemas.microsoft.com/office/drawing/2014/main" id="{34DBA14A-024A-587D-7C5B-0FD0F41A02BD}"/>
                </a:ext>
              </a:extLst>
            </p:cNvPr>
            <p:cNvSpPr/>
            <p:nvPr/>
          </p:nvSpPr>
          <p:spPr>
            <a:xfrm>
              <a:off x="3009282" y="5008478"/>
              <a:ext cx="228508" cy="228425"/>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357" name="object 67">
              <a:extLst>
                <a:ext uri="{FF2B5EF4-FFF2-40B4-BE49-F238E27FC236}">
                  <a16:creationId xmlns:a16="http://schemas.microsoft.com/office/drawing/2014/main" id="{C0DE3E1F-7AB6-EDD1-FF62-FB6C528EB24D}"/>
                </a:ext>
              </a:extLst>
            </p:cNvPr>
            <p:cNvSpPr/>
            <p:nvPr/>
          </p:nvSpPr>
          <p:spPr>
            <a:xfrm>
              <a:off x="3379934" y="5123590"/>
              <a:ext cx="2340864" cy="0"/>
            </a:xfrm>
            <a:custGeom>
              <a:avLst/>
              <a:gdLst/>
              <a:ahLst/>
              <a:cxnLst/>
              <a:rect l="l" t="t" r="r" b="b"/>
              <a:pathLst>
                <a:path w="2340610">
                  <a:moveTo>
                    <a:pt x="0" y="0"/>
                  </a:moveTo>
                  <a:lnTo>
                    <a:pt x="1154025" y="0"/>
                  </a:lnTo>
                </a:path>
                <a:path w="2340610">
                  <a:moveTo>
                    <a:pt x="1668036" y="0"/>
                  </a:moveTo>
                  <a:lnTo>
                    <a:pt x="2339990" y="0"/>
                  </a:lnTo>
                </a:path>
              </a:pathLst>
            </a:custGeom>
            <a:ln w="57226">
              <a:solidFill>
                <a:srgbClr val="000000"/>
              </a:solidFill>
            </a:ln>
          </p:spPr>
          <p:txBody>
            <a:bodyPr lIns="0" tIns="0" rIns="0" bIns="0"/>
            <a:lstStyle/>
            <a:p>
              <a:pPr>
                <a:defRPr/>
              </a:pPr>
              <a:endParaRPr sz="2647"/>
            </a:p>
          </p:txBody>
        </p:sp>
        <p:sp>
          <p:nvSpPr>
            <p:cNvPr id="358" name="object 68">
              <a:extLst>
                <a:ext uri="{FF2B5EF4-FFF2-40B4-BE49-F238E27FC236}">
                  <a16:creationId xmlns:a16="http://schemas.microsoft.com/office/drawing/2014/main" id="{402F1CE6-3A03-4C88-F253-EDA676BE9715}"/>
                </a:ext>
              </a:extLst>
            </p:cNvPr>
            <p:cNvSpPr/>
            <p:nvPr/>
          </p:nvSpPr>
          <p:spPr>
            <a:xfrm>
              <a:off x="5634432" y="5008478"/>
              <a:ext cx="230308" cy="228425"/>
            </a:xfrm>
            <a:custGeom>
              <a:avLst/>
              <a:gdLst/>
              <a:ahLst/>
              <a:cxnLst/>
              <a:rect l="l" t="t" r="r" b="b"/>
              <a:pathLst>
                <a:path w="229235" h="229235">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359" name="object 69">
              <a:extLst>
                <a:ext uri="{FF2B5EF4-FFF2-40B4-BE49-F238E27FC236}">
                  <a16:creationId xmlns:a16="http://schemas.microsoft.com/office/drawing/2014/main" id="{33C036CA-CAEB-FE7C-6C1D-6687E4DC92B0}"/>
                </a:ext>
              </a:extLst>
            </p:cNvPr>
            <p:cNvSpPr/>
            <p:nvPr/>
          </p:nvSpPr>
          <p:spPr>
            <a:xfrm>
              <a:off x="3466300" y="3387923"/>
              <a:ext cx="2247301" cy="0"/>
            </a:xfrm>
            <a:custGeom>
              <a:avLst/>
              <a:gdLst/>
              <a:ahLst/>
              <a:cxnLst/>
              <a:rect l="l" t="t" r="r" b="b"/>
              <a:pathLst>
                <a:path w="2247900">
                  <a:moveTo>
                    <a:pt x="0" y="0"/>
                  </a:moveTo>
                  <a:lnTo>
                    <a:pt x="1068188" y="0"/>
                  </a:lnTo>
                </a:path>
                <a:path w="2247900">
                  <a:moveTo>
                    <a:pt x="1582199" y="0"/>
                  </a:moveTo>
                  <a:lnTo>
                    <a:pt x="2247460" y="0"/>
                  </a:lnTo>
                </a:path>
              </a:pathLst>
            </a:custGeom>
            <a:ln w="57224">
              <a:solidFill>
                <a:srgbClr val="000000"/>
              </a:solidFill>
            </a:ln>
          </p:spPr>
          <p:txBody>
            <a:bodyPr lIns="0" tIns="0" rIns="0" bIns="0"/>
            <a:lstStyle/>
            <a:p>
              <a:pPr>
                <a:defRPr/>
              </a:pPr>
              <a:endParaRPr sz="2647"/>
            </a:p>
          </p:txBody>
        </p:sp>
        <p:sp>
          <p:nvSpPr>
            <p:cNvPr id="360" name="object 70">
              <a:extLst>
                <a:ext uri="{FF2B5EF4-FFF2-40B4-BE49-F238E27FC236}">
                  <a16:creationId xmlns:a16="http://schemas.microsoft.com/office/drawing/2014/main" id="{C68D30BE-AF2D-03B0-DDDB-E1254ECA04F5}"/>
                </a:ext>
              </a:extLst>
            </p:cNvPr>
            <p:cNvSpPr/>
            <p:nvPr/>
          </p:nvSpPr>
          <p:spPr>
            <a:xfrm>
              <a:off x="5629035" y="3272812"/>
              <a:ext cx="228508" cy="228424"/>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361" name="object 71">
              <a:extLst>
                <a:ext uri="{FF2B5EF4-FFF2-40B4-BE49-F238E27FC236}">
                  <a16:creationId xmlns:a16="http://schemas.microsoft.com/office/drawing/2014/main" id="{6CF9AC4A-237F-2B68-9FE5-F9021965555A}"/>
                </a:ext>
              </a:extLst>
            </p:cNvPr>
            <p:cNvSpPr/>
            <p:nvPr/>
          </p:nvSpPr>
          <p:spPr>
            <a:xfrm>
              <a:off x="3241389" y="4907755"/>
              <a:ext cx="352659" cy="352529"/>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362" name="object 72">
              <a:extLst>
                <a:ext uri="{FF2B5EF4-FFF2-40B4-BE49-F238E27FC236}">
                  <a16:creationId xmlns:a16="http://schemas.microsoft.com/office/drawing/2014/main" id="{BF5EFDBF-B87D-699B-B15F-C4F2B4462F0F}"/>
                </a:ext>
              </a:extLst>
            </p:cNvPr>
            <p:cNvSpPr/>
            <p:nvPr/>
          </p:nvSpPr>
          <p:spPr>
            <a:xfrm>
              <a:off x="3241389" y="4907755"/>
              <a:ext cx="352659" cy="352529"/>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363" name="object 73">
              <a:extLst>
                <a:ext uri="{FF2B5EF4-FFF2-40B4-BE49-F238E27FC236}">
                  <a16:creationId xmlns:a16="http://schemas.microsoft.com/office/drawing/2014/main" id="{78FD3A34-51FA-52B9-956D-93598975C45C}"/>
                </a:ext>
              </a:extLst>
            </p:cNvPr>
            <p:cNvSpPr/>
            <p:nvPr/>
          </p:nvSpPr>
          <p:spPr>
            <a:xfrm>
              <a:off x="5864740" y="3188276"/>
              <a:ext cx="352659" cy="352529"/>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64" name="object 74">
              <a:extLst>
                <a:ext uri="{FF2B5EF4-FFF2-40B4-BE49-F238E27FC236}">
                  <a16:creationId xmlns:a16="http://schemas.microsoft.com/office/drawing/2014/main" id="{09EC4F1F-94BF-5614-7D7D-7576E8FD9361}"/>
                </a:ext>
              </a:extLst>
            </p:cNvPr>
            <p:cNvSpPr/>
            <p:nvPr/>
          </p:nvSpPr>
          <p:spPr>
            <a:xfrm>
              <a:off x="5864740" y="3188276"/>
              <a:ext cx="352659" cy="352529"/>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365" name="object 75">
              <a:extLst>
                <a:ext uri="{FF2B5EF4-FFF2-40B4-BE49-F238E27FC236}">
                  <a16:creationId xmlns:a16="http://schemas.microsoft.com/office/drawing/2014/main" id="{D1663332-A790-551D-7D02-5BFBF1053D0F}"/>
                </a:ext>
              </a:extLst>
            </p:cNvPr>
            <p:cNvSpPr/>
            <p:nvPr/>
          </p:nvSpPr>
          <p:spPr>
            <a:xfrm>
              <a:off x="3241389" y="3188276"/>
              <a:ext cx="352659" cy="352529"/>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366" name="object 76">
              <a:extLst>
                <a:ext uri="{FF2B5EF4-FFF2-40B4-BE49-F238E27FC236}">
                  <a16:creationId xmlns:a16="http://schemas.microsoft.com/office/drawing/2014/main" id="{371D34D4-6132-FBBC-3A3F-4FE96AE13A5B}"/>
                </a:ext>
              </a:extLst>
            </p:cNvPr>
            <p:cNvSpPr/>
            <p:nvPr/>
          </p:nvSpPr>
          <p:spPr>
            <a:xfrm>
              <a:off x="3241389" y="3188276"/>
              <a:ext cx="352659" cy="352529"/>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367" name="object 77">
              <a:extLst>
                <a:ext uri="{FF2B5EF4-FFF2-40B4-BE49-F238E27FC236}">
                  <a16:creationId xmlns:a16="http://schemas.microsoft.com/office/drawing/2014/main" id="{1084B3BD-8B38-6113-D251-4125AB59BAB3}"/>
                </a:ext>
              </a:extLst>
            </p:cNvPr>
            <p:cNvSpPr/>
            <p:nvPr/>
          </p:nvSpPr>
          <p:spPr>
            <a:xfrm>
              <a:off x="5864740" y="4907755"/>
              <a:ext cx="352659" cy="352529"/>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68" name="object 78">
              <a:extLst>
                <a:ext uri="{FF2B5EF4-FFF2-40B4-BE49-F238E27FC236}">
                  <a16:creationId xmlns:a16="http://schemas.microsoft.com/office/drawing/2014/main" id="{D1395BCD-7B21-4F13-660A-D5AB02C650B1}"/>
                </a:ext>
              </a:extLst>
            </p:cNvPr>
            <p:cNvSpPr/>
            <p:nvPr/>
          </p:nvSpPr>
          <p:spPr>
            <a:xfrm>
              <a:off x="5864740" y="4907755"/>
              <a:ext cx="352659" cy="352529"/>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369" name="object 79">
              <a:extLst>
                <a:ext uri="{FF2B5EF4-FFF2-40B4-BE49-F238E27FC236}">
                  <a16:creationId xmlns:a16="http://schemas.microsoft.com/office/drawing/2014/main" id="{F015084E-9CC9-CB45-E306-CEC8AC2A4A6F}"/>
                </a:ext>
              </a:extLst>
            </p:cNvPr>
            <p:cNvSpPr/>
            <p:nvPr/>
          </p:nvSpPr>
          <p:spPr>
            <a:xfrm>
              <a:off x="1236990" y="4900561"/>
              <a:ext cx="352659" cy="352529"/>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370" name="object 80">
              <a:extLst>
                <a:ext uri="{FF2B5EF4-FFF2-40B4-BE49-F238E27FC236}">
                  <a16:creationId xmlns:a16="http://schemas.microsoft.com/office/drawing/2014/main" id="{D02A4091-8C96-7EA2-5B3B-BE9DB5361826}"/>
                </a:ext>
              </a:extLst>
            </p:cNvPr>
            <p:cNvSpPr/>
            <p:nvPr/>
          </p:nvSpPr>
          <p:spPr>
            <a:xfrm>
              <a:off x="1236990" y="4900561"/>
              <a:ext cx="352659" cy="352529"/>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371" name="object 81">
            <a:extLst>
              <a:ext uri="{FF2B5EF4-FFF2-40B4-BE49-F238E27FC236}">
                <a16:creationId xmlns:a16="http://schemas.microsoft.com/office/drawing/2014/main" id="{97A3B148-BAFE-A082-3B11-3DB2BDE74EB1}"/>
              </a:ext>
            </a:extLst>
          </p:cNvPr>
          <p:cNvSpPr txBox="1"/>
          <p:nvPr/>
        </p:nvSpPr>
        <p:spPr>
          <a:xfrm>
            <a:off x="719138" y="4778375"/>
            <a:ext cx="109537" cy="214313"/>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08568" name="object 82">
            <a:extLst>
              <a:ext uri="{FF2B5EF4-FFF2-40B4-BE49-F238E27FC236}">
                <a16:creationId xmlns:a16="http://schemas.microsoft.com/office/drawing/2014/main" id="{4CAF63E5-6F3C-1FFF-AF92-925585EEE6CB}"/>
              </a:ext>
            </a:extLst>
          </p:cNvPr>
          <p:cNvGrpSpPr>
            <a:grpSpLocks/>
          </p:cNvGrpSpPr>
          <p:nvPr/>
        </p:nvGrpSpPr>
        <p:grpSpPr bwMode="auto">
          <a:xfrm>
            <a:off x="6457950" y="4762500"/>
            <a:ext cx="320675" cy="320675"/>
            <a:chOff x="7856122" y="4898969"/>
            <a:chExt cx="363220" cy="363220"/>
          </a:xfrm>
        </p:grpSpPr>
        <p:sp>
          <p:nvSpPr>
            <p:cNvPr id="373" name="object 83">
              <a:extLst>
                <a:ext uri="{FF2B5EF4-FFF2-40B4-BE49-F238E27FC236}">
                  <a16:creationId xmlns:a16="http://schemas.microsoft.com/office/drawing/2014/main" id="{5DB32AFA-8A2B-DB78-E2C0-4CD37A844EB7}"/>
                </a:ext>
              </a:extLst>
            </p:cNvPr>
            <p:cNvSpPr/>
            <p:nvPr/>
          </p:nvSpPr>
          <p:spPr>
            <a:xfrm>
              <a:off x="7861517" y="4904364"/>
              <a:ext cx="352431" cy="352431"/>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374" name="object 84">
              <a:extLst>
                <a:ext uri="{FF2B5EF4-FFF2-40B4-BE49-F238E27FC236}">
                  <a16:creationId xmlns:a16="http://schemas.microsoft.com/office/drawing/2014/main" id="{14587094-B16F-9B91-3A57-1FDE78DE92B6}"/>
                </a:ext>
              </a:extLst>
            </p:cNvPr>
            <p:cNvSpPr/>
            <p:nvPr/>
          </p:nvSpPr>
          <p:spPr>
            <a:xfrm>
              <a:off x="7861517" y="4904364"/>
              <a:ext cx="352431" cy="352431"/>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grpSp>
      <p:sp>
        <p:nvSpPr>
          <p:cNvPr id="375" name="object 85">
            <a:extLst>
              <a:ext uri="{FF2B5EF4-FFF2-40B4-BE49-F238E27FC236}">
                <a16:creationId xmlns:a16="http://schemas.microsoft.com/office/drawing/2014/main" id="{0EA0CE11-F254-824C-CCAD-3126D88061E1}"/>
              </a:ext>
            </a:extLst>
          </p:cNvPr>
          <p:cNvSpPr txBox="1"/>
          <p:nvPr/>
        </p:nvSpPr>
        <p:spPr>
          <a:xfrm>
            <a:off x="1454150" y="4843463"/>
            <a:ext cx="322263"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376" name="object 86">
            <a:extLst>
              <a:ext uri="{FF2B5EF4-FFF2-40B4-BE49-F238E27FC236}">
                <a16:creationId xmlns:a16="http://schemas.microsoft.com/office/drawing/2014/main" id="{64B7B63E-183A-AB6F-D4E8-BF734C924165}"/>
              </a:ext>
            </a:extLst>
          </p:cNvPr>
          <p:cNvSpPr/>
          <p:nvPr/>
        </p:nvSpPr>
        <p:spPr>
          <a:xfrm>
            <a:off x="5467350" y="3879850"/>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377" name="object 87">
            <a:extLst>
              <a:ext uri="{FF2B5EF4-FFF2-40B4-BE49-F238E27FC236}">
                <a16:creationId xmlns:a16="http://schemas.microsoft.com/office/drawing/2014/main" id="{012D9001-E6E1-22A6-7632-F7CAAD48E019}"/>
              </a:ext>
            </a:extLst>
          </p:cNvPr>
          <p:cNvSpPr txBox="1"/>
          <p:nvPr/>
        </p:nvSpPr>
        <p:spPr>
          <a:xfrm>
            <a:off x="3608388" y="3311525"/>
            <a:ext cx="322262" cy="153988"/>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9</a:t>
            </a:r>
            <a:endParaRPr sz="1059">
              <a:latin typeface="Lucida Sans"/>
              <a:cs typeface="Lucida Sans"/>
            </a:endParaRPr>
          </a:p>
        </p:txBody>
      </p:sp>
      <p:sp>
        <p:nvSpPr>
          <p:cNvPr id="378" name="object 88">
            <a:extLst>
              <a:ext uri="{FF2B5EF4-FFF2-40B4-BE49-F238E27FC236}">
                <a16:creationId xmlns:a16="http://schemas.microsoft.com/office/drawing/2014/main" id="{AB142582-753D-055B-D5A3-E3910D2FC4F1}"/>
              </a:ext>
            </a:extLst>
          </p:cNvPr>
          <p:cNvSpPr txBox="1"/>
          <p:nvPr/>
        </p:nvSpPr>
        <p:spPr>
          <a:xfrm>
            <a:off x="3608388" y="4851400"/>
            <a:ext cx="322262" cy="153988"/>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379" name="object 89">
            <a:extLst>
              <a:ext uri="{FF2B5EF4-FFF2-40B4-BE49-F238E27FC236}">
                <a16:creationId xmlns:a16="http://schemas.microsoft.com/office/drawing/2014/main" id="{6514E4E2-6681-192B-0F82-904E99E7CFF8}"/>
              </a:ext>
            </a:extLst>
          </p:cNvPr>
          <p:cNvSpPr/>
          <p:nvPr/>
        </p:nvSpPr>
        <p:spPr>
          <a:xfrm>
            <a:off x="1373188" y="3294063"/>
            <a:ext cx="4643437" cy="1751012"/>
          </a:xfrm>
          <a:custGeom>
            <a:avLst/>
            <a:gdLst/>
            <a:ahLst/>
            <a:cxnLst/>
            <a:rect l="l" t="t" r="r" b="b"/>
            <a:pathLst>
              <a:path w="5262880" h="1984375">
                <a:moveTo>
                  <a:pt x="514007" y="1735810"/>
                </a:moveTo>
                <a:lnTo>
                  <a:pt x="245592" y="1735810"/>
                </a:lnTo>
                <a:lnTo>
                  <a:pt x="245592" y="1516443"/>
                </a:lnTo>
                <a:lnTo>
                  <a:pt x="0" y="1516443"/>
                </a:lnTo>
                <a:lnTo>
                  <a:pt x="0" y="1735810"/>
                </a:lnTo>
                <a:lnTo>
                  <a:pt x="0" y="1754886"/>
                </a:lnTo>
                <a:lnTo>
                  <a:pt x="0" y="1974240"/>
                </a:lnTo>
                <a:lnTo>
                  <a:pt x="514007" y="1974240"/>
                </a:lnTo>
                <a:lnTo>
                  <a:pt x="514007" y="1735810"/>
                </a:lnTo>
                <a:close/>
              </a:path>
              <a:path w="5262880" h="1984375">
                <a:moveTo>
                  <a:pt x="2955582" y="1745348"/>
                </a:moveTo>
                <a:lnTo>
                  <a:pt x="2441575" y="1745348"/>
                </a:lnTo>
                <a:lnTo>
                  <a:pt x="2441575" y="1983778"/>
                </a:lnTo>
                <a:lnTo>
                  <a:pt x="2955582" y="1983778"/>
                </a:lnTo>
                <a:lnTo>
                  <a:pt x="2955582" y="1745348"/>
                </a:lnTo>
                <a:close/>
              </a:path>
              <a:path w="5262880" h="1984375">
                <a:moveTo>
                  <a:pt x="2955582" y="0"/>
                </a:moveTo>
                <a:lnTo>
                  <a:pt x="2441575" y="0"/>
                </a:lnTo>
                <a:lnTo>
                  <a:pt x="2441575" y="238429"/>
                </a:lnTo>
                <a:lnTo>
                  <a:pt x="2955582" y="238429"/>
                </a:lnTo>
                <a:lnTo>
                  <a:pt x="2955582" y="0"/>
                </a:lnTo>
                <a:close/>
              </a:path>
              <a:path w="5262880" h="1984375">
                <a:moveTo>
                  <a:pt x="3062186" y="1095260"/>
                </a:moveTo>
                <a:lnTo>
                  <a:pt x="2465743" y="715276"/>
                </a:lnTo>
                <a:lnTo>
                  <a:pt x="2464371" y="717423"/>
                </a:lnTo>
                <a:lnTo>
                  <a:pt x="2461069" y="715302"/>
                </a:lnTo>
                <a:lnTo>
                  <a:pt x="2332964" y="916393"/>
                </a:lnTo>
                <a:lnTo>
                  <a:pt x="2929407" y="1296377"/>
                </a:lnTo>
                <a:lnTo>
                  <a:pt x="2930766" y="1294244"/>
                </a:lnTo>
                <a:lnTo>
                  <a:pt x="2934081" y="1296352"/>
                </a:lnTo>
                <a:lnTo>
                  <a:pt x="3062186" y="1095260"/>
                </a:lnTo>
                <a:close/>
              </a:path>
              <a:path w="5262880" h="1984375">
                <a:moveTo>
                  <a:pt x="5262702" y="1065796"/>
                </a:moveTo>
                <a:lnTo>
                  <a:pt x="4799774" y="667613"/>
                </a:lnTo>
                <a:lnTo>
                  <a:pt x="4644301" y="848385"/>
                </a:lnTo>
                <a:lnTo>
                  <a:pt x="5107216" y="1246555"/>
                </a:lnTo>
                <a:lnTo>
                  <a:pt x="5262702" y="1065796"/>
                </a:lnTo>
                <a:close/>
              </a:path>
            </a:pathLst>
          </a:custGeom>
          <a:solidFill>
            <a:srgbClr val="F2F2F2"/>
          </a:solidFill>
        </p:spPr>
        <p:txBody>
          <a:bodyPr lIns="0" tIns="0" rIns="0" bIns="0"/>
          <a:lstStyle/>
          <a:p>
            <a:pPr>
              <a:defRPr/>
            </a:pPr>
            <a:endParaRPr sz="2647"/>
          </a:p>
        </p:txBody>
      </p:sp>
      <p:sp>
        <p:nvSpPr>
          <p:cNvPr id="380" name="object 91">
            <a:extLst>
              <a:ext uri="{FF2B5EF4-FFF2-40B4-BE49-F238E27FC236}">
                <a16:creationId xmlns:a16="http://schemas.microsoft.com/office/drawing/2014/main" id="{A8E3B0B7-A15D-5218-8F57-6EE352A61B34}"/>
              </a:ext>
            </a:extLst>
          </p:cNvPr>
          <p:cNvSpPr txBox="1"/>
          <p:nvPr/>
        </p:nvSpPr>
        <p:spPr>
          <a:xfrm>
            <a:off x="6575425" y="4781550"/>
            <a:ext cx="1252538" cy="214313"/>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lang="en-US" sz="1191" dirty="0">
                <a:latin typeface="Lucida Sans"/>
                <a:cs typeface="Lucida Sans"/>
              </a:rPr>
              <a:t> </a:t>
            </a:r>
            <a:endParaRPr sz="1191" dirty="0">
              <a:latin typeface="Lucida Sans"/>
              <a:cs typeface="Lucida Sans"/>
            </a:endParaRPr>
          </a:p>
        </p:txBody>
      </p:sp>
      <p:sp>
        <p:nvSpPr>
          <p:cNvPr id="381" name="object 92">
            <a:extLst>
              <a:ext uri="{FF2B5EF4-FFF2-40B4-BE49-F238E27FC236}">
                <a16:creationId xmlns:a16="http://schemas.microsoft.com/office/drawing/2014/main" id="{9F849027-865A-9B00-5E62-7DD24757BE55}"/>
              </a:ext>
            </a:extLst>
          </p:cNvPr>
          <p:cNvSpPr txBox="1"/>
          <p:nvPr/>
        </p:nvSpPr>
        <p:spPr>
          <a:xfrm>
            <a:off x="1443038" y="4629150"/>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a:latin typeface="Lucida Sans"/>
              <a:cs typeface="Lucida Sans"/>
            </a:endParaRPr>
          </a:p>
        </p:txBody>
      </p:sp>
      <p:sp>
        <p:nvSpPr>
          <p:cNvPr id="382" name="object 93">
            <a:extLst>
              <a:ext uri="{FF2B5EF4-FFF2-40B4-BE49-F238E27FC236}">
                <a16:creationId xmlns:a16="http://schemas.microsoft.com/office/drawing/2014/main" id="{A3788EB5-0162-E28F-264A-99B5713A5B1C}"/>
              </a:ext>
            </a:extLst>
          </p:cNvPr>
          <p:cNvSpPr txBox="1"/>
          <p:nvPr/>
        </p:nvSpPr>
        <p:spPr>
          <a:xfrm>
            <a:off x="1409700" y="4822825"/>
            <a:ext cx="377825" cy="174625"/>
          </a:xfrm>
          <a:prstGeom prst="rect">
            <a:avLst/>
          </a:prstGeom>
        </p:spPr>
        <p:txBody>
          <a:bodyPr lIns="0" tIns="11206" rIns="0" bIns="0">
            <a:spAutoFit/>
          </a:bodyPr>
          <a:lstStyle/>
          <a:p>
            <a:pPr marL="11206">
              <a:spcBef>
                <a:spcPts val="88"/>
              </a:spcBef>
              <a:defRPr/>
            </a:pPr>
            <a:r>
              <a:rPr sz="1059" b="1" spc="-799"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5</a:t>
            </a:r>
            <a:endParaRPr sz="1059">
              <a:latin typeface="Lucida Sans"/>
              <a:cs typeface="Lucida Sans"/>
            </a:endParaRPr>
          </a:p>
        </p:txBody>
      </p:sp>
      <p:sp>
        <p:nvSpPr>
          <p:cNvPr id="383" name="object 94">
            <a:extLst>
              <a:ext uri="{FF2B5EF4-FFF2-40B4-BE49-F238E27FC236}">
                <a16:creationId xmlns:a16="http://schemas.microsoft.com/office/drawing/2014/main" id="{EC979B11-3D7C-256D-79F3-E46F01801729}"/>
              </a:ext>
            </a:extLst>
          </p:cNvPr>
          <p:cNvSpPr/>
          <p:nvPr/>
        </p:nvSpPr>
        <p:spPr>
          <a:xfrm>
            <a:off x="3527425" y="4632325"/>
            <a:ext cx="217488" cy="211138"/>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384" name="object 95">
            <a:extLst>
              <a:ext uri="{FF2B5EF4-FFF2-40B4-BE49-F238E27FC236}">
                <a16:creationId xmlns:a16="http://schemas.microsoft.com/office/drawing/2014/main" id="{C11A07D8-D30E-F614-F4F8-74DBCCED743D}"/>
              </a:ext>
            </a:extLst>
          </p:cNvPr>
          <p:cNvSpPr txBox="1"/>
          <p:nvPr/>
        </p:nvSpPr>
        <p:spPr>
          <a:xfrm>
            <a:off x="3597275" y="4629150"/>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a:latin typeface="Lucida Sans"/>
              <a:cs typeface="Lucida Sans"/>
            </a:endParaRPr>
          </a:p>
        </p:txBody>
      </p:sp>
      <p:sp>
        <p:nvSpPr>
          <p:cNvPr id="385" name="object 96">
            <a:extLst>
              <a:ext uri="{FF2B5EF4-FFF2-40B4-BE49-F238E27FC236}">
                <a16:creationId xmlns:a16="http://schemas.microsoft.com/office/drawing/2014/main" id="{2F5DFC33-5AC6-7838-C733-A97D820A4C32}"/>
              </a:ext>
            </a:extLst>
          </p:cNvPr>
          <p:cNvSpPr txBox="1"/>
          <p:nvPr/>
        </p:nvSpPr>
        <p:spPr>
          <a:xfrm>
            <a:off x="3563938" y="4830763"/>
            <a:ext cx="377825" cy="174625"/>
          </a:xfrm>
          <a:prstGeom prst="rect">
            <a:avLst/>
          </a:prstGeom>
        </p:spPr>
        <p:txBody>
          <a:bodyPr lIns="0" tIns="11206" rIns="0" bIns="0">
            <a:spAutoFit/>
          </a:bodyPr>
          <a:lstStyle/>
          <a:p>
            <a:pPr marL="11206">
              <a:spcBef>
                <a:spcPts val="88"/>
              </a:spcBef>
              <a:defRPr/>
            </a:pPr>
            <a:r>
              <a:rPr sz="1588" b="1" spc="-1197" baseline="4629"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8</a:t>
            </a:r>
            <a:endParaRPr sz="1059">
              <a:latin typeface="Lucida Sans"/>
              <a:cs typeface="Lucida Sans"/>
            </a:endParaRPr>
          </a:p>
        </p:txBody>
      </p:sp>
      <p:sp>
        <p:nvSpPr>
          <p:cNvPr id="386" name="object 97">
            <a:extLst>
              <a:ext uri="{FF2B5EF4-FFF2-40B4-BE49-F238E27FC236}">
                <a16:creationId xmlns:a16="http://schemas.microsoft.com/office/drawing/2014/main" id="{8B915B56-4EF4-B493-7AC9-8BBD20C6C3CC}"/>
              </a:ext>
            </a:extLst>
          </p:cNvPr>
          <p:cNvSpPr/>
          <p:nvPr/>
        </p:nvSpPr>
        <p:spPr>
          <a:xfrm>
            <a:off x="3527425" y="3109913"/>
            <a:ext cx="217488" cy="209550"/>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387" name="object 98">
            <a:extLst>
              <a:ext uri="{FF2B5EF4-FFF2-40B4-BE49-F238E27FC236}">
                <a16:creationId xmlns:a16="http://schemas.microsoft.com/office/drawing/2014/main" id="{79FEE4EF-21DE-7383-2C3F-9374801E5AC9}"/>
              </a:ext>
            </a:extLst>
          </p:cNvPr>
          <p:cNvSpPr txBox="1"/>
          <p:nvPr/>
        </p:nvSpPr>
        <p:spPr>
          <a:xfrm>
            <a:off x="3597275" y="3106738"/>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dirty="0">
              <a:latin typeface="Lucida Sans"/>
              <a:cs typeface="Lucida Sans"/>
            </a:endParaRPr>
          </a:p>
        </p:txBody>
      </p:sp>
      <p:sp>
        <p:nvSpPr>
          <p:cNvPr id="388" name="object 99">
            <a:extLst>
              <a:ext uri="{FF2B5EF4-FFF2-40B4-BE49-F238E27FC236}">
                <a16:creationId xmlns:a16="http://schemas.microsoft.com/office/drawing/2014/main" id="{CF03E02A-ACF8-B704-079B-4FD293BC02A5}"/>
              </a:ext>
            </a:extLst>
          </p:cNvPr>
          <p:cNvSpPr txBox="1"/>
          <p:nvPr/>
        </p:nvSpPr>
        <p:spPr>
          <a:xfrm>
            <a:off x="3571875" y="3290888"/>
            <a:ext cx="369888" cy="174625"/>
          </a:xfrm>
          <a:prstGeom prst="rect">
            <a:avLst/>
          </a:prstGeom>
        </p:spPr>
        <p:txBody>
          <a:bodyPr lIns="0" tIns="11206" rIns="0" bIns="0">
            <a:spAutoFit/>
          </a:bodyPr>
          <a:lstStyle/>
          <a:p>
            <a:pPr marL="11206">
              <a:spcBef>
                <a:spcPts val="88"/>
              </a:spcBef>
              <a:defRPr/>
            </a:pPr>
            <a:r>
              <a:rPr sz="1059" b="1" spc="-865"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9</a:t>
            </a:r>
            <a:endParaRPr sz="1059" dirty="0">
              <a:latin typeface="Lucida Sans"/>
              <a:cs typeface="Lucida Sans"/>
            </a:endParaRPr>
          </a:p>
        </p:txBody>
      </p:sp>
      <p:sp>
        <p:nvSpPr>
          <p:cNvPr id="391" name="object 102">
            <a:extLst>
              <a:ext uri="{FF2B5EF4-FFF2-40B4-BE49-F238E27FC236}">
                <a16:creationId xmlns:a16="http://schemas.microsoft.com/office/drawing/2014/main" id="{FF3CF716-4F50-96CF-4C77-8CF6A1958689}"/>
              </a:ext>
            </a:extLst>
          </p:cNvPr>
          <p:cNvSpPr txBox="1"/>
          <p:nvPr/>
        </p:nvSpPr>
        <p:spPr>
          <a:xfrm rot="1920000">
            <a:off x="3506788" y="4121150"/>
            <a:ext cx="512762" cy="141288"/>
          </a:xfrm>
          <a:prstGeom prst="rect">
            <a:avLst/>
          </a:prstGeom>
        </p:spPr>
        <p:txBody>
          <a:bodyPr lIns="0" tIns="0" rIns="0" bIns="0">
            <a:spAutoFit/>
          </a:bodyPr>
          <a:lstStyle/>
          <a:p>
            <a:pPr>
              <a:lnSpc>
                <a:spcPts val="1059"/>
              </a:lnSpc>
              <a:defRPr/>
            </a:pPr>
            <a:r>
              <a:rPr sz="1588" spc="-814" baseline="2314" dirty="0">
                <a:latin typeface="Lucida Sans"/>
                <a:cs typeface="Lucida Sans"/>
              </a:rPr>
              <a:t>1</a:t>
            </a:r>
            <a:r>
              <a:rPr lang="en-US" sz="1588" spc="-33" baseline="2314" dirty="0">
                <a:latin typeface="Lucida Sans"/>
                <a:cs typeface="Lucida Sans"/>
              </a:rPr>
              <a:t>10</a:t>
            </a:r>
            <a:r>
              <a:rPr sz="1588" baseline="2314" dirty="0">
                <a:latin typeface="Lucida Sans"/>
                <a:cs typeface="Lucida Sans"/>
              </a:rPr>
              <a:t>/</a:t>
            </a:r>
            <a:r>
              <a:rPr sz="1588" spc="-19" baseline="2314" dirty="0">
                <a:latin typeface="Lucida Sans"/>
                <a:cs typeface="Lucida Sans"/>
              </a:rPr>
              <a:t> </a:t>
            </a:r>
            <a:r>
              <a:rPr sz="1588" spc="-33" baseline="2314" dirty="0">
                <a:latin typeface="Lucida Sans"/>
                <a:cs typeface="Lucida Sans"/>
              </a:rPr>
              <a:t>15</a:t>
            </a:r>
            <a:endParaRPr sz="1588" baseline="2314" dirty="0">
              <a:latin typeface="Lucida Sans"/>
              <a:cs typeface="Lucida Sans"/>
            </a:endParaRPr>
          </a:p>
        </p:txBody>
      </p:sp>
      <p:sp>
        <p:nvSpPr>
          <p:cNvPr id="392" name="object 103">
            <a:extLst>
              <a:ext uri="{FF2B5EF4-FFF2-40B4-BE49-F238E27FC236}">
                <a16:creationId xmlns:a16="http://schemas.microsoft.com/office/drawing/2014/main" id="{AC90FB56-5AC3-700A-3C9D-421BDF59A62D}"/>
              </a:ext>
            </a:extLst>
          </p:cNvPr>
          <p:cNvSpPr/>
          <p:nvPr/>
        </p:nvSpPr>
        <p:spPr>
          <a:xfrm>
            <a:off x="5594350" y="3729038"/>
            <a:ext cx="303213" cy="300037"/>
          </a:xfrm>
          <a:custGeom>
            <a:avLst/>
            <a:gdLst/>
            <a:ahLst/>
            <a:cxnLst/>
            <a:rect l="l" t="t" r="r" b="b"/>
            <a:pathLst>
              <a:path w="342265" h="340995">
                <a:moveTo>
                  <a:pt x="155483" y="0"/>
                </a:moveTo>
                <a:lnTo>
                  <a:pt x="0" y="180765"/>
                </a:lnTo>
                <a:lnTo>
                  <a:pt x="186190" y="340914"/>
                </a:lnTo>
                <a:lnTo>
                  <a:pt x="341673" y="160149"/>
                </a:lnTo>
                <a:lnTo>
                  <a:pt x="155483" y="0"/>
                </a:lnTo>
                <a:close/>
              </a:path>
            </a:pathLst>
          </a:custGeom>
          <a:solidFill>
            <a:srgbClr val="F2F2F2"/>
          </a:solidFill>
        </p:spPr>
        <p:txBody>
          <a:bodyPr lIns="0" tIns="0" rIns="0" bIns="0"/>
          <a:lstStyle/>
          <a:p>
            <a:pPr>
              <a:defRPr/>
            </a:pPr>
            <a:endParaRPr sz="2647"/>
          </a:p>
        </p:txBody>
      </p:sp>
      <p:sp>
        <p:nvSpPr>
          <p:cNvPr id="393" name="object 104">
            <a:extLst>
              <a:ext uri="{FF2B5EF4-FFF2-40B4-BE49-F238E27FC236}">
                <a16:creationId xmlns:a16="http://schemas.microsoft.com/office/drawing/2014/main" id="{01E5AA45-9FAD-50F1-9367-B5087DE3B36F}"/>
              </a:ext>
            </a:extLst>
          </p:cNvPr>
          <p:cNvSpPr txBox="1"/>
          <p:nvPr/>
        </p:nvSpPr>
        <p:spPr>
          <a:xfrm rot="2400000">
            <a:off x="5678488" y="3817938"/>
            <a:ext cx="160337" cy="139700"/>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5</a:t>
            </a:r>
            <a:endParaRPr sz="1059">
              <a:latin typeface="Lucida Sans"/>
              <a:cs typeface="Lucida Sans"/>
            </a:endParaRPr>
          </a:p>
        </p:txBody>
      </p:sp>
      <p:sp>
        <p:nvSpPr>
          <p:cNvPr id="394" name="object 105">
            <a:extLst>
              <a:ext uri="{FF2B5EF4-FFF2-40B4-BE49-F238E27FC236}">
                <a16:creationId xmlns:a16="http://schemas.microsoft.com/office/drawing/2014/main" id="{CC074E9B-B09F-6C5A-79A8-0008502B6613}"/>
              </a:ext>
            </a:extLst>
          </p:cNvPr>
          <p:cNvSpPr txBox="1"/>
          <p:nvPr/>
        </p:nvSpPr>
        <p:spPr>
          <a:xfrm rot="2400000">
            <a:off x="5521325" y="4070350"/>
            <a:ext cx="452438" cy="141288"/>
          </a:xfrm>
          <a:prstGeom prst="rect">
            <a:avLst/>
          </a:prstGeom>
        </p:spPr>
        <p:txBody>
          <a:bodyPr lIns="0" tIns="0" rIns="0" bIns="0">
            <a:spAutoFit/>
          </a:bodyPr>
          <a:lstStyle/>
          <a:p>
            <a:pPr>
              <a:lnSpc>
                <a:spcPts val="1050"/>
              </a:lnSpc>
              <a:defRPr/>
            </a:pPr>
            <a:r>
              <a:rPr sz="1588" b="1" spc="-1350" baseline="2314" dirty="0">
                <a:solidFill>
                  <a:srgbClr val="8D3124"/>
                </a:solidFill>
                <a:latin typeface="Lucida Sans"/>
                <a:cs typeface="Lucida Sans"/>
              </a:rPr>
              <a:t>—</a:t>
            </a:r>
            <a:r>
              <a:rPr sz="1588" baseline="2314" dirty="0">
                <a:latin typeface="Lucida Sans"/>
                <a:cs typeface="Lucida Sans"/>
              </a:rPr>
              <a:t>0</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395" name="object 106">
            <a:extLst>
              <a:ext uri="{FF2B5EF4-FFF2-40B4-BE49-F238E27FC236}">
                <a16:creationId xmlns:a16="http://schemas.microsoft.com/office/drawing/2014/main" id="{E8A7F70F-66A4-006B-1568-347702D3625A}"/>
              </a:ext>
            </a:extLst>
          </p:cNvPr>
          <p:cNvSpPr/>
          <p:nvPr/>
        </p:nvSpPr>
        <p:spPr>
          <a:xfrm>
            <a:off x="4621213" y="4017963"/>
            <a:ext cx="539750" cy="211137"/>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396" name="object 107">
            <a:extLst>
              <a:ext uri="{FF2B5EF4-FFF2-40B4-BE49-F238E27FC236}">
                <a16:creationId xmlns:a16="http://schemas.microsoft.com/office/drawing/2014/main" id="{918A9569-CFE5-72C6-5743-9C89DD594561}"/>
              </a:ext>
            </a:extLst>
          </p:cNvPr>
          <p:cNvSpPr txBox="1"/>
          <p:nvPr/>
        </p:nvSpPr>
        <p:spPr>
          <a:xfrm>
            <a:off x="4691063" y="4014788"/>
            <a:ext cx="430212"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108589" name="object 108">
            <a:extLst>
              <a:ext uri="{FF2B5EF4-FFF2-40B4-BE49-F238E27FC236}">
                <a16:creationId xmlns:a16="http://schemas.microsoft.com/office/drawing/2014/main" id="{9A5D965A-08D4-5D87-7B94-0A7FE9BF91D8}"/>
              </a:ext>
            </a:extLst>
          </p:cNvPr>
          <p:cNvSpPr txBox="1">
            <a:spLocks noChangeArrowheads="1"/>
          </p:cNvSpPr>
          <p:nvPr/>
        </p:nvSpPr>
        <p:spPr bwMode="auto">
          <a:xfrm>
            <a:off x="6146800" y="3068638"/>
            <a:ext cx="194627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42875" indent="-131763">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21000"/>
              </a:lnSpc>
              <a:spcBef>
                <a:spcPts val="88"/>
              </a:spcBef>
            </a:pPr>
            <a:r>
              <a:rPr lang="zh-CN" altLang="zh-CN" sz="1600">
                <a:solidFill>
                  <a:srgbClr val="8D3124"/>
                </a:solidFill>
                <a:latin typeface="Lucida Sans" panose="020B0602030504020204" pitchFamily="34" charset="0"/>
              </a:rPr>
              <a:t>backward edge (not empty)</a:t>
            </a:r>
            <a:endParaRPr lang="zh-CN" altLang="zh-CN" sz="1600">
              <a:latin typeface="Lucida Sans" panose="020B0602030504020204" pitchFamily="34" charset="0"/>
            </a:endParaRPr>
          </a:p>
        </p:txBody>
      </p:sp>
      <p:grpSp>
        <p:nvGrpSpPr>
          <p:cNvPr id="108590" name="object 109">
            <a:extLst>
              <a:ext uri="{FF2B5EF4-FFF2-40B4-BE49-F238E27FC236}">
                <a16:creationId xmlns:a16="http://schemas.microsoft.com/office/drawing/2014/main" id="{CE68857C-AB7F-072A-C038-73F6455A6B57}"/>
              </a:ext>
            </a:extLst>
          </p:cNvPr>
          <p:cNvGrpSpPr>
            <a:grpSpLocks/>
          </p:cNvGrpSpPr>
          <p:nvPr/>
        </p:nvGrpSpPr>
        <p:grpSpPr bwMode="auto">
          <a:xfrm>
            <a:off x="4040188" y="3394075"/>
            <a:ext cx="2125662" cy="1179513"/>
            <a:chOff x="4935350" y="3234013"/>
            <a:chExt cx="2515235" cy="895985"/>
          </a:xfrm>
        </p:grpSpPr>
        <p:sp>
          <p:nvSpPr>
            <p:cNvPr id="399" name="object 110">
              <a:extLst>
                <a:ext uri="{FF2B5EF4-FFF2-40B4-BE49-F238E27FC236}">
                  <a16:creationId xmlns:a16="http://schemas.microsoft.com/office/drawing/2014/main" id="{A3611BBB-A8AD-614A-4B67-954B743615D4}"/>
                </a:ext>
              </a:extLst>
            </p:cNvPr>
            <p:cNvSpPr/>
            <p:nvPr/>
          </p:nvSpPr>
          <p:spPr>
            <a:xfrm>
              <a:off x="4991703" y="3242455"/>
              <a:ext cx="2449490" cy="854984"/>
            </a:xfrm>
            <a:custGeom>
              <a:avLst/>
              <a:gdLst/>
              <a:ahLst/>
              <a:cxnLst/>
              <a:rect l="l" t="t" r="r" b="b"/>
              <a:pathLst>
                <a:path w="2449829" h="854075">
                  <a:moveTo>
                    <a:pt x="0" y="853671"/>
                  </a:moveTo>
                  <a:lnTo>
                    <a:pt x="9006" y="850532"/>
                  </a:lnTo>
                  <a:lnTo>
                    <a:pt x="2449359" y="0"/>
                  </a:lnTo>
                </a:path>
              </a:pathLst>
            </a:custGeom>
            <a:ln w="19074">
              <a:solidFill>
                <a:srgbClr val="8D3124"/>
              </a:solidFill>
            </a:ln>
          </p:spPr>
          <p:txBody>
            <a:bodyPr lIns="0" tIns="0" rIns="0" bIns="0"/>
            <a:lstStyle/>
            <a:p>
              <a:pPr>
                <a:defRPr/>
              </a:pPr>
              <a:endParaRPr sz="2647"/>
            </a:p>
          </p:txBody>
        </p:sp>
        <p:sp>
          <p:nvSpPr>
            <p:cNvPr id="400" name="object 111">
              <a:extLst>
                <a:ext uri="{FF2B5EF4-FFF2-40B4-BE49-F238E27FC236}">
                  <a16:creationId xmlns:a16="http://schemas.microsoft.com/office/drawing/2014/main" id="{D139A38A-6F68-714F-A26C-1D80D11F85A3}"/>
                </a:ext>
              </a:extLst>
            </p:cNvPr>
            <p:cNvSpPr/>
            <p:nvPr/>
          </p:nvSpPr>
          <p:spPr>
            <a:xfrm>
              <a:off x="4935350" y="4043173"/>
              <a:ext cx="101436" cy="86825"/>
            </a:xfrm>
            <a:custGeom>
              <a:avLst/>
              <a:gdLst/>
              <a:ahLst/>
              <a:cxnLst/>
              <a:rect l="l" t="t" r="r" b="b"/>
              <a:pathLst>
                <a:path w="101600" h="86995">
                  <a:moveTo>
                    <a:pt x="71393" y="0"/>
                  </a:moveTo>
                  <a:lnTo>
                    <a:pt x="0" y="73360"/>
                  </a:lnTo>
                  <a:lnTo>
                    <a:pt x="101523" y="86459"/>
                  </a:lnTo>
                  <a:lnTo>
                    <a:pt x="64843" y="50761"/>
                  </a:lnTo>
                  <a:lnTo>
                    <a:pt x="71393" y="0"/>
                  </a:lnTo>
                  <a:close/>
                </a:path>
              </a:pathLst>
            </a:custGeom>
            <a:solidFill>
              <a:srgbClr val="8D3124"/>
            </a:solidFill>
          </p:spPr>
          <p:txBody>
            <a:bodyPr lIns="0" tIns="0" rIns="0" bIns="0"/>
            <a:lstStyle/>
            <a:p>
              <a:pPr>
                <a:defRPr/>
              </a:pPr>
              <a:endParaRPr sz="2647"/>
            </a:p>
          </p:txBody>
        </p:sp>
      </p:grpSp>
      <p:sp>
        <p:nvSpPr>
          <p:cNvPr id="401" name="object 18">
            <a:extLst>
              <a:ext uri="{FF2B5EF4-FFF2-40B4-BE49-F238E27FC236}">
                <a16:creationId xmlns:a16="http://schemas.microsoft.com/office/drawing/2014/main" id="{03456E41-C445-8C2C-E715-97AFCB82F92D}"/>
              </a:ext>
            </a:extLst>
          </p:cNvPr>
          <p:cNvSpPr/>
          <p:nvPr/>
        </p:nvSpPr>
        <p:spPr bwMode="auto">
          <a:xfrm rot="15194489">
            <a:off x="2683669" y="3513931"/>
            <a:ext cx="1673225" cy="1465263"/>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triangl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402" name="object 63">
            <a:extLst>
              <a:ext uri="{FF2B5EF4-FFF2-40B4-BE49-F238E27FC236}">
                <a16:creationId xmlns:a16="http://schemas.microsoft.com/office/drawing/2014/main" id="{6A864551-079A-073E-74F6-3B42BCC193D2}"/>
              </a:ext>
            </a:extLst>
          </p:cNvPr>
          <p:cNvSpPr txBox="1"/>
          <p:nvPr/>
        </p:nvSpPr>
        <p:spPr>
          <a:xfrm rot="1920000">
            <a:off x="3168650" y="4267200"/>
            <a:ext cx="512763" cy="141288"/>
          </a:xfrm>
          <a:prstGeom prst="rect">
            <a:avLst/>
          </a:prstGeom>
        </p:spPr>
        <p:txBody>
          <a:bodyPr lIns="0" tIns="0" rIns="0" bIns="0">
            <a:spAutoFit/>
          </a:bodyPr>
          <a:lstStyle/>
          <a:p>
            <a:pPr>
              <a:lnSpc>
                <a:spcPts val="1054"/>
              </a:lnSpc>
              <a:defRPr/>
            </a:pPr>
            <a:r>
              <a:rPr lang="en-US" altLang="zh-CN" sz="1059" b="1" spc="-865" dirty="0">
                <a:solidFill>
                  <a:srgbClr val="8D3124"/>
                </a:solidFill>
                <a:latin typeface="Lucida Sans"/>
                <a:cs typeface="Lucida Sans"/>
              </a:rPr>
              <a:t>—</a:t>
            </a:r>
            <a:r>
              <a:rPr lang="en-US" altLang="zh-CN" sz="1059" dirty="0">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404" name="object 94">
            <a:extLst>
              <a:ext uri="{FF2B5EF4-FFF2-40B4-BE49-F238E27FC236}">
                <a16:creationId xmlns:a16="http://schemas.microsoft.com/office/drawing/2014/main" id="{B7E3684A-8172-10CB-BCC9-E0D64F5A50D0}"/>
              </a:ext>
            </a:extLst>
          </p:cNvPr>
          <p:cNvSpPr/>
          <p:nvPr/>
        </p:nvSpPr>
        <p:spPr>
          <a:xfrm>
            <a:off x="3130550" y="4297363"/>
            <a:ext cx="217488" cy="211137"/>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405" name="object 95">
            <a:extLst>
              <a:ext uri="{FF2B5EF4-FFF2-40B4-BE49-F238E27FC236}">
                <a16:creationId xmlns:a16="http://schemas.microsoft.com/office/drawing/2014/main" id="{20298B0B-9E81-801C-4F0E-CFC3FDCAB0A4}"/>
              </a:ext>
            </a:extLst>
          </p:cNvPr>
          <p:cNvSpPr txBox="1"/>
          <p:nvPr/>
        </p:nvSpPr>
        <p:spPr>
          <a:xfrm>
            <a:off x="3200400" y="4294188"/>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dirty="0">
              <a:latin typeface="Lucida Sans"/>
              <a:cs typeface="Lucida Sans"/>
            </a:endParaRPr>
          </a:p>
        </p:txBody>
      </p:sp>
      <p:sp>
        <p:nvSpPr>
          <p:cNvPr id="2" name="矩形 1">
            <a:extLst>
              <a:ext uri="{FF2B5EF4-FFF2-40B4-BE49-F238E27FC236}">
                <a16:creationId xmlns:a16="http://schemas.microsoft.com/office/drawing/2014/main" id="{1F353591-4AEE-E7B5-F4A1-22C8BF2D7C1F}"/>
              </a:ext>
            </a:extLst>
          </p:cNvPr>
          <p:cNvSpPr/>
          <p:nvPr/>
        </p:nvSpPr>
        <p:spPr>
          <a:xfrm>
            <a:off x="6367463" y="5457825"/>
            <a:ext cx="2481262" cy="1062038"/>
          </a:xfrm>
          <a:prstGeom prst="rect">
            <a:avLst/>
          </a:prstGeom>
        </p:spPr>
        <p:txBody>
          <a:bodyPr>
            <a:spAutoFit/>
          </a:bodyPr>
          <a:lstStyle/>
          <a:p>
            <a:pPr>
              <a:lnSpc>
                <a:spcPct val="150000"/>
              </a:lnSpc>
              <a:buFont typeface="Wingdings" panose="05000000000000000000" pitchFamily="2" charset="2"/>
              <a:buNone/>
              <a:defRPr/>
            </a:pPr>
            <a:r>
              <a:rPr lang="zh-CN" altLang="en-US" sz="1400" kern="0" dirty="0">
                <a:latin typeface="+mj-ea"/>
                <a:ea typeface="+mj-ea"/>
              </a:rPr>
              <a:t>可以通过修正路</a:t>
            </a:r>
            <a:r>
              <a:rPr lang="en-US" altLang="zh-CN" sz="1400" kern="0" dirty="0">
                <a:latin typeface="+mj-ea"/>
                <a:ea typeface="+mj-ea"/>
              </a:rPr>
              <a:t>P</a:t>
            </a:r>
            <a:r>
              <a:rPr lang="zh-CN" altLang="en-US" sz="1400" kern="0" dirty="0">
                <a:latin typeface="+mj-ea"/>
                <a:ea typeface="+mj-ea"/>
              </a:rPr>
              <a:t>上所有边流量</a:t>
            </a:r>
            <a:r>
              <a:rPr lang="en-US" altLang="zh-CN" sz="1400" kern="0" dirty="0">
                <a:latin typeface="+mj-ea"/>
                <a:ea typeface="+mj-ea"/>
              </a:rPr>
              <a:t>flow(</a:t>
            </a:r>
            <a:r>
              <a:rPr lang="en-US" altLang="zh-CN" sz="1400" kern="0" dirty="0" err="1">
                <a:latin typeface="+mj-ea"/>
                <a:ea typeface="+mj-ea"/>
              </a:rPr>
              <a:t>v,w</a:t>
            </a:r>
            <a:r>
              <a:rPr lang="en-US" altLang="zh-CN" sz="1400" kern="0" dirty="0">
                <a:latin typeface="+mj-ea"/>
                <a:ea typeface="+mj-ea"/>
              </a:rPr>
              <a:t>)</a:t>
            </a:r>
            <a:r>
              <a:rPr lang="zh-CN" altLang="en-US" sz="1400" kern="0" dirty="0">
                <a:latin typeface="+mj-ea"/>
                <a:ea typeface="+mj-ea"/>
              </a:rPr>
              <a:t>将当前可行流改进成一个流值更大的可行流</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a:extLst>
              <a:ext uri="{FF2B5EF4-FFF2-40B4-BE49-F238E27FC236}">
                <a16:creationId xmlns:a16="http://schemas.microsoft.com/office/drawing/2014/main" id="{2A61093F-638D-7A1E-731D-17BE0AB7C13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2BA5579-D25A-4607-A157-121A6FE5A498}" type="slidenum">
              <a:rPr lang="zh-CN" altLang="en-US" sz="1200">
                <a:solidFill>
                  <a:schemeClr val="tx1"/>
                </a:solidFill>
                <a:latin typeface="Garamond" panose="02020404030301010803" pitchFamily="18" charset="0"/>
                <a:ea typeface="宋体" panose="02010600030101010101" pitchFamily="2" charset="-122"/>
              </a:rPr>
              <a:pPr/>
              <a:t>71</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99331" name="Rectangle 2">
            <a:extLst>
              <a:ext uri="{FF2B5EF4-FFF2-40B4-BE49-F238E27FC236}">
                <a16:creationId xmlns:a16="http://schemas.microsoft.com/office/drawing/2014/main" id="{33C026EC-7276-505D-460D-323ECAC01290}"/>
              </a:ext>
            </a:extLst>
          </p:cNvPr>
          <p:cNvSpPr>
            <a:spLocks noGrp="1" noChangeArrowheads="1"/>
          </p:cNvSpPr>
          <p:nvPr>
            <p:ph type="body" idx="1"/>
          </p:nvPr>
        </p:nvSpPr>
        <p:spPr>
          <a:xfrm>
            <a:off x="442913" y="228600"/>
            <a:ext cx="8540750" cy="5905500"/>
          </a:xfrm>
        </p:spPr>
        <p:txBody>
          <a:bodyPr/>
          <a:lstStyle/>
          <a:p>
            <a:pPr marL="0" indent="0">
              <a:lnSpc>
                <a:spcPct val="120000"/>
              </a:lnSpc>
              <a:buFont typeface="Wingdings" panose="05000000000000000000" pitchFamily="2" charset="2"/>
              <a:buNone/>
              <a:defRPr/>
            </a:pPr>
            <a:r>
              <a:rPr lang="en-US" altLang="zh-CN" sz="2000" b="1" dirty="0">
                <a:solidFill>
                  <a:schemeClr val="hlink"/>
                </a:solidFill>
              </a:rPr>
              <a:t>2. </a:t>
            </a:r>
            <a:r>
              <a:rPr lang="zh-CN" altLang="en-US" sz="2000" b="1" dirty="0">
                <a:solidFill>
                  <a:schemeClr val="hlink"/>
                </a:solidFill>
              </a:rPr>
              <a:t>增流的具体做法是：</a:t>
            </a:r>
          </a:p>
          <a:p>
            <a:pPr marL="0" indent="0">
              <a:lnSpc>
                <a:spcPct val="120000"/>
              </a:lnSpc>
              <a:buFont typeface="Wingdings" panose="05000000000000000000" pitchFamily="2" charset="2"/>
              <a:buNone/>
              <a:defRPr/>
            </a:pPr>
            <a:r>
              <a:rPr lang="zh-CN" altLang="en-US" sz="2000" dirty="0"/>
              <a:t>（</a:t>
            </a:r>
            <a:r>
              <a:rPr lang="en-US" altLang="zh-CN" sz="2000" dirty="0"/>
              <a:t>1</a:t>
            </a:r>
            <a:r>
              <a:rPr lang="zh-CN" altLang="en-US" sz="2000" dirty="0"/>
              <a:t>）不属于可增广路</a:t>
            </a:r>
            <a:r>
              <a:rPr lang="en-US" altLang="zh-CN" sz="2000" dirty="0"/>
              <a:t>P</a:t>
            </a:r>
            <a:r>
              <a:rPr lang="zh-CN" altLang="en-US" sz="2000" dirty="0"/>
              <a:t>的边</a:t>
            </a:r>
            <a:r>
              <a:rPr lang="en-US" altLang="zh-CN" sz="2000" dirty="0"/>
              <a:t>(</a:t>
            </a:r>
            <a:r>
              <a:rPr lang="en-US" altLang="zh-CN" sz="2000" dirty="0" err="1"/>
              <a:t>v,w</a:t>
            </a:r>
            <a:r>
              <a:rPr lang="en-US" altLang="zh-CN" sz="2000" dirty="0"/>
              <a:t>)</a:t>
            </a:r>
            <a:r>
              <a:rPr lang="zh-CN" altLang="en-US" sz="2000" dirty="0"/>
              <a:t>上的流量保持不变；</a:t>
            </a:r>
          </a:p>
          <a:p>
            <a:pPr marL="0" indent="0">
              <a:lnSpc>
                <a:spcPct val="120000"/>
              </a:lnSpc>
              <a:buFont typeface="Wingdings" panose="05000000000000000000" pitchFamily="2" charset="2"/>
              <a:buNone/>
              <a:defRPr/>
            </a:pPr>
            <a:r>
              <a:rPr lang="zh-CN" altLang="en-US" sz="2000" dirty="0"/>
              <a:t>（</a:t>
            </a:r>
            <a:r>
              <a:rPr lang="en-US" altLang="zh-CN" sz="2000" dirty="0"/>
              <a:t>2</a:t>
            </a:r>
            <a:r>
              <a:rPr lang="zh-CN" altLang="en-US" sz="2000" dirty="0"/>
              <a:t>）可增广路</a:t>
            </a:r>
            <a:r>
              <a:rPr lang="en-US" altLang="zh-CN" sz="2000" dirty="0"/>
              <a:t>P</a:t>
            </a:r>
            <a:r>
              <a:rPr lang="zh-CN" altLang="en-US" sz="2000" dirty="0"/>
              <a:t>上的所有边</a:t>
            </a:r>
            <a:r>
              <a:rPr lang="en-US" altLang="zh-CN" sz="2000" dirty="0"/>
              <a:t>(</a:t>
            </a:r>
            <a:r>
              <a:rPr lang="en-US" altLang="zh-CN" sz="2000" dirty="0" err="1"/>
              <a:t>v,w</a:t>
            </a:r>
            <a:r>
              <a:rPr lang="en-US" altLang="zh-CN" sz="2000" dirty="0"/>
              <a:t>)</a:t>
            </a:r>
            <a:r>
              <a:rPr lang="zh-CN" altLang="en-US" sz="2000" dirty="0"/>
              <a:t>上的流量按规则修改当前的流。</a:t>
            </a:r>
            <a:endParaRPr lang="en-US" altLang="zh-CN" sz="2000" dirty="0"/>
          </a:p>
          <a:p>
            <a:pPr marL="0" indent="0">
              <a:lnSpc>
                <a:spcPct val="120000"/>
              </a:lnSpc>
              <a:buFont typeface="Wingdings" panose="05000000000000000000" pitchFamily="2" charset="2"/>
              <a:buNone/>
              <a:defRPr/>
            </a:pPr>
            <a:endParaRPr lang="zh-CN" altLang="en-US" sz="2000" dirty="0"/>
          </a:p>
          <a:p>
            <a:pPr marL="0" indent="0">
              <a:lnSpc>
                <a:spcPct val="120000"/>
              </a:lnSpc>
              <a:buFont typeface="Wingdings" panose="05000000000000000000" pitchFamily="2" charset="2"/>
              <a:buNone/>
              <a:defRPr/>
            </a:pPr>
            <a:endParaRPr lang="en-US" altLang="zh-CN" sz="2000" dirty="0"/>
          </a:p>
          <a:p>
            <a:pPr marL="0" indent="0">
              <a:lnSpc>
                <a:spcPct val="120000"/>
              </a:lnSpc>
              <a:buFont typeface="Wingdings" panose="05000000000000000000" pitchFamily="2" charset="2"/>
              <a:buNone/>
              <a:defRPr/>
            </a:pPr>
            <a:endParaRPr lang="zh-CN" altLang="en-US" sz="2000" dirty="0"/>
          </a:p>
          <a:p>
            <a:pPr marL="0" indent="0">
              <a:lnSpc>
                <a:spcPct val="120000"/>
              </a:lnSpc>
              <a:buFont typeface="Wingdings" panose="05000000000000000000" pitchFamily="2" charset="2"/>
              <a:buNone/>
              <a:defRPr/>
            </a:pPr>
            <a:r>
              <a:rPr lang="zh-CN" altLang="en-US" sz="2000" dirty="0"/>
              <a:t>其中</a:t>
            </a:r>
            <a:r>
              <a:rPr lang="en-US" altLang="zh-CN" sz="2000" dirty="0">
                <a:solidFill>
                  <a:srgbClr val="FF0000"/>
                </a:solidFill>
              </a:rPr>
              <a:t>d</a:t>
            </a:r>
            <a:r>
              <a:rPr lang="zh-CN" altLang="en-US" sz="2000" dirty="0">
                <a:solidFill>
                  <a:srgbClr val="FF0000"/>
                </a:solidFill>
              </a:rPr>
              <a:t>称为可增广量</a:t>
            </a:r>
            <a:r>
              <a:rPr lang="zh-CN" altLang="en-US" sz="2000" dirty="0"/>
              <a:t>，可按下述原则确定：</a:t>
            </a:r>
            <a:r>
              <a:rPr lang="en-US" altLang="zh-CN" sz="2000" dirty="0"/>
              <a:t>d</a:t>
            </a:r>
            <a:r>
              <a:rPr lang="zh-CN" altLang="en-US" sz="2000" dirty="0"/>
              <a:t>取得尽量大，又要使变化后的流仍为可行流。</a:t>
            </a:r>
          </a:p>
          <a:p>
            <a:pPr marL="0" indent="0">
              <a:lnSpc>
                <a:spcPct val="120000"/>
              </a:lnSpc>
              <a:buFont typeface="Wingdings" panose="05000000000000000000" pitchFamily="2" charset="2"/>
              <a:buNone/>
              <a:defRPr/>
            </a:pPr>
            <a:r>
              <a:rPr lang="zh-CN" altLang="en-US" sz="2000" dirty="0"/>
              <a:t>按照这个原则，</a:t>
            </a:r>
            <a:r>
              <a:rPr lang="en-US" altLang="zh-CN" sz="2000" dirty="0"/>
              <a:t>d</a:t>
            </a:r>
            <a:r>
              <a:rPr lang="zh-CN" altLang="en-US" sz="2000" dirty="0"/>
              <a:t>既不能超过每条向前边</a:t>
            </a:r>
            <a:r>
              <a:rPr lang="en-US" altLang="zh-CN" sz="2000" dirty="0"/>
              <a:t>(</a:t>
            </a:r>
            <a:r>
              <a:rPr lang="en-US" altLang="zh-CN" sz="2000" dirty="0" err="1"/>
              <a:t>v,w</a:t>
            </a:r>
            <a:r>
              <a:rPr lang="en-US" altLang="zh-CN" sz="2000" dirty="0"/>
              <a:t>)</a:t>
            </a:r>
            <a:r>
              <a:rPr lang="zh-CN" altLang="en-US" sz="2000" dirty="0"/>
              <a:t>的</a:t>
            </a:r>
            <a:r>
              <a:rPr lang="en-US" altLang="zh-CN" sz="2000" dirty="0"/>
              <a:t>cap(</a:t>
            </a:r>
            <a:r>
              <a:rPr lang="en-US" altLang="zh-CN" sz="2000" dirty="0" err="1"/>
              <a:t>v,w</a:t>
            </a:r>
            <a:r>
              <a:rPr lang="en-US" altLang="zh-CN" sz="2000" dirty="0"/>
              <a:t>)-flow(</a:t>
            </a:r>
            <a:r>
              <a:rPr lang="en-US" altLang="zh-CN" sz="2000" dirty="0" err="1"/>
              <a:t>v,w</a:t>
            </a:r>
            <a:r>
              <a:rPr lang="en-US" altLang="zh-CN" sz="2000" dirty="0"/>
              <a:t>)</a:t>
            </a:r>
            <a:r>
              <a:rPr lang="zh-CN" altLang="en-US" sz="2000" dirty="0"/>
              <a:t>，也不能超过每条向后边</a:t>
            </a:r>
            <a:r>
              <a:rPr lang="en-US" altLang="zh-CN" sz="2000" dirty="0"/>
              <a:t>(</a:t>
            </a:r>
            <a:r>
              <a:rPr lang="en-US" altLang="zh-CN" sz="2000" dirty="0" err="1"/>
              <a:t>v,w</a:t>
            </a:r>
            <a:r>
              <a:rPr lang="en-US" altLang="zh-CN" sz="2000" dirty="0"/>
              <a:t>)</a:t>
            </a:r>
            <a:r>
              <a:rPr lang="zh-CN" altLang="en-US" sz="2000" dirty="0"/>
              <a:t>的</a:t>
            </a:r>
            <a:r>
              <a:rPr lang="en-US" altLang="zh-CN" sz="2000" dirty="0"/>
              <a:t>flow(</a:t>
            </a:r>
            <a:r>
              <a:rPr lang="en-US" altLang="zh-CN" sz="2000" dirty="0" err="1"/>
              <a:t>v,w</a:t>
            </a:r>
            <a:r>
              <a:rPr lang="en-US" altLang="zh-CN" sz="2000" dirty="0"/>
              <a:t>)</a:t>
            </a:r>
            <a:r>
              <a:rPr lang="zh-CN" altLang="en-US" sz="2000" dirty="0"/>
              <a:t>。因此</a:t>
            </a:r>
            <a:r>
              <a:rPr lang="en-US" altLang="zh-CN" sz="2000" dirty="0">
                <a:solidFill>
                  <a:srgbClr val="FF0000"/>
                </a:solidFill>
              </a:rPr>
              <a:t>d</a:t>
            </a:r>
            <a:r>
              <a:rPr lang="zh-CN" altLang="en-US" sz="2000" dirty="0">
                <a:solidFill>
                  <a:srgbClr val="FF0000"/>
                </a:solidFill>
              </a:rPr>
              <a:t>应该等于向前边的</a:t>
            </a:r>
            <a:r>
              <a:rPr lang="en-US" altLang="zh-CN" sz="2000" dirty="0">
                <a:solidFill>
                  <a:srgbClr val="FF0000"/>
                </a:solidFill>
              </a:rPr>
              <a:t>cap(</a:t>
            </a:r>
            <a:r>
              <a:rPr lang="en-US" altLang="zh-CN" sz="2000" dirty="0" err="1">
                <a:solidFill>
                  <a:srgbClr val="FF0000"/>
                </a:solidFill>
              </a:rPr>
              <a:t>v,w</a:t>
            </a:r>
            <a:r>
              <a:rPr lang="en-US" altLang="zh-CN" sz="2000" dirty="0">
                <a:solidFill>
                  <a:srgbClr val="FF0000"/>
                </a:solidFill>
              </a:rPr>
              <a:t>)-flow(</a:t>
            </a:r>
            <a:r>
              <a:rPr lang="en-US" altLang="zh-CN" sz="2000" dirty="0" err="1">
                <a:solidFill>
                  <a:srgbClr val="FF0000"/>
                </a:solidFill>
              </a:rPr>
              <a:t>v,w</a:t>
            </a:r>
            <a:r>
              <a:rPr lang="en-US" altLang="zh-CN" sz="2000" dirty="0">
                <a:solidFill>
                  <a:srgbClr val="FF0000"/>
                </a:solidFill>
              </a:rPr>
              <a:t>)</a:t>
            </a:r>
            <a:r>
              <a:rPr lang="zh-CN" altLang="en-US" sz="2000" dirty="0">
                <a:solidFill>
                  <a:srgbClr val="FF0000"/>
                </a:solidFill>
              </a:rPr>
              <a:t>与向后边的</a:t>
            </a:r>
            <a:r>
              <a:rPr lang="en-US" altLang="zh-CN" sz="2000" dirty="0">
                <a:solidFill>
                  <a:srgbClr val="FF0000"/>
                </a:solidFill>
              </a:rPr>
              <a:t>flow(</a:t>
            </a:r>
            <a:r>
              <a:rPr lang="en-US" altLang="zh-CN" sz="2000" dirty="0" err="1">
                <a:solidFill>
                  <a:srgbClr val="FF0000"/>
                </a:solidFill>
              </a:rPr>
              <a:t>v,w</a:t>
            </a:r>
            <a:r>
              <a:rPr lang="en-US" altLang="zh-CN" sz="2000" dirty="0">
                <a:solidFill>
                  <a:srgbClr val="FF0000"/>
                </a:solidFill>
              </a:rPr>
              <a:t>)</a:t>
            </a:r>
            <a:r>
              <a:rPr lang="zh-CN" altLang="en-US" sz="2000" dirty="0">
                <a:solidFill>
                  <a:srgbClr val="FF0000"/>
                </a:solidFill>
              </a:rPr>
              <a:t>的最小值</a:t>
            </a:r>
            <a:r>
              <a:rPr lang="zh-CN" altLang="en-US" sz="2000" dirty="0"/>
              <a:t>。</a:t>
            </a:r>
            <a:r>
              <a:rPr lang="en-US" altLang="zh-CN" sz="2000" dirty="0"/>
              <a:t> </a:t>
            </a:r>
          </a:p>
          <a:p>
            <a:pPr marL="0" indent="0">
              <a:lnSpc>
                <a:spcPct val="120000"/>
              </a:lnSpc>
              <a:buFont typeface="Wingdings" panose="05000000000000000000" pitchFamily="2" charset="2"/>
              <a:buNone/>
              <a:defRPr/>
            </a:pPr>
            <a:endParaRPr lang="en-US" altLang="zh-CN" sz="2000" dirty="0"/>
          </a:p>
          <a:p>
            <a:pPr marL="0" indent="0">
              <a:lnSpc>
                <a:spcPct val="120000"/>
              </a:lnSpc>
              <a:buFont typeface="Wingdings" panose="05000000000000000000" pitchFamily="2" charset="2"/>
              <a:buNone/>
              <a:defRPr/>
            </a:pPr>
            <a:r>
              <a:rPr lang="zh-CN" altLang="en-US" sz="2000" dirty="0"/>
              <a:t>该方法常称作</a:t>
            </a:r>
            <a:r>
              <a:rPr lang="en-US" altLang="zh-CN" sz="2000" dirty="0">
                <a:solidFill>
                  <a:srgbClr val="FF0000"/>
                </a:solidFill>
              </a:rPr>
              <a:t>Ford Fulkerson</a:t>
            </a:r>
            <a:r>
              <a:rPr lang="zh-CN" altLang="en-US" sz="2000" dirty="0">
                <a:solidFill>
                  <a:srgbClr val="FF0000"/>
                </a:solidFill>
              </a:rPr>
              <a:t>方法，</a:t>
            </a:r>
            <a:r>
              <a:rPr lang="zh-CN" altLang="en-US" sz="2000" dirty="0"/>
              <a:t>提供了一种解决最大流问题的思想。</a:t>
            </a:r>
          </a:p>
          <a:p>
            <a:pPr marL="0" indent="0">
              <a:lnSpc>
                <a:spcPct val="120000"/>
              </a:lnSpc>
              <a:buFont typeface="Wingdings" panose="05000000000000000000" pitchFamily="2" charset="2"/>
              <a:buNone/>
              <a:defRPr/>
            </a:pPr>
            <a:endParaRPr lang="en-US" altLang="zh-CN" sz="2000" dirty="0"/>
          </a:p>
          <a:p>
            <a:pPr marL="0" indent="0">
              <a:lnSpc>
                <a:spcPct val="120000"/>
              </a:lnSpc>
              <a:buFont typeface="Wingdings" panose="05000000000000000000" pitchFamily="2" charset="2"/>
              <a:buNone/>
              <a:defRPr/>
            </a:pPr>
            <a:endParaRPr lang="zh-CN" altLang="en-US" sz="2000" dirty="0"/>
          </a:p>
          <a:p>
            <a:pPr marL="0" indent="0">
              <a:lnSpc>
                <a:spcPct val="120000"/>
              </a:lnSpc>
              <a:buFont typeface="Wingdings" panose="05000000000000000000" pitchFamily="2" charset="2"/>
              <a:buNone/>
              <a:defRPr/>
            </a:pPr>
            <a:endParaRPr lang="zh-CN" altLang="en-US" sz="2000" dirty="0"/>
          </a:p>
        </p:txBody>
      </p:sp>
      <p:sp>
        <p:nvSpPr>
          <p:cNvPr id="26628" name="Rectangle 3">
            <a:extLst>
              <a:ext uri="{FF2B5EF4-FFF2-40B4-BE49-F238E27FC236}">
                <a16:creationId xmlns:a16="http://schemas.microsoft.com/office/drawing/2014/main" id="{D0C04EBA-36B8-DB6B-BA66-6EDDB29FFDD9}"/>
              </a:ext>
            </a:extLst>
          </p:cNvPr>
          <p:cNvSpPr>
            <a:spLocks noChangeArrowheads="1"/>
          </p:cNvSpPr>
          <p:nvPr/>
        </p:nvSpPr>
        <p:spPr bwMode="auto">
          <a:xfrm>
            <a:off x="0" y="3033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graphicFrame>
        <p:nvGraphicFramePr>
          <p:cNvPr id="110597" name="Object 4">
            <a:extLst>
              <a:ext uri="{FF2B5EF4-FFF2-40B4-BE49-F238E27FC236}">
                <a16:creationId xmlns:a16="http://schemas.microsoft.com/office/drawing/2014/main" id="{5ADBA13B-0272-68FC-8067-CA68DA7404C1}"/>
              </a:ext>
            </a:extLst>
          </p:cNvPr>
          <p:cNvGraphicFramePr>
            <a:graphicFrameLocks noChangeAspect="1"/>
          </p:cNvGraphicFramePr>
          <p:nvPr/>
        </p:nvGraphicFramePr>
        <p:xfrm>
          <a:off x="2124075" y="1412875"/>
          <a:ext cx="4259263" cy="1223963"/>
        </p:xfrm>
        <a:graphic>
          <a:graphicData uri="http://schemas.openxmlformats.org/presentationml/2006/ole">
            <mc:AlternateContent xmlns:mc="http://schemas.openxmlformats.org/markup-compatibility/2006">
              <mc:Choice xmlns:v="urn:schemas-microsoft-com:vml" Requires="v">
                <p:oleObj name="公式" r:id="rId2" imgW="2755900" imgH="787400" progId="Equation.3">
                  <p:embed/>
                </p:oleObj>
              </mc:Choice>
              <mc:Fallback>
                <p:oleObj name="公式" r:id="rId2" imgW="2755900" imgH="7874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412875"/>
                        <a:ext cx="42592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childTnLst>
                                </p:cTn>
                              </p:par>
                              <p:par>
                                <p:cTn id="7" presetID="1" presetClass="entr" presetSubtype="0" fill="hold" grpId="0" nodeType="withEffect" nodePh="1">
                                  <p:stCondLst>
                                    <p:cond delay="0"/>
                                  </p:stCondLst>
                                  <p:endCondLst>
                                    <p:cond evt="begin" delay="0">
                                      <p:tn val="7"/>
                                    </p:cond>
                                  </p:endCondLst>
                                  <p:childTnLst>
                                    <p:set>
                                      <p:cBhvr>
                                        <p:cTn id="8" dur="1" fill="hold">
                                          <p:stCondLst>
                                            <p:cond delay="0"/>
                                          </p:stCondLst>
                                        </p:cTn>
                                        <p:tgtEl>
                                          <p:spTgt spid="26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8"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EF22CCF-B008-4C76-7A4E-133E4244ECA0}"/>
              </a:ext>
            </a:extLst>
          </p:cNvPr>
          <p:cNvSpPr txBox="1"/>
          <p:nvPr/>
        </p:nvSpPr>
        <p:spPr>
          <a:xfrm>
            <a:off x="830263" y="1084263"/>
            <a:ext cx="4965700" cy="319087"/>
          </a:xfrm>
          <a:prstGeom prst="rect">
            <a:avLst/>
          </a:prstGeom>
        </p:spPr>
        <p:txBody>
          <a:bodyPr lIns="0" tIns="11206" rIns="0" bIns="0">
            <a:spAutoFit/>
          </a:bodyPr>
          <a:lstStyle/>
          <a:p>
            <a:pPr marL="11206">
              <a:spcBef>
                <a:spcPts val="88"/>
              </a:spcBef>
              <a:tabLst>
                <a:tab pos="1416499" algn="l"/>
              </a:tabLst>
              <a:defRPr/>
            </a:pPr>
            <a:r>
              <a:rPr lang="zh-CN" altLang="en-US" sz="2000" spc="-9" dirty="0">
                <a:solidFill>
                  <a:srgbClr val="005493"/>
                </a:solidFill>
                <a:latin typeface="Lucida Sans"/>
                <a:cs typeface="Lucida Sans"/>
              </a:rPr>
              <a:t>初始化：</a:t>
            </a:r>
            <a:r>
              <a:rPr sz="2000" dirty="0">
                <a:latin typeface="Lucida Sans"/>
                <a:cs typeface="Lucida Sans"/>
              </a:rPr>
              <a:t>Start</a:t>
            </a:r>
            <a:r>
              <a:rPr sz="2000" spc="31" dirty="0">
                <a:latin typeface="Lucida Sans"/>
                <a:cs typeface="Lucida Sans"/>
              </a:rPr>
              <a:t> </a:t>
            </a:r>
            <a:r>
              <a:rPr sz="2000" dirty="0">
                <a:latin typeface="Lucida Sans"/>
                <a:cs typeface="Lucida Sans"/>
              </a:rPr>
              <a:t>with</a:t>
            </a:r>
            <a:r>
              <a:rPr sz="2000" spc="31" dirty="0">
                <a:latin typeface="Lucida Sans"/>
                <a:cs typeface="Lucida Sans"/>
              </a:rPr>
              <a:t> </a:t>
            </a:r>
            <a:r>
              <a:rPr sz="2000" dirty="0">
                <a:latin typeface="Lucida Sans"/>
                <a:cs typeface="Lucida Sans"/>
              </a:rPr>
              <a:t>0</a:t>
            </a:r>
            <a:r>
              <a:rPr sz="2000" spc="35" dirty="0">
                <a:latin typeface="Lucida Sans"/>
                <a:cs typeface="Lucida Sans"/>
              </a:rPr>
              <a:t> </a:t>
            </a:r>
            <a:r>
              <a:rPr sz="2000" spc="-9" dirty="0">
                <a:latin typeface="Lucida Sans"/>
                <a:cs typeface="Lucida Sans"/>
              </a:rPr>
              <a:t>flow.</a:t>
            </a:r>
            <a:endParaRPr sz="2000" dirty="0">
              <a:latin typeface="Lucida Sans"/>
              <a:cs typeface="Lucida Sans"/>
            </a:endParaRPr>
          </a:p>
        </p:txBody>
      </p:sp>
      <p:sp>
        <p:nvSpPr>
          <p:cNvPr id="111619" name="object 3">
            <a:extLst>
              <a:ext uri="{FF2B5EF4-FFF2-40B4-BE49-F238E27FC236}">
                <a16:creationId xmlns:a16="http://schemas.microsoft.com/office/drawing/2014/main" id="{404602CE-EE95-4B6B-8425-175219C7F8DA}"/>
              </a:ext>
            </a:extLst>
          </p:cNvPr>
          <p:cNvSpPr>
            <a:spLocks noGrp="1"/>
          </p:cNvSpPr>
          <p:nvPr>
            <p:ph type="title"/>
          </p:nvPr>
        </p:nvSpPr>
        <p:spPr>
          <a:xfrm>
            <a:off x="538163" y="244475"/>
            <a:ext cx="7261225" cy="658813"/>
          </a:xfrm>
        </p:spPr>
        <p:txBody>
          <a:bodyPr lIns="0" tIns="11206" rIns="0" bIns="0">
            <a:spAutoFit/>
          </a:bodyPr>
          <a:lstStyle/>
          <a:p>
            <a:pPr marL="11113">
              <a:spcBef>
                <a:spcPts val="88"/>
              </a:spcBef>
            </a:pPr>
            <a:r>
              <a:rPr lang="zh-CN" altLang="zh-CN"/>
              <a:t>Ford-Fulkerson</a:t>
            </a:r>
            <a:r>
              <a:rPr lang="zh-CN" altLang="en-US"/>
              <a:t>方法</a:t>
            </a:r>
            <a:endParaRPr lang="zh-CN" altLang="zh-CN">
              <a:ea typeface="宋体" panose="02010600030101010101" pitchFamily="2" charset="-122"/>
            </a:endParaRPr>
          </a:p>
        </p:txBody>
      </p:sp>
      <p:grpSp>
        <p:nvGrpSpPr>
          <p:cNvPr id="111620" name="object 4">
            <a:extLst>
              <a:ext uri="{FF2B5EF4-FFF2-40B4-BE49-F238E27FC236}">
                <a16:creationId xmlns:a16="http://schemas.microsoft.com/office/drawing/2014/main" id="{10A8D389-C88F-0F16-3EE8-37170A00E5A2}"/>
              </a:ext>
            </a:extLst>
          </p:cNvPr>
          <p:cNvGrpSpPr>
            <a:grpSpLocks/>
          </p:cNvGrpSpPr>
          <p:nvPr/>
        </p:nvGrpSpPr>
        <p:grpSpPr bwMode="auto">
          <a:xfrm>
            <a:off x="1141413" y="2420938"/>
            <a:ext cx="5876925" cy="3409950"/>
            <a:chOff x="1231593" y="3182881"/>
            <a:chExt cx="6660515" cy="3864610"/>
          </a:xfrm>
        </p:grpSpPr>
        <p:sp>
          <p:nvSpPr>
            <p:cNvPr id="5" name="object 5">
              <a:extLst>
                <a:ext uri="{FF2B5EF4-FFF2-40B4-BE49-F238E27FC236}">
                  <a16:creationId xmlns:a16="http://schemas.microsoft.com/office/drawing/2014/main" id="{3FA447BB-C07D-6758-93C6-8616D2099831}"/>
                </a:ext>
              </a:extLst>
            </p:cNvPr>
            <p:cNvSpPr/>
            <p:nvPr/>
          </p:nvSpPr>
          <p:spPr>
            <a:xfrm>
              <a:off x="3592100" y="5278910"/>
              <a:ext cx="2401887" cy="1556280"/>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6" name="object 6">
              <a:extLst>
                <a:ext uri="{FF2B5EF4-FFF2-40B4-BE49-F238E27FC236}">
                  <a16:creationId xmlns:a16="http://schemas.microsoft.com/office/drawing/2014/main" id="{96E1A9F0-ACC2-8766-2506-BB07B4D9ABE5}"/>
                </a:ext>
              </a:extLst>
            </p:cNvPr>
            <p:cNvSpPr/>
            <p:nvPr/>
          </p:nvSpPr>
          <p:spPr>
            <a:xfrm>
              <a:off x="3543522" y="5246525"/>
              <a:ext cx="100753" cy="88160"/>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7" name="object 7">
              <a:extLst>
                <a:ext uri="{FF2B5EF4-FFF2-40B4-BE49-F238E27FC236}">
                  <a16:creationId xmlns:a16="http://schemas.microsoft.com/office/drawing/2014/main" id="{1C04F072-9A25-608A-1F04-9009F70AE251}"/>
                </a:ext>
              </a:extLst>
            </p:cNvPr>
            <p:cNvSpPr/>
            <p:nvPr/>
          </p:nvSpPr>
          <p:spPr>
            <a:xfrm>
              <a:off x="5098002" y="6901758"/>
              <a:ext cx="685483" cy="0"/>
            </a:xfrm>
            <a:custGeom>
              <a:avLst/>
              <a:gdLst/>
              <a:ahLst/>
              <a:cxnLst/>
              <a:rect l="l" t="t" r="r" b="b"/>
              <a:pathLst>
                <a:path w="686435">
                  <a:moveTo>
                    <a:pt x="0" y="0"/>
                  </a:moveTo>
                  <a:lnTo>
                    <a:pt x="686063" y="0"/>
                  </a:lnTo>
                </a:path>
              </a:pathLst>
            </a:custGeom>
            <a:ln w="19074">
              <a:solidFill>
                <a:srgbClr val="BABABA"/>
              </a:solidFill>
            </a:ln>
          </p:spPr>
          <p:txBody>
            <a:bodyPr lIns="0" tIns="0" rIns="0" bIns="0"/>
            <a:lstStyle/>
            <a:p>
              <a:pPr>
                <a:defRPr/>
              </a:pPr>
              <a:endParaRPr sz="2647"/>
            </a:p>
          </p:txBody>
        </p:sp>
        <p:sp>
          <p:nvSpPr>
            <p:cNvPr id="8" name="object 8">
              <a:extLst>
                <a:ext uri="{FF2B5EF4-FFF2-40B4-BE49-F238E27FC236}">
                  <a16:creationId xmlns:a16="http://schemas.microsoft.com/office/drawing/2014/main" id="{5AA34046-8A04-5D00-8BA0-D7C940DA9D2D}"/>
                </a:ext>
              </a:extLst>
            </p:cNvPr>
            <p:cNvSpPr/>
            <p:nvPr/>
          </p:nvSpPr>
          <p:spPr>
            <a:xfrm>
              <a:off x="5751100" y="6856779"/>
              <a:ext cx="91757" cy="91757"/>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9" name="object 9">
              <a:extLst>
                <a:ext uri="{FF2B5EF4-FFF2-40B4-BE49-F238E27FC236}">
                  <a16:creationId xmlns:a16="http://schemas.microsoft.com/office/drawing/2014/main" id="{B87347AC-4F8C-87A5-BAEE-E36F303A9043}"/>
                </a:ext>
              </a:extLst>
            </p:cNvPr>
            <p:cNvSpPr/>
            <p:nvPr/>
          </p:nvSpPr>
          <p:spPr>
            <a:xfrm>
              <a:off x="6094740" y="5266316"/>
              <a:ext cx="1752388" cy="1529292"/>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10" name="object 10">
              <a:extLst>
                <a:ext uri="{FF2B5EF4-FFF2-40B4-BE49-F238E27FC236}">
                  <a16:creationId xmlns:a16="http://schemas.microsoft.com/office/drawing/2014/main" id="{4881F394-ECB9-7547-D252-9292C211B2A3}"/>
                </a:ext>
              </a:extLst>
            </p:cNvPr>
            <p:cNvSpPr/>
            <p:nvPr/>
          </p:nvSpPr>
          <p:spPr>
            <a:xfrm>
              <a:off x="7793153" y="5228533"/>
              <a:ext cx="98955" cy="95356"/>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1" name="object 11">
              <a:extLst>
                <a:ext uri="{FF2B5EF4-FFF2-40B4-BE49-F238E27FC236}">
                  <a16:creationId xmlns:a16="http://schemas.microsoft.com/office/drawing/2014/main" id="{DEE53050-ADAC-B31F-225C-846E6B2D73A1}"/>
                </a:ext>
              </a:extLst>
            </p:cNvPr>
            <p:cNvSpPr/>
            <p:nvPr/>
          </p:nvSpPr>
          <p:spPr>
            <a:xfrm>
              <a:off x="6044363" y="5176358"/>
              <a:ext cx="0" cy="1460923"/>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1677" name="object 12">
              <a:extLst>
                <a:ext uri="{FF2B5EF4-FFF2-40B4-BE49-F238E27FC236}">
                  <a16:creationId xmlns:a16="http://schemas.microsoft.com/office/drawing/2014/main" id="{F471A68B-AE70-3008-A973-169FD496F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bject 13">
              <a:extLst>
                <a:ext uri="{FF2B5EF4-FFF2-40B4-BE49-F238E27FC236}">
                  <a16:creationId xmlns:a16="http://schemas.microsoft.com/office/drawing/2014/main" id="{15667EDF-4220-225A-719D-7B4C02E13B53}"/>
                </a:ext>
              </a:extLst>
            </p:cNvPr>
            <p:cNvSpPr/>
            <p:nvPr/>
          </p:nvSpPr>
          <p:spPr>
            <a:xfrm>
              <a:off x="3431973" y="3384388"/>
              <a:ext cx="2407285" cy="1534689"/>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4" name="object 14">
              <a:extLst>
                <a:ext uri="{FF2B5EF4-FFF2-40B4-BE49-F238E27FC236}">
                  <a16:creationId xmlns:a16="http://schemas.microsoft.com/office/drawing/2014/main" id="{AC2967E8-B878-5B9D-9A76-25E9FFDCC635}"/>
                </a:ext>
              </a:extLst>
            </p:cNvPr>
            <p:cNvSpPr/>
            <p:nvPr/>
          </p:nvSpPr>
          <p:spPr>
            <a:xfrm>
              <a:off x="5787083" y="4863303"/>
              <a:ext cx="102552" cy="88159"/>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5" name="object 15">
              <a:extLst>
                <a:ext uri="{FF2B5EF4-FFF2-40B4-BE49-F238E27FC236}">
                  <a16:creationId xmlns:a16="http://schemas.microsoft.com/office/drawing/2014/main" id="{B2F62E50-3269-59D5-D7CA-44EB39F5B279}"/>
                </a:ext>
              </a:extLst>
            </p:cNvPr>
            <p:cNvSpPr/>
            <p:nvPr/>
          </p:nvSpPr>
          <p:spPr>
            <a:xfrm>
              <a:off x="3451765" y="3377191"/>
              <a:ext cx="2331720" cy="0"/>
            </a:xfrm>
            <a:custGeom>
              <a:avLst/>
              <a:gdLst/>
              <a:ahLst/>
              <a:cxnLst/>
              <a:rect l="l" t="t" r="r" b="b"/>
              <a:pathLst>
                <a:path w="2331720">
                  <a:moveTo>
                    <a:pt x="0" y="0"/>
                  </a:moveTo>
                  <a:lnTo>
                    <a:pt x="1083896" y="0"/>
                  </a:lnTo>
                </a:path>
                <a:path w="2331720">
                  <a:moveTo>
                    <a:pt x="1597907" y="0"/>
                  </a:moveTo>
                  <a:lnTo>
                    <a:pt x="2331389" y="0"/>
                  </a:lnTo>
                </a:path>
              </a:pathLst>
            </a:custGeom>
            <a:ln w="19074">
              <a:solidFill>
                <a:srgbClr val="BABABA"/>
              </a:solidFill>
            </a:ln>
          </p:spPr>
          <p:txBody>
            <a:bodyPr lIns="0" tIns="0" rIns="0" bIns="0"/>
            <a:lstStyle/>
            <a:p>
              <a:pPr>
                <a:defRPr/>
              </a:pPr>
              <a:endParaRPr sz="2647"/>
            </a:p>
          </p:txBody>
        </p:sp>
        <p:sp>
          <p:nvSpPr>
            <p:cNvPr id="16" name="object 16">
              <a:extLst>
                <a:ext uri="{FF2B5EF4-FFF2-40B4-BE49-F238E27FC236}">
                  <a16:creationId xmlns:a16="http://schemas.microsoft.com/office/drawing/2014/main" id="{5339B669-FB1B-AEC1-1F39-FEEFA1C026D1}"/>
                </a:ext>
              </a:extLst>
            </p:cNvPr>
            <p:cNvSpPr/>
            <p:nvPr/>
          </p:nvSpPr>
          <p:spPr>
            <a:xfrm>
              <a:off x="5749300" y="3332211"/>
              <a:ext cx="91758"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7" name="object 17">
              <a:extLst>
                <a:ext uri="{FF2B5EF4-FFF2-40B4-BE49-F238E27FC236}">
                  <a16:creationId xmlns:a16="http://schemas.microsoft.com/office/drawing/2014/main" id="{0AAAEB13-1399-E74F-461C-19C761C04496}"/>
                </a:ext>
              </a:extLst>
            </p:cNvPr>
            <p:cNvSpPr/>
            <p:nvPr/>
          </p:nvSpPr>
          <p:spPr>
            <a:xfrm>
              <a:off x="3421178" y="3359199"/>
              <a:ext cx="0" cy="1453727"/>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1683" name="object 18">
              <a:extLst>
                <a:ext uri="{FF2B5EF4-FFF2-40B4-BE49-F238E27FC236}">
                  <a16:creationId xmlns:a16="http://schemas.microsoft.com/office/drawing/2014/main" id="{2AEE49A4-EC43-2094-912E-F2845F4020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object 19">
              <a:extLst>
                <a:ext uri="{FF2B5EF4-FFF2-40B4-BE49-F238E27FC236}">
                  <a16:creationId xmlns:a16="http://schemas.microsoft.com/office/drawing/2014/main" id="{434CD085-3057-3102-8DDB-7580E60DF372}"/>
                </a:ext>
              </a:extLst>
            </p:cNvPr>
            <p:cNvSpPr/>
            <p:nvPr/>
          </p:nvSpPr>
          <p:spPr>
            <a:xfrm>
              <a:off x="1409710" y="3540915"/>
              <a:ext cx="1782975" cy="1538288"/>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20" name="object 20">
              <a:extLst>
                <a:ext uri="{FF2B5EF4-FFF2-40B4-BE49-F238E27FC236}">
                  <a16:creationId xmlns:a16="http://schemas.microsoft.com/office/drawing/2014/main" id="{8EBF6CCF-CC2A-9BA1-8DD5-2D23496C7958}"/>
                </a:ext>
              </a:extLst>
            </p:cNvPr>
            <p:cNvSpPr/>
            <p:nvPr/>
          </p:nvSpPr>
          <p:spPr>
            <a:xfrm>
              <a:off x="3138710" y="3501333"/>
              <a:ext cx="98954" cy="95356"/>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1" name="object 21">
              <a:extLst>
                <a:ext uri="{FF2B5EF4-FFF2-40B4-BE49-F238E27FC236}">
                  <a16:creationId xmlns:a16="http://schemas.microsoft.com/office/drawing/2014/main" id="{3DF6C914-F45B-DD28-A997-C0C2D9981F81}"/>
                </a:ext>
              </a:extLst>
            </p:cNvPr>
            <p:cNvSpPr/>
            <p:nvPr/>
          </p:nvSpPr>
          <p:spPr>
            <a:xfrm>
              <a:off x="1458288" y="5176358"/>
              <a:ext cx="1754187" cy="1561677"/>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2" name="object 22">
              <a:extLst>
                <a:ext uri="{FF2B5EF4-FFF2-40B4-BE49-F238E27FC236}">
                  <a16:creationId xmlns:a16="http://schemas.microsoft.com/office/drawing/2014/main" id="{41B2FF4F-7D78-6C56-50DD-C04820FF09DA}"/>
                </a:ext>
              </a:extLst>
            </p:cNvPr>
            <p:cNvSpPr/>
            <p:nvPr/>
          </p:nvSpPr>
          <p:spPr>
            <a:xfrm>
              <a:off x="3158500" y="6682260"/>
              <a:ext cx="98955" cy="95356"/>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3" name="object 23">
              <a:extLst>
                <a:ext uri="{FF2B5EF4-FFF2-40B4-BE49-F238E27FC236}">
                  <a16:creationId xmlns:a16="http://schemas.microsoft.com/office/drawing/2014/main" id="{822F0446-1B18-9EB8-43C7-8BA2EAEF7CDE}"/>
                </a:ext>
              </a:extLst>
            </p:cNvPr>
            <p:cNvSpPr/>
            <p:nvPr/>
          </p:nvSpPr>
          <p:spPr>
            <a:xfrm>
              <a:off x="1377325" y="5116985"/>
              <a:ext cx="1782975"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4" name="object 24">
              <a:extLst>
                <a:ext uri="{FF2B5EF4-FFF2-40B4-BE49-F238E27FC236}">
                  <a16:creationId xmlns:a16="http://schemas.microsoft.com/office/drawing/2014/main" id="{D3662902-FDC0-2ABE-32FD-04CE697601CA}"/>
                </a:ext>
              </a:extLst>
            </p:cNvPr>
            <p:cNvSpPr/>
            <p:nvPr/>
          </p:nvSpPr>
          <p:spPr>
            <a:xfrm>
              <a:off x="3127915" y="5070206"/>
              <a:ext cx="91757" cy="91758"/>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5" name="object 25">
              <a:extLst>
                <a:ext uri="{FF2B5EF4-FFF2-40B4-BE49-F238E27FC236}">
                  <a16:creationId xmlns:a16="http://schemas.microsoft.com/office/drawing/2014/main" id="{277CCC3B-A38B-3598-10BB-D4591DA5FC94}"/>
                </a:ext>
              </a:extLst>
            </p:cNvPr>
            <p:cNvSpPr/>
            <p:nvPr/>
          </p:nvSpPr>
          <p:spPr>
            <a:xfrm>
              <a:off x="3358208" y="5116985"/>
              <a:ext cx="1176655" cy="0"/>
            </a:xfrm>
            <a:custGeom>
              <a:avLst/>
              <a:gdLst/>
              <a:ahLst/>
              <a:cxnLst/>
              <a:rect l="l" t="t" r="r" b="b"/>
              <a:pathLst>
                <a:path w="1176654">
                  <a:moveTo>
                    <a:pt x="0" y="0"/>
                  </a:moveTo>
                  <a:lnTo>
                    <a:pt x="1176426" y="0"/>
                  </a:lnTo>
                </a:path>
              </a:pathLst>
            </a:custGeom>
            <a:ln w="19076">
              <a:solidFill>
                <a:srgbClr val="BABABA"/>
              </a:solidFill>
            </a:ln>
          </p:spPr>
          <p:txBody>
            <a:bodyPr lIns="0" tIns="0" rIns="0" bIns="0"/>
            <a:lstStyle/>
            <a:p>
              <a:pPr>
                <a:defRPr/>
              </a:pPr>
              <a:endParaRPr sz="2647"/>
            </a:p>
          </p:txBody>
        </p:sp>
        <p:sp>
          <p:nvSpPr>
            <p:cNvPr id="26" name="object 26">
              <a:extLst>
                <a:ext uri="{FF2B5EF4-FFF2-40B4-BE49-F238E27FC236}">
                  <a16:creationId xmlns:a16="http://schemas.microsoft.com/office/drawing/2014/main" id="{05791F7A-F934-1CCE-066A-D73338EA8171}"/>
                </a:ext>
              </a:extLst>
            </p:cNvPr>
            <p:cNvSpPr/>
            <p:nvPr/>
          </p:nvSpPr>
          <p:spPr>
            <a:xfrm>
              <a:off x="3419380" y="5196148"/>
              <a:ext cx="0" cy="651298"/>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7" name="object 27">
              <a:extLst>
                <a:ext uri="{FF2B5EF4-FFF2-40B4-BE49-F238E27FC236}">
                  <a16:creationId xmlns:a16="http://schemas.microsoft.com/office/drawing/2014/main" id="{0B453F46-5399-4079-2BB6-578EE2F1812C}"/>
                </a:ext>
              </a:extLst>
            </p:cNvPr>
            <p:cNvSpPr/>
            <p:nvPr/>
          </p:nvSpPr>
          <p:spPr>
            <a:xfrm>
              <a:off x="3241262" y="4906483"/>
              <a:ext cx="354436" cy="35443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8" name="object 28">
              <a:extLst>
                <a:ext uri="{FF2B5EF4-FFF2-40B4-BE49-F238E27FC236}">
                  <a16:creationId xmlns:a16="http://schemas.microsoft.com/office/drawing/2014/main" id="{C6372658-34B3-E648-740F-FA6EED81157A}"/>
                </a:ext>
              </a:extLst>
            </p:cNvPr>
            <p:cNvSpPr/>
            <p:nvPr/>
          </p:nvSpPr>
          <p:spPr>
            <a:xfrm>
              <a:off x="3241262" y="4906483"/>
              <a:ext cx="354436"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29" name="object 29">
              <a:extLst>
                <a:ext uri="{FF2B5EF4-FFF2-40B4-BE49-F238E27FC236}">
                  <a16:creationId xmlns:a16="http://schemas.microsoft.com/office/drawing/2014/main" id="{92D986FC-E007-9407-113C-B366DD85B83F}"/>
                </a:ext>
              </a:extLst>
            </p:cNvPr>
            <p:cNvSpPr/>
            <p:nvPr/>
          </p:nvSpPr>
          <p:spPr>
            <a:xfrm>
              <a:off x="5986790" y="3303425"/>
              <a:ext cx="1851343" cy="159046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30" name="object 30">
              <a:extLst>
                <a:ext uri="{FF2B5EF4-FFF2-40B4-BE49-F238E27FC236}">
                  <a16:creationId xmlns:a16="http://schemas.microsoft.com/office/drawing/2014/main" id="{F1CDE86D-ACEA-2272-0790-4D9D98FD509A}"/>
                </a:ext>
              </a:extLst>
            </p:cNvPr>
            <p:cNvSpPr/>
            <p:nvPr/>
          </p:nvSpPr>
          <p:spPr>
            <a:xfrm>
              <a:off x="7782358" y="4838114"/>
              <a:ext cx="100753" cy="93557"/>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1" name="object 31">
              <a:extLst>
                <a:ext uri="{FF2B5EF4-FFF2-40B4-BE49-F238E27FC236}">
                  <a16:creationId xmlns:a16="http://schemas.microsoft.com/office/drawing/2014/main" id="{13C196B0-9BC8-F193-204C-ACC7012CDF99}"/>
                </a:ext>
              </a:extLst>
            </p:cNvPr>
            <p:cNvSpPr/>
            <p:nvPr/>
          </p:nvSpPr>
          <p:spPr>
            <a:xfrm>
              <a:off x="6044363" y="3549911"/>
              <a:ext cx="0" cy="1272010"/>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1697" name="object 32">
              <a:extLst>
                <a:ext uri="{FF2B5EF4-FFF2-40B4-BE49-F238E27FC236}">
                  <a16:creationId xmlns:a16="http://schemas.microsoft.com/office/drawing/2014/main" id="{1641D875-5ACF-723C-B282-9985EC2B8F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object 33">
              <a:extLst>
                <a:ext uri="{FF2B5EF4-FFF2-40B4-BE49-F238E27FC236}">
                  <a16:creationId xmlns:a16="http://schemas.microsoft.com/office/drawing/2014/main" id="{94A2165F-44B5-9806-BAE8-4BB11E933771}"/>
                </a:ext>
              </a:extLst>
            </p:cNvPr>
            <p:cNvSpPr/>
            <p:nvPr/>
          </p:nvSpPr>
          <p:spPr>
            <a:xfrm>
              <a:off x="5864447" y="3188278"/>
              <a:ext cx="354436"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4" name="object 34">
              <a:extLst>
                <a:ext uri="{FF2B5EF4-FFF2-40B4-BE49-F238E27FC236}">
                  <a16:creationId xmlns:a16="http://schemas.microsoft.com/office/drawing/2014/main" id="{52F525A0-E3F3-0248-2DCC-3B52C85DC0FF}"/>
                </a:ext>
              </a:extLst>
            </p:cNvPr>
            <p:cNvSpPr/>
            <p:nvPr/>
          </p:nvSpPr>
          <p:spPr>
            <a:xfrm>
              <a:off x="5864447" y="3188278"/>
              <a:ext cx="354436"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35" name="object 35">
              <a:extLst>
                <a:ext uri="{FF2B5EF4-FFF2-40B4-BE49-F238E27FC236}">
                  <a16:creationId xmlns:a16="http://schemas.microsoft.com/office/drawing/2014/main" id="{55EF78EE-76F3-A7BC-F945-404CC8F26C95}"/>
                </a:ext>
              </a:extLst>
            </p:cNvPr>
            <p:cNvSpPr/>
            <p:nvPr/>
          </p:nvSpPr>
          <p:spPr>
            <a:xfrm>
              <a:off x="3451765" y="6901758"/>
              <a:ext cx="1036320" cy="0"/>
            </a:xfrm>
            <a:custGeom>
              <a:avLst/>
              <a:gdLst/>
              <a:ahLst/>
              <a:cxnLst/>
              <a:rect l="l" t="t" r="r" b="b"/>
              <a:pathLst>
                <a:path w="1036320">
                  <a:moveTo>
                    <a:pt x="0" y="0"/>
                  </a:moveTo>
                  <a:lnTo>
                    <a:pt x="1036209" y="0"/>
                  </a:lnTo>
                </a:path>
              </a:pathLst>
            </a:custGeom>
            <a:ln w="19074">
              <a:solidFill>
                <a:srgbClr val="BABABA"/>
              </a:solidFill>
            </a:ln>
          </p:spPr>
          <p:txBody>
            <a:bodyPr lIns="0" tIns="0" rIns="0" bIns="0"/>
            <a:lstStyle/>
            <a:p>
              <a:pPr>
                <a:defRPr/>
              </a:pPr>
              <a:endParaRPr sz="2647"/>
            </a:p>
          </p:txBody>
        </p:sp>
        <p:sp>
          <p:nvSpPr>
            <p:cNvPr id="36" name="object 36">
              <a:extLst>
                <a:ext uri="{FF2B5EF4-FFF2-40B4-BE49-F238E27FC236}">
                  <a16:creationId xmlns:a16="http://schemas.microsoft.com/office/drawing/2014/main" id="{27840D00-89A2-A782-0DBC-FAFB0DB4BECB}"/>
                </a:ext>
              </a:extLst>
            </p:cNvPr>
            <p:cNvSpPr/>
            <p:nvPr/>
          </p:nvSpPr>
          <p:spPr>
            <a:xfrm>
              <a:off x="3419380" y="6086736"/>
              <a:ext cx="0" cy="541549"/>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1702" name="object 37">
              <a:extLst>
                <a:ext uri="{FF2B5EF4-FFF2-40B4-BE49-F238E27FC236}">
                  <a16:creationId xmlns:a16="http://schemas.microsoft.com/office/drawing/2014/main" id="{4E967262-9610-84F8-042E-BCC254A30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object 38">
              <a:extLst>
                <a:ext uri="{FF2B5EF4-FFF2-40B4-BE49-F238E27FC236}">
                  <a16:creationId xmlns:a16="http://schemas.microsoft.com/office/drawing/2014/main" id="{E6ACCFA3-4F72-FB82-0053-16E080859A1A}"/>
                </a:ext>
              </a:extLst>
            </p:cNvPr>
            <p:cNvSpPr/>
            <p:nvPr/>
          </p:nvSpPr>
          <p:spPr>
            <a:xfrm>
              <a:off x="3241262" y="6689456"/>
              <a:ext cx="354436" cy="35263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39" name="object 39">
              <a:extLst>
                <a:ext uri="{FF2B5EF4-FFF2-40B4-BE49-F238E27FC236}">
                  <a16:creationId xmlns:a16="http://schemas.microsoft.com/office/drawing/2014/main" id="{8C777C31-BEA5-CF1C-7183-580B091E6646}"/>
                </a:ext>
              </a:extLst>
            </p:cNvPr>
            <p:cNvSpPr/>
            <p:nvPr/>
          </p:nvSpPr>
          <p:spPr>
            <a:xfrm>
              <a:off x="3241262" y="6689456"/>
              <a:ext cx="354436"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40" name="object 40">
              <a:extLst>
                <a:ext uri="{FF2B5EF4-FFF2-40B4-BE49-F238E27FC236}">
                  <a16:creationId xmlns:a16="http://schemas.microsoft.com/office/drawing/2014/main" id="{C206EFE1-3827-93DF-1680-5D95DDBD69E7}"/>
                </a:ext>
              </a:extLst>
            </p:cNvPr>
            <p:cNvSpPr/>
            <p:nvPr/>
          </p:nvSpPr>
          <p:spPr>
            <a:xfrm>
              <a:off x="5864447" y="6689456"/>
              <a:ext cx="354436"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41" name="object 41">
              <a:extLst>
                <a:ext uri="{FF2B5EF4-FFF2-40B4-BE49-F238E27FC236}">
                  <a16:creationId xmlns:a16="http://schemas.microsoft.com/office/drawing/2014/main" id="{8D8B7749-3178-0995-A9CF-C3C966AB3ECC}"/>
                </a:ext>
              </a:extLst>
            </p:cNvPr>
            <p:cNvSpPr/>
            <p:nvPr/>
          </p:nvSpPr>
          <p:spPr>
            <a:xfrm>
              <a:off x="5864447" y="6689456"/>
              <a:ext cx="354436"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42" name="object 42">
              <a:extLst>
                <a:ext uri="{FF2B5EF4-FFF2-40B4-BE49-F238E27FC236}">
                  <a16:creationId xmlns:a16="http://schemas.microsoft.com/office/drawing/2014/main" id="{FDCEAD05-F3A5-8655-FC70-A723DE1ECC57}"/>
                </a:ext>
              </a:extLst>
            </p:cNvPr>
            <p:cNvSpPr/>
            <p:nvPr/>
          </p:nvSpPr>
          <p:spPr>
            <a:xfrm>
              <a:off x="1236990" y="4901085"/>
              <a:ext cx="352637" cy="352637"/>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43" name="object 43">
              <a:extLst>
                <a:ext uri="{FF2B5EF4-FFF2-40B4-BE49-F238E27FC236}">
                  <a16:creationId xmlns:a16="http://schemas.microsoft.com/office/drawing/2014/main" id="{601BD584-3F1C-C046-A683-5C4ED10AC8A6}"/>
                </a:ext>
              </a:extLst>
            </p:cNvPr>
            <p:cNvSpPr/>
            <p:nvPr/>
          </p:nvSpPr>
          <p:spPr>
            <a:xfrm>
              <a:off x="1236990" y="4901085"/>
              <a:ext cx="352637" cy="352637"/>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sp>
          <p:nvSpPr>
            <p:cNvPr id="44" name="object 44">
              <a:extLst>
                <a:ext uri="{FF2B5EF4-FFF2-40B4-BE49-F238E27FC236}">
                  <a16:creationId xmlns:a16="http://schemas.microsoft.com/office/drawing/2014/main" id="{E60A160B-C6D5-8CBD-2174-3587BCFB312A}"/>
                </a:ext>
              </a:extLst>
            </p:cNvPr>
            <p:cNvSpPr/>
            <p:nvPr/>
          </p:nvSpPr>
          <p:spPr>
            <a:xfrm>
              <a:off x="5049425" y="5116985"/>
              <a:ext cx="734060" cy="0"/>
            </a:xfrm>
            <a:custGeom>
              <a:avLst/>
              <a:gdLst/>
              <a:ahLst/>
              <a:cxnLst/>
              <a:rect l="l" t="t" r="r" b="b"/>
              <a:pathLst>
                <a:path w="734060">
                  <a:moveTo>
                    <a:pt x="0" y="0"/>
                  </a:moveTo>
                  <a:lnTo>
                    <a:pt x="733482" y="0"/>
                  </a:lnTo>
                </a:path>
              </a:pathLst>
            </a:custGeom>
            <a:ln w="19076">
              <a:solidFill>
                <a:srgbClr val="BABABA"/>
              </a:solidFill>
            </a:ln>
          </p:spPr>
          <p:txBody>
            <a:bodyPr lIns="0" tIns="0" rIns="0" bIns="0"/>
            <a:lstStyle/>
            <a:p>
              <a:pPr>
                <a:defRPr/>
              </a:pPr>
              <a:endParaRPr sz="2647"/>
            </a:p>
          </p:txBody>
        </p:sp>
        <p:sp>
          <p:nvSpPr>
            <p:cNvPr id="45" name="object 45">
              <a:extLst>
                <a:ext uri="{FF2B5EF4-FFF2-40B4-BE49-F238E27FC236}">
                  <a16:creationId xmlns:a16="http://schemas.microsoft.com/office/drawing/2014/main" id="{2BDB74AF-9E1F-DD48-33DE-394FDB4C3156}"/>
                </a:ext>
              </a:extLst>
            </p:cNvPr>
            <p:cNvSpPr/>
            <p:nvPr/>
          </p:nvSpPr>
          <p:spPr>
            <a:xfrm>
              <a:off x="5749300" y="5070206"/>
              <a:ext cx="91758"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46" name="object 46">
              <a:extLst>
                <a:ext uri="{FF2B5EF4-FFF2-40B4-BE49-F238E27FC236}">
                  <a16:creationId xmlns:a16="http://schemas.microsoft.com/office/drawing/2014/main" id="{A78F83AD-1509-C2EF-369B-F5D66AAC04AD}"/>
                </a:ext>
              </a:extLst>
            </p:cNvPr>
            <p:cNvSpPr/>
            <p:nvPr/>
          </p:nvSpPr>
          <p:spPr>
            <a:xfrm>
              <a:off x="6002983" y="5116985"/>
              <a:ext cx="1782974" cy="0"/>
            </a:xfrm>
            <a:custGeom>
              <a:avLst/>
              <a:gdLst/>
              <a:ahLst/>
              <a:cxnLst/>
              <a:rect l="l" t="t" r="r" b="b"/>
              <a:pathLst>
                <a:path w="1782445">
                  <a:moveTo>
                    <a:pt x="0" y="0"/>
                  </a:moveTo>
                  <a:lnTo>
                    <a:pt x="753857" y="0"/>
                  </a:lnTo>
                </a:path>
                <a:path w="1782445">
                  <a:moveTo>
                    <a:pt x="1364461" y="0"/>
                  </a:moveTo>
                  <a:lnTo>
                    <a:pt x="1781993" y="0"/>
                  </a:lnTo>
                </a:path>
              </a:pathLst>
            </a:custGeom>
            <a:ln w="19088">
              <a:solidFill>
                <a:srgbClr val="BABABA"/>
              </a:solidFill>
            </a:ln>
          </p:spPr>
          <p:txBody>
            <a:bodyPr lIns="0" tIns="0" rIns="0" bIns="0"/>
            <a:lstStyle/>
            <a:p>
              <a:pPr>
                <a:defRPr/>
              </a:pPr>
              <a:endParaRPr sz="2647"/>
            </a:p>
          </p:txBody>
        </p:sp>
        <p:sp>
          <p:nvSpPr>
            <p:cNvPr id="47" name="object 47">
              <a:extLst>
                <a:ext uri="{FF2B5EF4-FFF2-40B4-BE49-F238E27FC236}">
                  <a16:creationId xmlns:a16="http://schemas.microsoft.com/office/drawing/2014/main" id="{1F1F689A-8A7D-FA81-2AC0-2C2DC55628E9}"/>
                </a:ext>
              </a:extLst>
            </p:cNvPr>
            <p:cNvSpPr/>
            <p:nvPr/>
          </p:nvSpPr>
          <p:spPr>
            <a:xfrm>
              <a:off x="7753572" y="5070206"/>
              <a:ext cx="91758" cy="91758"/>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48" name="object 48">
            <a:extLst>
              <a:ext uri="{FF2B5EF4-FFF2-40B4-BE49-F238E27FC236}">
                <a16:creationId xmlns:a16="http://schemas.microsoft.com/office/drawing/2014/main" id="{05333229-43EF-58A9-954A-B3C327FBD5A3}"/>
              </a:ext>
            </a:extLst>
          </p:cNvPr>
          <p:cNvSpPr txBox="1"/>
          <p:nvPr/>
        </p:nvSpPr>
        <p:spPr>
          <a:xfrm>
            <a:off x="1247775" y="3949700"/>
            <a:ext cx="107950" cy="215900"/>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11622" name="object 49">
            <a:extLst>
              <a:ext uri="{FF2B5EF4-FFF2-40B4-BE49-F238E27FC236}">
                <a16:creationId xmlns:a16="http://schemas.microsoft.com/office/drawing/2014/main" id="{3F18BB1C-0BAD-5F7A-F504-1E34F98C4E33}"/>
              </a:ext>
            </a:extLst>
          </p:cNvPr>
          <p:cNvGrpSpPr>
            <a:grpSpLocks/>
          </p:cNvGrpSpPr>
          <p:nvPr/>
        </p:nvGrpSpPr>
        <p:grpSpPr bwMode="auto">
          <a:xfrm>
            <a:off x="2843213" y="2420938"/>
            <a:ext cx="4464050" cy="1838325"/>
            <a:chOff x="3161393" y="3182881"/>
            <a:chExt cx="5057775" cy="2082800"/>
          </a:xfrm>
        </p:grpSpPr>
        <p:sp>
          <p:nvSpPr>
            <p:cNvPr id="50" name="object 50">
              <a:extLst>
                <a:ext uri="{FF2B5EF4-FFF2-40B4-BE49-F238E27FC236}">
                  <a16:creationId xmlns:a16="http://schemas.microsoft.com/office/drawing/2014/main" id="{B19AA44E-9BA1-3752-80D5-EF0A6323DC68}"/>
                </a:ext>
              </a:extLst>
            </p:cNvPr>
            <p:cNvSpPr/>
            <p:nvPr/>
          </p:nvSpPr>
          <p:spPr>
            <a:xfrm>
              <a:off x="5864748" y="4907755"/>
              <a:ext cx="354333" cy="352529"/>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51" name="object 51">
              <a:extLst>
                <a:ext uri="{FF2B5EF4-FFF2-40B4-BE49-F238E27FC236}">
                  <a16:creationId xmlns:a16="http://schemas.microsoft.com/office/drawing/2014/main" id="{9053C70B-5428-1C39-28A5-AD414711E894}"/>
                </a:ext>
              </a:extLst>
            </p:cNvPr>
            <p:cNvSpPr/>
            <p:nvPr/>
          </p:nvSpPr>
          <p:spPr>
            <a:xfrm>
              <a:off x="5864748" y="4907755"/>
              <a:ext cx="354333" cy="352529"/>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52" name="object 52">
              <a:extLst>
                <a:ext uri="{FF2B5EF4-FFF2-40B4-BE49-F238E27FC236}">
                  <a16:creationId xmlns:a16="http://schemas.microsoft.com/office/drawing/2014/main" id="{BB30E2DF-F293-0085-693D-6CCD2A890193}"/>
                </a:ext>
              </a:extLst>
            </p:cNvPr>
            <p:cNvSpPr/>
            <p:nvPr/>
          </p:nvSpPr>
          <p:spPr>
            <a:xfrm>
              <a:off x="7861238" y="4904158"/>
              <a:ext cx="352533" cy="352529"/>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53" name="object 53">
              <a:extLst>
                <a:ext uri="{FF2B5EF4-FFF2-40B4-BE49-F238E27FC236}">
                  <a16:creationId xmlns:a16="http://schemas.microsoft.com/office/drawing/2014/main" id="{60A2915D-4960-372C-619B-E6FC82B4A841}"/>
                </a:ext>
              </a:extLst>
            </p:cNvPr>
            <p:cNvSpPr/>
            <p:nvPr/>
          </p:nvSpPr>
          <p:spPr>
            <a:xfrm>
              <a:off x="7861238" y="4904158"/>
              <a:ext cx="352533" cy="352529"/>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54" name="object 54">
              <a:extLst>
                <a:ext uri="{FF2B5EF4-FFF2-40B4-BE49-F238E27FC236}">
                  <a16:creationId xmlns:a16="http://schemas.microsoft.com/office/drawing/2014/main" id="{6EEE8449-1205-72F9-FC38-82CF7966D422}"/>
                </a:ext>
              </a:extLst>
            </p:cNvPr>
            <p:cNvSpPr/>
            <p:nvPr/>
          </p:nvSpPr>
          <p:spPr>
            <a:xfrm>
              <a:off x="3242331" y="3188276"/>
              <a:ext cx="352533" cy="352529"/>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55" name="object 55">
              <a:extLst>
                <a:ext uri="{FF2B5EF4-FFF2-40B4-BE49-F238E27FC236}">
                  <a16:creationId xmlns:a16="http://schemas.microsoft.com/office/drawing/2014/main" id="{70CB8818-F652-41DD-6FE1-9CE1BDE7DC23}"/>
                </a:ext>
              </a:extLst>
            </p:cNvPr>
            <p:cNvSpPr/>
            <p:nvPr/>
          </p:nvSpPr>
          <p:spPr>
            <a:xfrm>
              <a:off x="3242331" y="3188276"/>
              <a:ext cx="352533" cy="352529"/>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56" name="object 56">
              <a:extLst>
                <a:ext uri="{FF2B5EF4-FFF2-40B4-BE49-F238E27FC236}">
                  <a16:creationId xmlns:a16="http://schemas.microsoft.com/office/drawing/2014/main" id="{391F9814-1FF0-9F98-C37C-08DD703DC43C}"/>
                </a:ext>
              </a:extLst>
            </p:cNvPr>
            <p:cNvSpPr/>
            <p:nvPr/>
          </p:nvSpPr>
          <p:spPr>
            <a:xfrm>
              <a:off x="3161393" y="4055210"/>
              <a:ext cx="514411" cy="23741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grpSp>
      <p:sp>
        <p:nvSpPr>
          <p:cNvPr id="57" name="object 57">
            <a:extLst>
              <a:ext uri="{FF2B5EF4-FFF2-40B4-BE49-F238E27FC236}">
                <a16:creationId xmlns:a16="http://schemas.microsoft.com/office/drawing/2014/main" id="{765F19DF-FAF2-01DB-AE3C-0B84E21230C0}"/>
              </a:ext>
            </a:extLst>
          </p:cNvPr>
          <p:cNvSpPr txBox="1"/>
          <p:nvPr/>
        </p:nvSpPr>
        <p:spPr>
          <a:xfrm>
            <a:off x="2913063" y="3187700"/>
            <a:ext cx="344487"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4</a:t>
            </a:r>
            <a:endParaRPr sz="1059">
              <a:latin typeface="Lucida Sans"/>
              <a:cs typeface="Lucida Sans"/>
            </a:endParaRPr>
          </a:p>
        </p:txBody>
      </p:sp>
      <p:sp>
        <p:nvSpPr>
          <p:cNvPr id="58" name="object 58">
            <a:extLst>
              <a:ext uri="{FF2B5EF4-FFF2-40B4-BE49-F238E27FC236}">
                <a16:creationId xmlns:a16="http://schemas.microsoft.com/office/drawing/2014/main" id="{AB308330-708C-0894-329D-D7BB144EBC15}"/>
              </a:ext>
            </a:extLst>
          </p:cNvPr>
          <p:cNvSpPr/>
          <p:nvPr/>
        </p:nvSpPr>
        <p:spPr>
          <a:xfrm>
            <a:off x="2835275" y="4772025"/>
            <a:ext cx="454025"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59" name="object 59">
            <a:extLst>
              <a:ext uri="{FF2B5EF4-FFF2-40B4-BE49-F238E27FC236}">
                <a16:creationId xmlns:a16="http://schemas.microsoft.com/office/drawing/2014/main" id="{DB0BCD6E-6671-D361-A305-24A5426F076F}"/>
              </a:ext>
            </a:extLst>
          </p:cNvPr>
          <p:cNvSpPr txBox="1"/>
          <p:nvPr/>
        </p:nvSpPr>
        <p:spPr>
          <a:xfrm>
            <a:off x="2905125" y="4768850"/>
            <a:ext cx="344488"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4</a:t>
            </a:r>
            <a:endParaRPr sz="1059">
              <a:latin typeface="Lucida Sans"/>
              <a:cs typeface="Lucida Sans"/>
            </a:endParaRPr>
          </a:p>
        </p:txBody>
      </p:sp>
      <p:sp>
        <p:nvSpPr>
          <p:cNvPr id="60" name="object 60">
            <a:extLst>
              <a:ext uri="{FF2B5EF4-FFF2-40B4-BE49-F238E27FC236}">
                <a16:creationId xmlns:a16="http://schemas.microsoft.com/office/drawing/2014/main" id="{F86C1038-AB26-4BC7-9AB8-477840EB2E37}"/>
              </a:ext>
            </a:extLst>
          </p:cNvPr>
          <p:cNvSpPr/>
          <p:nvPr/>
        </p:nvSpPr>
        <p:spPr>
          <a:xfrm>
            <a:off x="1855788" y="4600575"/>
            <a:ext cx="541337" cy="515938"/>
          </a:xfrm>
          <a:custGeom>
            <a:avLst/>
            <a:gdLst/>
            <a:ahLst/>
            <a:cxnLst/>
            <a:rect l="l" t="t" r="r" b="b"/>
            <a:pathLst>
              <a:path w="614680" h="584835">
                <a:moveTo>
                  <a:pt x="158614" y="0"/>
                </a:moveTo>
                <a:lnTo>
                  <a:pt x="0" y="178024"/>
                </a:lnTo>
                <a:lnTo>
                  <a:pt x="455902" y="584217"/>
                </a:lnTo>
                <a:lnTo>
                  <a:pt x="614516" y="406192"/>
                </a:lnTo>
                <a:lnTo>
                  <a:pt x="158614" y="0"/>
                </a:lnTo>
                <a:close/>
              </a:path>
            </a:pathLst>
          </a:custGeom>
          <a:solidFill>
            <a:srgbClr val="F2F2F2"/>
          </a:solidFill>
        </p:spPr>
        <p:txBody>
          <a:bodyPr lIns="0" tIns="0" rIns="0" bIns="0"/>
          <a:lstStyle/>
          <a:p>
            <a:pPr>
              <a:defRPr/>
            </a:pPr>
            <a:endParaRPr sz="2647"/>
          </a:p>
        </p:txBody>
      </p:sp>
      <p:sp>
        <p:nvSpPr>
          <p:cNvPr id="61" name="object 61">
            <a:extLst>
              <a:ext uri="{FF2B5EF4-FFF2-40B4-BE49-F238E27FC236}">
                <a16:creationId xmlns:a16="http://schemas.microsoft.com/office/drawing/2014/main" id="{18615D66-B5C5-00BE-E01B-C02AA6DCFEAF}"/>
              </a:ext>
            </a:extLst>
          </p:cNvPr>
          <p:cNvSpPr txBox="1"/>
          <p:nvPr/>
        </p:nvSpPr>
        <p:spPr>
          <a:xfrm rot="2460000">
            <a:off x="1922463" y="4797425"/>
            <a:ext cx="431800" cy="141288"/>
          </a:xfrm>
          <a:prstGeom prst="rect">
            <a:avLst/>
          </a:prstGeom>
        </p:spPr>
        <p:txBody>
          <a:bodyPr lIns="0" tIns="0" rIns="0" bIns="0">
            <a:spAutoFit/>
          </a:bodyPr>
          <a:lstStyle/>
          <a:p>
            <a:pPr>
              <a:lnSpc>
                <a:spcPts val="1050"/>
              </a:lnSpc>
              <a:defRPr/>
            </a:pPr>
            <a:r>
              <a:rPr sz="1588" baseline="2314" dirty="0">
                <a:latin typeface="Lucida Sans"/>
                <a:cs typeface="Lucida Sans"/>
              </a:rPr>
              <a:t>0</a:t>
            </a:r>
            <a:r>
              <a:rPr sz="1588" spc="-39"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62" name="object 62">
            <a:extLst>
              <a:ext uri="{FF2B5EF4-FFF2-40B4-BE49-F238E27FC236}">
                <a16:creationId xmlns:a16="http://schemas.microsoft.com/office/drawing/2014/main" id="{59C2358F-0A3E-79EB-A06E-63F7FD70ADB0}"/>
              </a:ext>
            </a:extLst>
          </p:cNvPr>
          <p:cNvSpPr/>
          <p:nvPr/>
        </p:nvSpPr>
        <p:spPr>
          <a:xfrm>
            <a:off x="1857375" y="3108325"/>
            <a:ext cx="546100" cy="511175"/>
          </a:xfrm>
          <a:custGeom>
            <a:avLst/>
            <a:gdLst/>
            <a:ahLst/>
            <a:cxnLst/>
            <a:rect l="l" t="t" r="r" b="b"/>
            <a:pathLst>
              <a:path w="618489" h="579754">
                <a:moveTo>
                  <a:pt x="462225" y="0"/>
                </a:moveTo>
                <a:lnTo>
                  <a:pt x="0" y="398981"/>
                </a:lnTo>
                <a:lnTo>
                  <a:pt x="155798" y="579475"/>
                </a:lnTo>
                <a:lnTo>
                  <a:pt x="618023" y="180493"/>
                </a:lnTo>
                <a:lnTo>
                  <a:pt x="462225" y="0"/>
                </a:lnTo>
                <a:close/>
              </a:path>
            </a:pathLst>
          </a:custGeom>
          <a:solidFill>
            <a:srgbClr val="F2F2F2"/>
          </a:solidFill>
        </p:spPr>
        <p:txBody>
          <a:bodyPr lIns="0" tIns="0" rIns="0" bIns="0"/>
          <a:lstStyle/>
          <a:p>
            <a:pPr>
              <a:defRPr/>
            </a:pPr>
            <a:endParaRPr sz="2647"/>
          </a:p>
        </p:txBody>
      </p:sp>
      <p:sp>
        <p:nvSpPr>
          <p:cNvPr id="63" name="object 63">
            <a:extLst>
              <a:ext uri="{FF2B5EF4-FFF2-40B4-BE49-F238E27FC236}">
                <a16:creationId xmlns:a16="http://schemas.microsoft.com/office/drawing/2014/main" id="{2CB52C07-13A7-3DB0-124F-E8FF168E3283}"/>
              </a:ext>
            </a:extLst>
          </p:cNvPr>
          <p:cNvSpPr txBox="1"/>
          <p:nvPr/>
        </p:nvSpPr>
        <p:spPr>
          <a:xfrm rot="19200000">
            <a:off x="1925638" y="3282950"/>
            <a:ext cx="431800" cy="141288"/>
          </a:xfrm>
          <a:prstGeom prst="rect">
            <a:avLst/>
          </a:prstGeom>
        </p:spPr>
        <p:txBody>
          <a:bodyPr lIns="0" tIns="0" rIns="0" bIns="0">
            <a:spAutoFit/>
          </a:bodyPr>
          <a:lstStyle/>
          <a:p>
            <a:pPr>
              <a:lnSpc>
                <a:spcPts val="1059"/>
              </a:lnSpc>
              <a:defRPr/>
            </a:pPr>
            <a:r>
              <a:rPr sz="1059" dirty="0">
                <a:latin typeface="Lucida Sans"/>
                <a:cs typeface="Lucida Sans"/>
              </a:rPr>
              <a:t>0</a:t>
            </a:r>
            <a:r>
              <a:rPr sz="1059" spc="-26" dirty="0">
                <a:latin typeface="Lucida Sans"/>
                <a:cs typeface="Lucida Sans"/>
              </a:rPr>
              <a:t> </a:t>
            </a:r>
            <a:r>
              <a:rPr sz="1059" dirty="0">
                <a:latin typeface="Lucida Sans"/>
                <a:cs typeface="Lucida Sans"/>
              </a:rPr>
              <a:t>/</a:t>
            </a:r>
            <a:r>
              <a:rPr sz="1059" spc="-18" dirty="0">
                <a:latin typeface="Lucida Sans"/>
                <a:cs typeface="Lucida Sans"/>
              </a:rPr>
              <a:t> </a:t>
            </a:r>
            <a:r>
              <a:rPr sz="1588" spc="-33" baseline="2314" dirty="0">
                <a:latin typeface="Lucida Sans"/>
                <a:cs typeface="Lucida Sans"/>
              </a:rPr>
              <a:t>10</a:t>
            </a:r>
            <a:endParaRPr sz="1588" baseline="2314">
              <a:latin typeface="Lucida Sans"/>
              <a:cs typeface="Lucida Sans"/>
            </a:endParaRPr>
          </a:p>
        </p:txBody>
      </p:sp>
      <p:sp>
        <p:nvSpPr>
          <p:cNvPr id="64" name="object 64">
            <a:extLst>
              <a:ext uri="{FF2B5EF4-FFF2-40B4-BE49-F238E27FC236}">
                <a16:creationId xmlns:a16="http://schemas.microsoft.com/office/drawing/2014/main" id="{9260EE1F-C47E-7B6B-C97B-005F000575E1}"/>
              </a:ext>
            </a:extLst>
          </p:cNvPr>
          <p:cNvSpPr/>
          <p:nvPr/>
        </p:nvSpPr>
        <p:spPr>
          <a:xfrm>
            <a:off x="5149850" y="3190875"/>
            <a:ext cx="538163"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65" name="object 65">
            <a:extLst>
              <a:ext uri="{FF2B5EF4-FFF2-40B4-BE49-F238E27FC236}">
                <a16:creationId xmlns:a16="http://schemas.microsoft.com/office/drawing/2014/main" id="{87BCF668-257E-72AE-47F0-DDAA74CA8387}"/>
              </a:ext>
            </a:extLst>
          </p:cNvPr>
          <p:cNvSpPr txBox="1"/>
          <p:nvPr/>
        </p:nvSpPr>
        <p:spPr>
          <a:xfrm>
            <a:off x="5219700" y="3187700"/>
            <a:ext cx="430213"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22" dirty="0">
                <a:latin typeface="Lucida Sans"/>
                <a:cs typeface="Lucida Sans"/>
              </a:rPr>
              <a:t>15</a:t>
            </a:r>
            <a:endParaRPr sz="1059">
              <a:latin typeface="Lucida Sans"/>
              <a:cs typeface="Lucida Sans"/>
            </a:endParaRPr>
          </a:p>
        </p:txBody>
      </p:sp>
      <p:sp>
        <p:nvSpPr>
          <p:cNvPr id="66" name="object 66">
            <a:extLst>
              <a:ext uri="{FF2B5EF4-FFF2-40B4-BE49-F238E27FC236}">
                <a16:creationId xmlns:a16="http://schemas.microsoft.com/office/drawing/2014/main" id="{31E69C44-9473-35C4-5D82-B74C97C8048B}"/>
              </a:ext>
            </a:extLst>
          </p:cNvPr>
          <p:cNvSpPr/>
          <p:nvPr/>
        </p:nvSpPr>
        <p:spPr>
          <a:xfrm>
            <a:off x="5141913" y="4772025"/>
            <a:ext cx="538162"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67" name="object 67">
            <a:extLst>
              <a:ext uri="{FF2B5EF4-FFF2-40B4-BE49-F238E27FC236}">
                <a16:creationId xmlns:a16="http://schemas.microsoft.com/office/drawing/2014/main" id="{D4F81721-EDDB-5E2D-CC05-690416B718A4}"/>
              </a:ext>
            </a:extLst>
          </p:cNvPr>
          <p:cNvSpPr txBox="1"/>
          <p:nvPr/>
        </p:nvSpPr>
        <p:spPr>
          <a:xfrm>
            <a:off x="5211763" y="4768850"/>
            <a:ext cx="428625"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22" dirty="0">
                <a:latin typeface="Lucida Sans"/>
                <a:cs typeface="Lucida Sans"/>
              </a:rPr>
              <a:t>15</a:t>
            </a:r>
            <a:endParaRPr sz="1059">
              <a:latin typeface="Lucida Sans"/>
              <a:cs typeface="Lucida Sans"/>
            </a:endParaRPr>
          </a:p>
        </p:txBody>
      </p:sp>
      <p:sp>
        <p:nvSpPr>
          <p:cNvPr id="68" name="object 68">
            <a:extLst>
              <a:ext uri="{FF2B5EF4-FFF2-40B4-BE49-F238E27FC236}">
                <a16:creationId xmlns:a16="http://schemas.microsoft.com/office/drawing/2014/main" id="{B8657E52-E848-5CEC-2C8D-CAC792348711}"/>
              </a:ext>
            </a:extLst>
          </p:cNvPr>
          <p:cNvSpPr txBox="1"/>
          <p:nvPr/>
        </p:nvSpPr>
        <p:spPr>
          <a:xfrm>
            <a:off x="6086475" y="3995738"/>
            <a:ext cx="430213"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22" dirty="0">
                <a:latin typeface="Lucida Sans"/>
                <a:cs typeface="Lucida Sans"/>
              </a:rPr>
              <a:t>10</a:t>
            </a:r>
            <a:endParaRPr sz="1059">
              <a:latin typeface="Lucida Sans"/>
              <a:cs typeface="Lucida Sans"/>
            </a:endParaRPr>
          </a:p>
        </p:txBody>
      </p:sp>
      <p:sp>
        <p:nvSpPr>
          <p:cNvPr id="69" name="object 69">
            <a:extLst>
              <a:ext uri="{FF2B5EF4-FFF2-40B4-BE49-F238E27FC236}">
                <a16:creationId xmlns:a16="http://schemas.microsoft.com/office/drawing/2014/main" id="{0DD6708A-732D-FBA7-AD85-5CEEADDF3962}"/>
              </a:ext>
            </a:extLst>
          </p:cNvPr>
          <p:cNvSpPr/>
          <p:nvPr/>
        </p:nvSpPr>
        <p:spPr>
          <a:xfrm>
            <a:off x="6015038" y="4586288"/>
            <a:ext cx="544512" cy="512762"/>
          </a:xfrm>
          <a:custGeom>
            <a:avLst/>
            <a:gdLst/>
            <a:ahLst/>
            <a:cxnLst/>
            <a:rect l="l" t="t" r="r" b="b"/>
            <a:pathLst>
              <a:path w="617220" h="581660">
                <a:moveTo>
                  <a:pt x="460129" y="0"/>
                </a:moveTo>
                <a:lnTo>
                  <a:pt x="0" y="401397"/>
                </a:lnTo>
                <a:lnTo>
                  <a:pt x="156742" y="581073"/>
                </a:lnTo>
                <a:lnTo>
                  <a:pt x="616872" y="179675"/>
                </a:lnTo>
                <a:lnTo>
                  <a:pt x="460129" y="0"/>
                </a:lnTo>
                <a:close/>
              </a:path>
            </a:pathLst>
          </a:custGeom>
          <a:solidFill>
            <a:srgbClr val="F2F2F2"/>
          </a:solidFill>
        </p:spPr>
        <p:txBody>
          <a:bodyPr lIns="0" tIns="0" rIns="0" bIns="0"/>
          <a:lstStyle/>
          <a:p>
            <a:pPr>
              <a:defRPr/>
            </a:pPr>
            <a:endParaRPr sz="2647"/>
          </a:p>
        </p:txBody>
      </p:sp>
      <p:sp>
        <p:nvSpPr>
          <p:cNvPr id="70" name="object 70">
            <a:extLst>
              <a:ext uri="{FF2B5EF4-FFF2-40B4-BE49-F238E27FC236}">
                <a16:creationId xmlns:a16="http://schemas.microsoft.com/office/drawing/2014/main" id="{888940E4-BF8C-C8CA-B039-48C9952E7705}"/>
              </a:ext>
            </a:extLst>
          </p:cNvPr>
          <p:cNvSpPr txBox="1"/>
          <p:nvPr/>
        </p:nvSpPr>
        <p:spPr>
          <a:xfrm rot="19140000">
            <a:off x="6083300" y="4760913"/>
            <a:ext cx="428625" cy="141287"/>
          </a:xfrm>
          <a:prstGeom prst="rect">
            <a:avLst/>
          </a:prstGeom>
        </p:spPr>
        <p:txBody>
          <a:bodyPr lIns="0" tIns="0" rIns="0" bIns="0">
            <a:spAutoFit/>
          </a:bodyPr>
          <a:lstStyle/>
          <a:p>
            <a:pPr>
              <a:lnSpc>
                <a:spcPts val="1059"/>
              </a:lnSpc>
              <a:defRPr/>
            </a:pPr>
            <a:r>
              <a:rPr sz="1059" dirty="0">
                <a:latin typeface="Lucida Sans"/>
                <a:cs typeface="Lucida Sans"/>
              </a:rPr>
              <a:t>0</a:t>
            </a:r>
            <a:r>
              <a:rPr sz="1059" spc="-4" dirty="0">
                <a:latin typeface="Lucida Sans"/>
                <a:cs typeface="Lucida Sans"/>
              </a:rPr>
              <a:t> </a:t>
            </a:r>
            <a:r>
              <a:rPr sz="1059" dirty="0">
                <a:latin typeface="Lucida Sans"/>
                <a:cs typeface="Lucida Sans"/>
              </a:rPr>
              <a:t>/</a:t>
            </a:r>
            <a:r>
              <a:rPr sz="1059" spc="-4" dirty="0">
                <a:latin typeface="Lucida Sans"/>
                <a:cs typeface="Lucida Sans"/>
              </a:rPr>
              <a:t> </a:t>
            </a:r>
            <a:r>
              <a:rPr sz="1059" spc="-31" dirty="0">
                <a:latin typeface="Lucida Sans"/>
                <a:cs typeface="Lucida Sans"/>
              </a:rPr>
              <a:t>10</a:t>
            </a:r>
            <a:endParaRPr sz="1059">
              <a:latin typeface="Lucida Sans"/>
              <a:cs typeface="Lucida Sans"/>
            </a:endParaRPr>
          </a:p>
        </p:txBody>
      </p:sp>
      <p:sp>
        <p:nvSpPr>
          <p:cNvPr id="71" name="object 71">
            <a:extLst>
              <a:ext uri="{FF2B5EF4-FFF2-40B4-BE49-F238E27FC236}">
                <a16:creationId xmlns:a16="http://schemas.microsoft.com/office/drawing/2014/main" id="{0C05853A-3952-AD87-313F-971B0E6DC5FE}"/>
              </a:ext>
            </a:extLst>
          </p:cNvPr>
          <p:cNvSpPr/>
          <p:nvPr/>
        </p:nvSpPr>
        <p:spPr>
          <a:xfrm>
            <a:off x="4056063" y="2466975"/>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72" name="object 72">
            <a:extLst>
              <a:ext uri="{FF2B5EF4-FFF2-40B4-BE49-F238E27FC236}">
                <a16:creationId xmlns:a16="http://schemas.microsoft.com/office/drawing/2014/main" id="{B81CB398-A5E7-7DEE-8691-399D8484D056}"/>
              </a:ext>
            </a:extLst>
          </p:cNvPr>
          <p:cNvSpPr txBox="1"/>
          <p:nvPr/>
        </p:nvSpPr>
        <p:spPr>
          <a:xfrm>
            <a:off x="4125913" y="2463800"/>
            <a:ext cx="344487"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9</a:t>
            </a:r>
            <a:endParaRPr sz="1059" dirty="0">
              <a:latin typeface="Lucida Sans"/>
              <a:cs typeface="Lucida Sans"/>
            </a:endParaRPr>
          </a:p>
        </p:txBody>
      </p:sp>
      <p:sp>
        <p:nvSpPr>
          <p:cNvPr id="73" name="object 73">
            <a:extLst>
              <a:ext uri="{FF2B5EF4-FFF2-40B4-BE49-F238E27FC236}">
                <a16:creationId xmlns:a16="http://schemas.microsoft.com/office/drawing/2014/main" id="{30D9D7B5-9F3D-D740-ED25-CEC717C657BB}"/>
              </a:ext>
            </a:extLst>
          </p:cNvPr>
          <p:cNvSpPr/>
          <p:nvPr/>
        </p:nvSpPr>
        <p:spPr>
          <a:xfrm>
            <a:off x="4005263" y="3122613"/>
            <a:ext cx="568325" cy="468312"/>
          </a:xfrm>
          <a:custGeom>
            <a:avLst/>
            <a:gdLst/>
            <a:ahLst/>
            <a:cxnLst/>
            <a:rect l="l" t="t" r="r" b="b"/>
            <a:pathLst>
              <a:path w="643254" h="529589">
                <a:moveTo>
                  <a:pt x="128111" y="0"/>
                </a:moveTo>
                <a:lnTo>
                  <a:pt x="0" y="201093"/>
                </a:lnTo>
                <a:lnTo>
                  <a:pt x="514979" y="529172"/>
                </a:lnTo>
                <a:lnTo>
                  <a:pt x="643091" y="328077"/>
                </a:lnTo>
                <a:lnTo>
                  <a:pt x="128111" y="0"/>
                </a:lnTo>
                <a:close/>
              </a:path>
            </a:pathLst>
          </a:custGeom>
          <a:solidFill>
            <a:srgbClr val="F2F2F2"/>
          </a:solidFill>
        </p:spPr>
        <p:txBody>
          <a:bodyPr lIns="0" tIns="0" rIns="0" bIns="0"/>
          <a:lstStyle/>
          <a:p>
            <a:pPr>
              <a:defRPr/>
            </a:pPr>
            <a:endParaRPr sz="2647"/>
          </a:p>
        </p:txBody>
      </p:sp>
      <p:sp>
        <p:nvSpPr>
          <p:cNvPr id="74" name="object 74">
            <a:extLst>
              <a:ext uri="{FF2B5EF4-FFF2-40B4-BE49-F238E27FC236}">
                <a16:creationId xmlns:a16="http://schemas.microsoft.com/office/drawing/2014/main" id="{43763E64-02A4-E940-ACD7-A673684D2506}"/>
              </a:ext>
            </a:extLst>
          </p:cNvPr>
          <p:cNvSpPr txBox="1"/>
          <p:nvPr/>
        </p:nvSpPr>
        <p:spPr>
          <a:xfrm rot="1920000">
            <a:off x="4087813" y="3292475"/>
            <a:ext cx="430212" cy="141288"/>
          </a:xfrm>
          <a:prstGeom prst="rect">
            <a:avLst/>
          </a:prstGeom>
        </p:spPr>
        <p:txBody>
          <a:bodyPr lIns="0" tIns="0" rIns="0" bIns="0">
            <a:spAutoFit/>
          </a:bodyPr>
          <a:lstStyle/>
          <a:p>
            <a:pPr>
              <a:lnSpc>
                <a:spcPts val="1050"/>
              </a:lnSpc>
              <a:defRPr/>
            </a:pPr>
            <a:r>
              <a:rPr sz="1059" dirty="0">
                <a:latin typeface="Lucida Sans"/>
                <a:cs typeface="Lucida Sans"/>
              </a:rPr>
              <a:t>0</a:t>
            </a:r>
            <a:r>
              <a:rPr sz="1059" spc="-13"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75" name="object 75">
            <a:extLst>
              <a:ext uri="{FF2B5EF4-FFF2-40B4-BE49-F238E27FC236}">
                <a16:creationId xmlns:a16="http://schemas.microsoft.com/office/drawing/2014/main" id="{C81EF946-2B6B-CAA7-C3EA-D3B034266CB7}"/>
              </a:ext>
            </a:extLst>
          </p:cNvPr>
          <p:cNvSpPr txBox="1"/>
          <p:nvPr/>
        </p:nvSpPr>
        <p:spPr>
          <a:xfrm>
            <a:off x="4125913" y="4003675"/>
            <a:ext cx="344487"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8</a:t>
            </a:r>
            <a:endParaRPr sz="1059">
              <a:latin typeface="Lucida Sans"/>
              <a:cs typeface="Lucida Sans"/>
            </a:endParaRPr>
          </a:p>
        </p:txBody>
      </p:sp>
      <p:sp>
        <p:nvSpPr>
          <p:cNvPr id="76" name="object 76">
            <a:extLst>
              <a:ext uri="{FF2B5EF4-FFF2-40B4-BE49-F238E27FC236}">
                <a16:creationId xmlns:a16="http://schemas.microsoft.com/office/drawing/2014/main" id="{5A3A53CB-7EEA-63E5-BBC5-1D92DBA8408E}"/>
              </a:ext>
            </a:extLst>
          </p:cNvPr>
          <p:cNvSpPr/>
          <p:nvPr/>
        </p:nvSpPr>
        <p:spPr>
          <a:xfrm>
            <a:off x="4041775" y="4718050"/>
            <a:ext cx="495300" cy="423863"/>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sp>
        <p:nvSpPr>
          <p:cNvPr id="77" name="object 77">
            <a:extLst>
              <a:ext uri="{FF2B5EF4-FFF2-40B4-BE49-F238E27FC236}">
                <a16:creationId xmlns:a16="http://schemas.microsoft.com/office/drawing/2014/main" id="{C4690C2B-C10B-D79E-F6FF-76F41BD77C5D}"/>
              </a:ext>
            </a:extLst>
          </p:cNvPr>
          <p:cNvSpPr txBox="1"/>
          <p:nvPr/>
        </p:nvSpPr>
        <p:spPr>
          <a:xfrm rot="1920000">
            <a:off x="4127500" y="4867275"/>
            <a:ext cx="350838" cy="141288"/>
          </a:xfrm>
          <a:prstGeom prst="rect">
            <a:avLst/>
          </a:prstGeom>
        </p:spPr>
        <p:txBody>
          <a:bodyPr lIns="0" tIns="0" rIns="0" bIns="0">
            <a:spAutoFit/>
          </a:bodyPr>
          <a:lstStyle/>
          <a:p>
            <a:pPr>
              <a:lnSpc>
                <a:spcPts val="1054"/>
              </a:lnSpc>
              <a:defRPr/>
            </a:pPr>
            <a:r>
              <a:rPr sz="1588" baseline="2314" dirty="0">
                <a:latin typeface="Lucida Sans"/>
                <a:cs typeface="Lucida Sans"/>
              </a:rPr>
              <a:t>0</a:t>
            </a:r>
            <a:r>
              <a:rPr sz="1588" spc="-33" baseline="2314" dirty="0">
                <a:latin typeface="Lucida Sans"/>
                <a:cs typeface="Lucida Sans"/>
              </a:rPr>
              <a:t> </a:t>
            </a:r>
            <a:r>
              <a:rPr sz="1059" dirty="0">
                <a:latin typeface="Lucida Sans"/>
                <a:cs typeface="Lucida Sans"/>
              </a:rPr>
              <a:t>/</a:t>
            </a:r>
            <a:r>
              <a:rPr sz="1059" spc="-22" dirty="0">
                <a:latin typeface="Lucida Sans"/>
                <a:cs typeface="Lucida Sans"/>
              </a:rPr>
              <a:t> </a:t>
            </a:r>
            <a:r>
              <a:rPr sz="1059" spc="-44" dirty="0">
                <a:latin typeface="Lucida Sans"/>
                <a:cs typeface="Lucida Sans"/>
              </a:rPr>
              <a:t>6</a:t>
            </a:r>
            <a:endParaRPr sz="1059">
              <a:latin typeface="Lucida Sans"/>
              <a:cs typeface="Lucida Sans"/>
            </a:endParaRPr>
          </a:p>
        </p:txBody>
      </p:sp>
      <p:sp>
        <p:nvSpPr>
          <p:cNvPr id="78" name="object 78">
            <a:extLst>
              <a:ext uri="{FF2B5EF4-FFF2-40B4-BE49-F238E27FC236}">
                <a16:creationId xmlns:a16="http://schemas.microsoft.com/office/drawing/2014/main" id="{D362BFA9-CD38-BB89-5D4A-22EEA24CC97D}"/>
              </a:ext>
            </a:extLst>
          </p:cNvPr>
          <p:cNvSpPr/>
          <p:nvPr/>
        </p:nvSpPr>
        <p:spPr>
          <a:xfrm>
            <a:off x="4013200" y="5572125"/>
            <a:ext cx="539750" cy="209550"/>
          </a:xfrm>
          <a:custGeom>
            <a:avLst/>
            <a:gdLst/>
            <a:ahLst/>
            <a:cxnLst/>
            <a:rect l="l" t="t" r="r" b="b"/>
            <a:pathLst>
              <a:path w="610870" h="238759">
                <a:moveTo>
                  <a:pt x="0" y="0"/>
                </a:moveTo>
                <a:lnTo>
                  <a:pt x="610605" y="0"/>
                </a:lnTo>
                <a:lnTo>
                  <a:pt x="610605" y="238435"/>
                </a:lnTo>
                <a:lnTo>
                  <a:pt x="0" y="238435"/>
                </a:lnTo>
                <a:lnTo>
                  <a:pt x="0" y="0"/>
                </a:lnTo>
                <a:close/>
              </a:path>
            </a:pathLst>
          </a:custGeom>
          <a:solidFill>
            <a:srgbClr val="F2F2F2"/>
          </a:solidFill>
        </p:spPr>
        <p:txBody>
          <a:bodyPr lIns="0" tIns="0" rIns="0" bIns="0"/>
          <a:lstStyle/>
          <a:p>
            <a:pPr>
              <a:defRPr/>
            </a:pPr>
            <a:endParaRPr sz="2647"/>
          </a:p>
        </p:txBody>
      </p:sp>
      <p:sp>
        <p:nvSpPr>
          <p:cNvPr id="79" name="object 79">
            <a:extLst>
              <a:ext uri="{FF2B5EF4-FFF2-40B4-BE49-F238E27FC236}">
                <a16:creationId xmlns:a16="http://schemas.microsoft.com/office/drawing/2014/main" id="{8A9CAD00-BE2C-4C93-B88E-D4AF08B339D3}"/>
              </a:ext>
            </a:extLst>
          </p:cNvPr>
          <p:cNvSpPr txBox="1"/>
          <p:nvPr/>
        </p:nvSpPr>
        <p:spPr>
          <a:xfrm>
            <a:off x="4083050" y="5568950"/>
            <a:ext cx="430213"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22" dirty="0">
                <a:latin typeface="Lucida Sans"/>
                <a:cs typeface="Lucida Sans"/>
              </a:rPr>
              <a:t>16</a:t>
            </a:r>
            <a:endParaRPr sz="1059">
              <a:latin typeface="Lucida Sans"/>
              <a:cs typeface="Lucida Sans"/>
            </a:endParaRPr>
          </a:p>
        </p:txBody>
      </p:sp>
      <p:sp>
        <p:nvSpPr>
          <p:cNvPr id="80" name="object 80">
            <a:extLst>
              <a:ext uri="{FF2B5EF4-FFF2-40B4-BE49-F238E27FC236}">
                <a16:creationId xmlns:a16="http://schemas.microsoft.com/office/drawing/2014/main" id="{777CE20A-8063-6BFB-81B1-BB2B731CFB47}"/>
              </a:ext>
            </a:extLst>
          </p:cNvPr>
          <p:cNvSpPr txBox="1"/>
          <p:nvPr/>
        </p:nvSpPr>
        <p:spPr>
          <a:xfrm>
            <a:off x="666750" y="2025650"/>
            <a:ext cx="2628900" cy="319088"/>
          </a:xfrm>
          <a:prstGeom prst="rect">
            <a:avLst/>
          </a:prstGeom>
        </p:spPr>
        <p:txBody>
          <a:bodyPr lIns="0" tIns="11206" rIns="0" bIns="0">
            <a:spAutoFit/>
          </a:bodyPr>
          <a:lstStyle/>
          <a:p>
            <a:pPr marL="11206">
              <a:spcBef>
                <a:spcPts val="88"/>
              </a:spcBef>
              <a:defRPr/>
            </a:pPr>
            <a:r>
              <a:rPr sz="2000" b="1" spc="-9" dirty="0">
                <a:solidFill>
                  <a:srgbClr val="8D3124"/>
                </a:solidFill>
                <a:latin typeface="Tahoma"/>
                <a:cs typeface="Tahoma"/>
              </a:rPr>
              <a:t>initialization</a:t>
            </a:r>
            <a:endParaRPr sz="2000" dirty="0">
              <a:latin typeface="Tahoma"/>
              <a:cs typeface="Tahoma"/>
            </a:endParaRPr>
          </a:p>
        </p:txBody>
      </p:sp>
      <p:sp>
        <p:nvSpPr>
          <p:cNvPr id="81" name="object 81">
            <a:extLst>
              <a:ext uri="{FF2B5EF4-FFF2-40B4-BE49-F238E27FC236}">
                <a16:creationId xmlns:a16="http://schemas.microsoft.com/office/drawing/2014/main" id="{AEB214E7-01DF-C02C-9EB9-D964D6B733D9}"/>
              </a:ext>
            </a:extLst>
          </p:cNvPr>
          <p:cNvSpPr/>
          <p:nvPr/>
        </p:nvSpPr>
        <p:spPr>
          <a:xfrm>
            <a:off x="1901825" y="3997325"/>
            <a:ext cx="454025"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82" name="object 82">
            <a:extLst>
              <a:ext uri="{FF2B5EF4-FFF2-40B4-BE49-F238E27FC236}">
                <a16:creationId xmlns:a16="http://schemas.microsoft.com/office/drawing/2014/main" id="{8BF32017-3620-49A4-C8F8-E33DB03AC62F}"/>
              </a:ext>
            </a:extLst>
          </p:cNvPr>
          <p:cNvSpPr txBox="1"/>
          <p:nvPr/>
        </p:nvSpPr>
        <p:spPr>
          <a:xfrm>
            <a:off x="1971675" y="3995738"/>
            <a:ext cx="344488" cy="174625"/>
          </a:xfrm>
          <a:prstGeom prst="rect">
            <a:avLst/>
          </a:prstGeom>
        </p:spPr>
        <p:txBody>
          <a:bodyPr lIns="0" tIns="11206" rIns="0" bIns="0">
            <a:spAutoFit/>
          </a:bodyPr>
          <a:lstStyle/>
          <a:p>
            <a:pPr marL="11206">
              <a:spcBef>
                <a:spcPts val="88"/>
              </a:spcBef>
              <a:defRPr/>
            </a:pPr>
            <a:r>
              <a:rPr sz="1059" dirty="0">
                <a:latin typeface="Lucida Sans"/>
                <a:cs typeface="Lucida Sans"/>
              </a:rPr>
              <a:t>0 / </a:t>
            </a:r>
            <a:r>
              <a:rPr sz="1059" spc="-44" dirty="0">
                <a:latin typeface="Lucida Sans"/>
                <a:cs typeface="Lucida Sans"/>
              </a:rPr>
              <a:t>5</a:t>
            </a:r>
            <a:endParaRPr sz="1059">
              <a:latin typeface="Lucida Sans"/>
              <a:cs typeface="Lucida Sans"/>
            </a:endParaRPr>
          </a:p>
        </p:txBody>
      </p:sp>
      <p:sp>
        <p:nvSpPr>
          <p:cNvPr id="83" name="object 83">
            <a:extLst>
              <a:ext uri="{FF2B5EF4-FFF2-40B4-BE49-F238E27FC236}">
                <a16:creationId xmlns:a16="http://schemas.microsoft.com/office/drawing/2014/main" id="{4DAEFE2B-4429-DCD1-2B6B-7D35ED49B4DB}"/>
              </a:ext>
            </a:extLst>
          </p:cNvPr>
          <p:cNvSpPr txBox="1"/>
          <p:nvPr/>
        </p:nvSpPr>
        <p:spPr>
          <a:xfrm>
            <a:off x="7104063" y="3952875"/>
            <a:ext cx="481012" cy="215900"/>
          </a:xfrm>
          <a:prstGeom prst="rect">
            <a:avLst/>
          </a:prstGeom>
        </p:spPr>
        <p:txBody>
          <a:bodyPr lIns="0" tIns="11206" rIns="0" bIns="0">
            <a:spAutoFit/>
          </a:bodyPr>
          <a:lstStyle/>
          <a:p>
            <a:pPr marL="11206">
              <a:spcBef>
                <a:spcPts val="88"/>
              </a:spcBef>
              <a:tabLst>
                <a:tab pos="37373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spc="-44" dirty="0">
                <a:solidFill>
                  <a:srgbClr val="8D3124"/>
                </a:solidFill>
                <a:latin typeface="Lucida Sans"/>
                <a:cs typeface="Lucida Sans"/>
              </a:rPr>
              <a:t>0</a:t>
            </a:r>
            <a:endParaRPr sz="1191">
              <a:latin typeface="Lucida Sans"/>
              <a:cs typeface="Lucida Sans"/>
            </a:endParaRPr>
          </a:p>
        </p:txBody>
      </p:sp>
      <p:sp>
        <p:nvSpPr>
          <p:cNvPr id="84" name="object 84">
            <a:extLst>
              <a:ext uri="{FF2B5EF4-FFF2-40B4-BE49-F238E27FC236}">
                <a16:creationId xmlns:a16="http://schemas.microsoft.com/office/drawing/2014/main" id="{0F7776BC-47F0-D33A-EA40-9DD707463194}"/>
              </a:ext>
            </a:extLst>
          </p:cNvPr>
          <p:cNvSpPr txBox="1"/>
          <p:nvPr/>
        </p:nvSpPr>
        <p:spPr>
          <a:xfrm>
            <a:off x="7529513" y="2952750"/>
            <a:ext cx="979487" cy="627063"/>
          </a:xfrm>
          <a:prstGeom prst="rect">
            <a:avLst/>
          </a:prstGeom>
        </p:spPr>
        <p:txBody>
          <a:bodyPr lIns="0" tIns="11206" rIns="0" bIns="0">
            <a:spAutoFit/>
          </a:bodyPr>
          <a:lstStyle/>
          <a:p>
            <a:pPr marL="11206">
              <a:spcBef>
                <a:spcPts val="88"/>
              </a:spcBef>
              <a:defRPr/>
            </a:pPr>
            <a:r>
              <a:rPr sz="2000" dirty="0">
                <a:solidFill>
                  <a:srgbClr val="8D3124"/>
                </a:solidFill>
                <a:latin typeface="Lucida Sans"/>
                <a:cs typeface="Lucida Sans"/>
              </a:rPr>
              <a:t>value</a:t>
            </a:r>
            <a:r>
              <a:rPr sz="2000" spc="26" dirty="0">
                <a:solidFill>
                  <a:srgbClr val="8D3124"/>
                </a:solidFill>
                <a:latin typeface="Lucida Sans"/>
                <a:cs typeface="Lucida Sans"/>
              </a:rPr>
              <a:t> </a:t>
            </a:r>
            <a:r>
              <a:rPr sz="2000" dirty="0">
                <a:solidFill>
                  <a:srgbClr val="8D3124"/>
                </a:solidFill>
                <a:latin typeface="Lucida Sans"/>
                <a:cs typeface="Lucida Sans"/>
              </a:rPr>
              <a:t>of</a:t>
            </a:r>
            <a:r>
              <a:rPr sz="2000" spc="31" dirty="0">
                <a:solidFill>
                  <a:srgbClr val="8D3124"/>
                </a:solidFill>
                <a:latin typeface="Lucida Sans"/>
                <a:cs typeface="Lucida Sans"/>
              </a:rPr>
              <a:t> </a:t>
            </a:r>
            <a:r>
              <a:rPr sz="2000" spc="-18" dirty="0">
                <a:solidFill>
                  <a:srgbClr val="8D3124"/>
                </a:solidFill>
                <a:latin typeface="Lucida Sans"/>
                <a:cs typeface="Lucida Sans"/>
              </a:rPr>
              <a:t>flow</a:t>
            </a:r>
            <a:endParaRPr sz="2000" dirty="0">
              <a:latin typeface="Lucida Sans"/>
              <a:cs typeface="Lucida Sans"/>
            </a:endParaRPr>
          </a:p>
        </p:txBody>
      </p:sp>
      <p:grpSp>
        <p:nvGrpSpPr>
          <p:cNvPr id="111651" name="object 85">
            <a:extLst>
              <a:ext uri="{FF2B5EF4-FFF2-40B4-BE49-F238E27FC236}">
                <a16:creationId xmlns:a16="http://schemas.microsoft.com/office/drawing/2014/main" id="{6C21967A-396F-26E3-C6C6-41ABA4466B30}"/>
              </a:ext>
            </a:extLst>
          </p:cNvPr>
          <p:cNvGrpSpPr>
            <a:grpSpLocks/>
          </p:cNvGrpSpPr>
          <p:nvPr/>
        </p:nvGrpSpPr>
        <p:grpSpPr bwMode="auto">
          <a:xfrm>
            <a:off x="7534275" y="3622675"/>
            <a:ext cx="115888" cy="290513"/>
            <a:chOff x="8477936" y="4544152"/>
            <a:chExt cx="130175" cy="330200"/>
          </a:xfrm>
        </p:grpSpPr>
        <p:sp>
          <p:nvSpPr>
            <p:cNvPr id="111661" name="object 86">
              <a:extLst>
                <a:ext uri="{FF2B5EF4-FFF2-40B4-BE49-F238E27FC236}">
                  <a16:creationId xmlns:a16="http://schemas.microsoft.com/office/drawing/2014/main" id="{9EB2B42F-DDD6-6B41-AD27-775AA6D52FD8}"/>
                </a:ext>
              </a:extLst>
            </p:cNvPr>
            <p:cNvSpPr>
              <a:spLocks/>
            </p:cNvSpPr>
            <p:nvPr/>
          </p:nvSpPr>
          <p:spPr bwMode="auto">
            <a:xfrm>
              <a:off x="8511818" y="4553174"/>
              <a:ext cx="85594" cy="265242"/>
            </a:xfrm>
            <a:custGeom>
              <a:avLst/>
              <a:gdLst>
                <a:gd name="T0" fmla="*/ 0 w 86995"/>
                <a:gd name="T1" fmla="*/ 270600 h 264160"/>
                <a:gd name="T2" fmla="*/ 2706 w 86995"/>
                <a:gd name="T3" fmla="*/ 261317 h 264160"/>
                <a:gd name="T4" fmla="*/ 78839 w 86995"/>
                <a:gd name="T5" fmla="*/ 0 h 264160"/>
                <a:gd name="T6" fmla="*/ 0 60000 65536"/>
                <a:gd name="T7" fmla="*/ 0 60000 65536"/>
                <a:gd name="T8" fmla="*/ 0 60000 65536"/>
              </a:gdLst>
              <a:ahLst/>
              <a:cxnLst>
                <a:cxn ang="T6">
                  <a:pos x="T0" y="T1"/>
                </a:cxn>
                <a:cxn ang="T7">
                  <a:pos x="T2" y="T3"/>
                </a:cxn>
                <a:cxn ang="T8">
                  <a:pos x="T4" y="T5"/>
                </a:cxn>
              </a:cxnLst>
              <a:rect l="0" t="0" r="r" b="b"/>
              <a:pathLst>
                <a:path w="86995" h="264160">
                  <a:moveTo>
                    <a:pt x="0" y="264044"/>
                  </a:moveTo>
                  <a:lnTo>
                    <a:pt x="2982" y="254986"/>
                  </a:lnTo>
                  <a:lnTo>
                    <a:pt x="86906"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111662" name="object 87">
              <a:extLst>
                <a:ext uri="{FF2B5EF4-FFF2-40B4-BE49-F238E27FC236}">
                  <a16:creationId xmlns:a16="http://schemas.microsoft.com/office/drawing/2014/main" id="{A648C544-2D23-B17A-4E7F-57EFF339C2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7936" y="4772622"/>
              <a:ext cx="86970" cy="101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8" name="object 88">
            <a:extLst>
              <a:ext uri="{FF2B5EF4-FFF2-40B4-BE49-F238E27FC236}">
                <a16:creationId xmlns:a16="http://schemas.microsoft.com/office/drawing/2014/main" id="{AA3A7D3A-16DF-18DD-C804-9A066BAEF773}"/>
              </a:ext>
            </a:extLst>
          </p:cNvPr>
          <p:cNvSpPr/>
          <p:nvPr/>
        </p:nvSpPr>
        <p:spPr>
          <a:xfrm>
            <a:off x="5995988" y="3051175"/>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89" name="object 89">
            <a:extLst>
              <a:ext uri="{FF2B5EF4-FFF2-40B4-BE49-F238E27FC236}">
                <a16:creationId xmlns:a16="http://schemas.microsoft.com/office/drawing/2014/main" id="{7DF054EA-49C2-DEE2-E7C5-7D76482E6415}"/>
              </a:ext>
            </a:extLst>
          </p:cNvPr>
          <p:cNvSpPr txBox="1"/>
          <p:nvPr/>
        </p:nvSpPr>
        <p:spPr>
          <a:xfrm rot="2400000">
            <a:off x="6065838" y="3246438"/>
            <a:ext cx="430212" cy="141287"/>
          </a:xfrm>
          <a:prstGeom prst="rect">
            <a:avLst/>
          </a:prstGeom>
        </p:spPr>
        <p:txBody>
          <a:bodyPr lIns="0" tIns="0" rIns="0" bIns="0">
            <a:spAutoFit/>
          </a:bodyPr>
          <a:lstStyle/>
          <a:p>
            <a:pPr>
              <a:lnSpc>
                <a:spcPts val="1050"/>
              </a:lnSpc>
              <a:defRPr/>
            </a:pPr>
            <a:r>
              <a:rPr sz="1588" baseline="2314" dirty="0">
                <a:latin typeface="Lucida Sans"/>
                <a:cs typeface="Lucida Sans"/>
              </a:rPr>
              <a:t>0</a:t>
            </a:r>
            <a:r>
              <a:rPr sz="1588" spc="-39"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90" name="object 90">
            <a:extLst>
              <a:ext uri="{FF2B5EF4-FFF2-40B4-BE49-F238E27FC236}">
                <a16:creationId xmlns:a16="http://schemas.microsoft.com/office/drawing/2014/main" id="{46F3D0E2-8E26-ACB3-F0B3-5B582335C449}"/>
              </a:ext>
            </a:extLst>
          </p:cNvPr>
          <p:cNvSpPr txBox="1"/>
          <p:nvPr/>
        </p:nvSpPr>
        <p:spPr>
          <a:xfrm>
            <a:off x="3624263" y="1822450"/>
            <a:ext cx="647700" cy="319088"/>
          </a:xfrm>
          <a:prstGeom prst="rect">
            <a:avLst/>
          </a:prstGeom>
        </p:spPr>
        <p:txBody>
          <a:bodyPr lIns="0" tIns="11206" rIns="0" bIns="0">
            <a:spAutoFit/>
          </a:bodyPr>
          <a:lstStyle/>
          <a:p>
            <a:pPr marL="11206">
              <a:spcBef>
                <a:spcPts val="88"/>
              </a:spcBef>
              <a:defRPr/>
            </a:pPr>
            <a:r>
              <a:rPr sz="2000" spc="-18" dirty="0">
                <a:solidFill>
                  <a:srgbClr val="8D3124"/>
                </a:solidFill>
                <a:latin typeface="Lucida Sans"/>
                <a:cs typeface="Lucida Sans"/>
              </a:rPr>
              <a:t>flow</a:t>
            </a:r>
            <a:endParaRPr sz="2000" dirty="0">
              <a:latin typeface="Lucida Sans"/>
              <a:cs typeface="Lucida Sans"/>
            </a:endParaRPr>
          </a:p>
        </p:txBody>
      </p:sp>
      <p:grpSp>
        <p:nvGrpSpPr>
          <p:cNvPr id="111655" name="object 91">
            <a:extLst>
              <a:ext uri="{FF2B5EF4-FFF2-40B4-BE49-F238E27FC236}">
                <a16:creationId xmlns:a16="http://schemas.microsoft.com/office/drawing/2014/main" id="{DFF84615-7DE5-AACA-B06B-16A138BCCA05}"/>
              </a:ext>
            </a:extLst>
          </p:cNvPr>
          <p:cNvGrpSpPr>
            <a:grpSpLocks/>
          </p:cNvGrpSpPr>
          <p:nvPr/>
        </p:nvGrpSpPr>
        <p:grpSpPr bwMode="auto">
          <a:xfrm>
            <a:off x="4054475" y="2098675"/>
            <a:ext cx="523875" cy="355600"/>
            <a:chOff x="4534159" y="2818281"/>
            <a:chExt cx="593090" cy="403225"/>
          </a:xfrm>
        </p:grpSpPr>
        <p:sp>
          <p:nvSpPr>
            <p:cNvPr id="111657" name="object 92">
              <a:extLst>
                <a:ext uri="{FF2B5EF4-FFF2-40B4-BE49-F238E27FC236}">
                  <a16:creationId xmlns:a16="http://schemas.microsoft.com/office/drawing/2014/main" id="{E36C1639-B275-4077-04FB-06B24569D6D5}"/>
                </a:ext>
              </a:extLst>
            </p:cNvPr>
            <p:cNvSpPr>
              <a:spLocks/>
            </p:cNvSpPr>
            <p:nvPr/>
          </p:nvSpPr>
          <p:spPr bwMode="auto">
            <a:xfrm>
              <a:off x="4543146" y="2827282"/>
              <a:ext cx="116820" cy="338421"/>
            </a:xfrm>
            <a:custGeom>
              <a:avLst/>
              <a:gdLst>
                <a:gd name="T0" fmla="*/ 123165 w 115570"/>
                <a:gd name="T1" fmla="*/ 344673 h 337185"/>
                <a:gd name="T2" fmla="*/ 119870 w 115570"/>
                <a:gd name="T3" fmla="*/ 335448 h 337185"/>
                <a:gd name="T4" fmla="*/ 0 w 115570"/>
                <a:gd name="T5" fmla="*/ 0 h 337185"/>
                <a:gd name="T6" fmla="*/ 0 60000 65536"/>
                <a:gd name="T7" fmla="*/ 0 60000 65536"/>
                <a:gd name="T8" fmla="*/ 0 60000 65536"/>
              </a:gdLst>
              <a:ahLst/>
              <a:cxnLst>
                <a:cxn ang="T6">
                  <a:pos x="T0" y="T1"/>
                </a:cxn>
                <a:cxn ang="T7">
                  <a:pos x="T2" y="T3"/>
                </a:cxn>
                <a:cxn ang="T8">
                  <a:pos x="T4" y="T5"/>
                </a:cxn>
              </a:cxnLst>
              <a:rect l="0" t="0" r="r" b="b"/>
              <a:pathLst>
                <a:path w="115570" h="337185">
                  <a:moveTo>
                    <a:pt x="115466" y="337188"/>
                  </a:moveTo>
                  <a:lnTo>
                    <a:pt x="112377" y="328164"/>
                  </a:lnTo>
                  <a:lnTo>
                    <a:pt x="0"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111658" name="object 93">
              <a:extLst>
                <a:ext uri="{FF2B5EF4-FFF2-40B4-BE49-F238E27FC236}">
                  <a16:creationId xmlns:a16="http://schemas.microsoft.com/office/drawing/2014/main" id="{2E3C1ECD-F37D-1BF8-72D3-18A7A07B2C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05347" y="3119498"/>
              <a:ext cx="86621" cy="101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59" name="object 94">
              <a:extLst>
                <a:ext uri="{FF2B5EF4-FFF2-40B4-BE49-F238E27FC236}">
                  <a16:creationId xmlns:a16="http://schemas.microsoft.com/office/drawing/2014/main" id="{C12BADAB-58F0-19BF-58B9-3A4F3EE9C973}"/>
                </a:ext>
              </a:extLst>
            </p:cNvPr>
            <p:cNvSpPr>
              <a:spLocks/>
            </p:cNvSpPr>
            <p:nvPr/>
          </p:nvSpPr>
          <p:spPr bwMode="auto">
            <a:xfrm>
              <a:off x="4985267" y="2827282"/>
              <a:ext cx="131198" cy="329420"/>
            </a:xfrm>
            <a:custGeom>
              <a:avLst/>
              <a:gdLst>
                <a:gd name="T0" fmla="*/ 0 w 131445"/>
                <a:gd name="T1" fmla="*/ 331469 h 328930"/>
                <a:gd name="T2" fmla="*/ 3497 w 131445"/>
                <a:gd name="T3" fmla="*/ 322535 h 328930"/>
                <a:gd name="T4" fmla="*/ 129860 w 131445"/>
                <a:gd name="T5" fmla="*/ 0 h 328930"/>
                <a:gd name="T6" fmla="*/ 0 60000 65536"/>
                <a:gd name="T7" fmla="*/ 0 60000 65536"/>
                <a:gd name="T8" fmla="*/ 0 60000 65536"/>
              </a:gdLst>
              <a:ahLst/>
              <a:cxnLst>
                <a:cxn ang="T6">
                  <a:pos x="T0" y="T1"/>
                </a:cxn>
                <a:cxn ang="T7">
                  <a:pos x="T2" y="T3"/>
                </a:cxn>
                <a:cxn ang="T8">
                  <a:pos x="T4" y="T5"/>
                </a:cxn>
              </a:cxnLst>
              <a:rect l="0" t="0" r="r" b="b"/>
              <a:pathLst>
                <a:path w="131445" h="328930">
                  <a:moveTo>
                    <a:pt x="0" y="328522"/>
                  </a:moveTo>
                  <a:lnTo>
                    <a:pt x="3539" y="319667"/>
                  </a:lnTo>
                  <a:lnTo>
                    <a:pt x="131333" y="0"/>
                  </a:lnTo>
                </a:path>
              </a:pathLst>
            </a:custGeom>
            <a:noFill/>
            <a:ln w="19074">
              <a:solidFill>
                <a:srgbClr val="8D3124"/>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pic>
          <p:nvPicPr>
            <p:cNvPr id="111660" name="object 95">
              <a:extLst>
                <a:ext uri="{FF2B5EF4-FFF2-40B4-BE49-F238E27FC236}">
                  <a16:creationId xmlns:a16="http://schemas.microsoft.com/office/drawing/2014/main" id="{0B24A6F6-E5AD-6E80-6926-E62D5F3806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5437" y="3109402"/>
              <a:ext cx="85017" cy="102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6" name="object 96">
            <a:extLst>
              <a:ext uri="{FF2B5EF4-FFF2-40B4-BE49-F238E27FC236}">
                <a16:creationId xmlns:a16="http://schemas.microsoft.com/office/drawing/2014/main" id="{2437BD43-DF74-27D8-F33C-E992F66EA521}"/>
              </a:ext>
            </a:extLst>
          </p:cNvPr>
          <p:cNvSpPr txBox="1"/>
          <p:nvPr/>
        </p:nvSpPr>
        <p:spPr>
          <a:xfrm>
            <a:off x="4419600" y="1773238"/>
            <a:ext cx="1220788" cy="319087"/>
          </a:xfrm>
          <a:prstGeom prst="rect">
            <a:avLst/>
          </a:prstGeom>
        </p:spPr>
        <p:txBody>
          <a:bodyPr lIns="0" tIns="11206" rIns="0" bIns="0">
            <a:spAutoFit/>
          </a:bodyPr>
          <a:lstStyle/>
          <a:p>
            <a:pPr marL="11206">
              <a:spcBef>
                <a:spcPts val="88"/>
              </a:spcBef>
              <a:defRPr/>
            </a:pPr>
            <a:r>
              <a:rPr sz="2000" spc="-9" dirty="0">
                <a:solidFill>
                  <a:srgbClr val="8D3124"/>
                </a:solidFill>
                <a:latin typeface="Lucida Sans"/>
                <a:cs typeface="Lucida Sans"/>
              </a:rPr>
              <a:t>capacity</a:t>
            </a:r>
            <a:endParaRPr sz="2000" dirty="0">
              <a:latin typeface="Lucida Sans"/>
              <a:cs typeface="Lucida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object 2">
            <a:extLst>
              <a:ext uri="{FF2B5EF4-FFF2-40B4-BE49-F238E27FC236}">
                <a16:creationId xmlns:a16="http://schemas.microsoft.com/office/drawing/2014/main" id="{CFF70B5C-5A37-9912-754B-4B1C9E67D59D}"/>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grpSp>
        <p:nvGrpSpPr>
          <p:cNvPr id="112643" name="object 3">
            <a:extLst>
              <a:ext uri="{FF2B5EF4-FFF2-40B4-BE49-F238E27FC236}">
                <a16:creationId xmlns:a16="http://schemas.microsoft.com/office/drawing/2014/main" id="{5BB89C0F-16A8-55EB-E45F-19F79D392242}"/>
              </a:ext>
            </a:extLst>
          </p:cNvPr>
          <p:cNvGrpSpPr>
            <a:grpSpLocks/>
          </p:cNvGrpSpPr>
          <p:nvPr/>
        </p:nvGrpSpPr>
        <p:grpSpPr bwMode="auto">
          <a:xfrm>
            <a:off x="1341438" y="2808288"/>
            <a:ext cx="5756275" cy="3409950"/>
            <a:chOff x="1368055" y="3182881"/>
            <a:chExt cx="6523990" cy="3864610"/>
          </a:xfrm>
        </p:grpSpPr>
        <p:sp>
          <p:nvSpPr>
            <p:cNvPr id="4" name="object 4">
              <a:extLst>
                <a:ext uri="{FF2B5EF4-FFF2-40B4-BE49-F238E27FC236}">
                  <a16:creationId xmlns:a16="http://schemas.microsoft.com/office/drawing/2014/main" id="{6762ACA6-E837-BDC0-8DD1-B51BD1D87A89}"/>
                </a:ext>
              </a:extLst>
            </p:cNvPr>
            <p:cNvSpPr/>
            <p:nvPr/>
          </p:nvSpPr>
          <p:spPr>
            <a:xfrm>
              <a:off x="3591897" y="5278910"/>
              <a:ext cx="2401965" cy="1556280"/>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5" name="object 5">
              <a:extLst>
                <a:ext uri="{FF2B5EF4-FFF2-40B4-BE49-F238E27FC236}">
                  <a16:creationId xmlns:a16="http://schemas.microsoft.com/office/drawing/2014/main" id="{299510F2-B502-5D1B-E6B0-5C302949413F}"/>
                </a:ext>
              </a:extLst>
            </p:cNvPr>
            <p:cNvSpPr/>
            <p:nvPr/>
          </p:nvSpPr>
          <p:spPr>
            <a:xfrm>
              <a:off x="3543318" y="5246525"/>
              <a:ext cx="102556" cy="88160"/>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6" name="object 6">
              <a:extLst>
                <a:ext uri="{FF2B5EF4-FFF2-40B4-BE49-F238E27FC236}">
                  <a16:creationId xmlns:a16="http://schemas.microsoft.com/office/drawing/2014/main" id="{039365F6-6F78-8E6A-E5C0-CA056AA4B82E}"/>
                </a:ext>
              </a:extLst>
            </p:cNvPr>
            <p:cNvSpPr/>
            <p:nvPr/>
          </p:nvSpPr>
          <p:spPr>
            <a:xfrm>
              <a:off x="5097848" y="6901758"/>
              <a:ext cx="685505" cy="0"/>
            </a:xfrm>
            <a:custGeom>
              <a:avLst/>
              <a:gdLst/>
              <a:ahLst/>
              <a:cxnLst/>
              <a:rect l="l" t="t" r="r" b="b"/>
              <a:pathLst>
                <a:path w="686435">
                  <a:moveTo>
                    <a:pt x="0" y="0"/>
                  </a:moveTo>
                  <a:lnTo>
                    <a:pt x="686063" y="0"/>
                  </a:lnTo>
                </a:path>
              </a:pathLst>
            </a:custGeom>
            <a:ln w="19074">
              <a:solidFill>
                <a:srgbClr val="BABABA"/>
              </a:solidFill>
            </a:ln>
          </p:spPr>
          <p:txBody>
            <a:bodyPr lIns="0" tIns="0" rIns="0" bIns="0"/>
            <a:lstStyle/>
            <a:p>
              <a:pPr>
                <a:defRPr/>
              </a:pPr>
              <a:endParaRPr sz="2647"/>
            </a:p>
          </p:txBody>
        </p:sp>
        <p:sp>
          <p:nvSpPr>
            <p:cNvPr id="7" name="object 7">
              <a:extLst>
                <a:ext uri="{FF2B5EF4-FFF2-40B4-BE49-F238E27FC236}">
                  <a16:creationId xmlns:a16="http://schemas.microsoft.com/office/drawing/2014/main" id="{6DC5E68B-B06F-BA8B-9B13-D872CCA722F7}"/>
                </a:ext>
              </a:extLst>
            </p:cNvPr>
            <p:cNvSpPr/>
            <p:nvPr/>
          </p:nvSpPr>
          <p:spPr>
            <a:xfrm>
              <a:off x="5750967" y="6856779"/>
              <a:ext cx="91760" cy="91757"/>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8" name="object 8">
              <a:extLst>
                <a:ext uri="{FF2B5EF4-FFF2-40B4-BE49-F238E27FC236}">
                  <a16:creationId xmlns:a16="http://schemas.microsoft.com/office/drawing/2014/main" id="{F37DF3B6-CA7A-1B2C-6BFF-6A1A6D9EAD7C}"/>
                </a:ext>
              </a:extLst>
            </p:cNvPr>
            <p:cNvSpPr/>
            <p:nvPr/>
          </p:nvSpPr>
          <p:spPr>
            <a:xfrm>
              <a:off x="6094619" y="5266316"/>
              <a:ext cx="1752445" cy="1529292"/>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9" name="object 9">
              <a:extLst>
                <a:ext uri="{FF2B5EF4-FFF2-40B4-BE49-F238E27FC236}">
                  <a16:creationId xmlns:a16="http://schemas.microsoft.com/office/drawing/2014/main" id="{36EEDC3C-A996-5D13-30E4-9AC2158C7B12}"/>
                </a:ext>
              </a:extLst>
            </p:cNvPr>
            <p:cNvSpPr/>
            <p:nvPr/>
          </p:nvSpPr>
          <p:spPr>
            <a:xfrm>
              <a:off x="7793087" y="5228533"/>
              <a:ext cx="98958" cy="95356"/>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0" name="object 10">
              <a:extLst>
                <a:ext uri="{FF2B5EF4-FFF2-40B4-BE49-F238E27FC236}">
                  <a16:creationId xmlns:a16="http://schemas.microsoft.com/office/drawing/2014/main" id="{B934D2FA-59C9-BD0B-0DC8-B656B39ED4A8}"/>
                </a:ext>
              </a:extLst>
            </p:cNvPr>
            <p:cNvSpPr/>
            <p:nvPr/>
          </p:nvSpPr>
          <p:spPr>
            <a:xfrm>
              <a:off x="6044240" y="5176358"/>
              <a:ext cx="0" cy="1460923"/>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2705" name="object 11">
              <a:extLst>
                <a:ext uri="{FF2B5EF4-FFF2-40B4-BE49-F238E27FC236}">
                  <a16:creationId xmlns:a16="http://schemas.microsoft.com/office/drawing/2014/main" id="{4F01DE4F-6A2D-EA20-6F4E-5761ECAA8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2">
              <a:extLst>
                <a:ext uri="{FF2B5EF4-FFF2-40B4-BE49-F238E27FC236}">
                  <a16:creationId xmlns:a16="http://schemas.microsoft.com/office/drawing/2014/main" id="{117F8907-894C-D0B8-ABB8-2847CF0686E9}"/>
                </a:ext>
              </a:extLst>
            </p:cNvPr>
            <p:cNvSpPr/>
            <p:nvPr/>
          </p:nvSpPr>
          <p:spPr>
            <a:xfrm>
              <a:off x="3431766" y="3384388"/>
              <a:ext cx="2407363" cy="1534689"/>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3" name="object 13">
              <a:extLst>
                <a:ext uri="{FF2B5EF4-FFF2-40B4-BE49-F238E27FC236}">
                  <a16:creationId xmlns:a16="http://schemas.microsoft.com/office/drawing/2014/main" id="{D019E7EA-8813-4412-8C86-CB10367755CE}"/>
                </a:ext>
              </a:extLst>
            </p:cNvPr>
            <p:cNvSpPr/>
            <p:nvPr/>
          </p:nvSpPr>
          <p:spPr>
            <a:xfrm>
              <a:off x="5786952" y="4863303"/>
              <a:ext cx="102555" cy="88159"/>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4" name="object 14">
              <a:extLst>
                <a:ext uri="{FF2B5EF4-FFF2-40B4-BE49-F238E27FC236}">
                  <a16:creationId xmlns:a16="http://schemas.microsoft.com/office/drawing/2014/main" id="{D9E5E686-6461-8A01-BBFD-29F5E5C618C6}"/>
                </a:ext>
              </a:extLst>
            </p:cNvPr>
            <p:cNvSpPr/>
            <p:nvPr/>
          </p:nvSpPr>
          <p:spPr>
            <a:xfrm>
              <a:off x="3451558" y="3377191"/>
              <a:ext cx="2331796" cy="0"/>
            </a:xfrm>
            <a:custGeom>
              <a:avLst/>
              <a:gdLst/>
              <a:ahLst/>
              <a:cxnLst/>
              <a:rect l="l" t="t" r="r" b="b"/>
              <a:pathLst>
                <a:path w="2331720">
                  <a:moveTo>
                    <a:pt x="0" y="0"/>
                  </a:moveTo>
                  <a:lnTo>
                    <a:pt x="1083896" y="0"/>
                  </a:lnTo>
                </a:path>
                <a:path w="2331720">
                  <a:moveTo>
                    <a:pt x="1597907" y="0"/>
                  </a:moveTo>
                  <a:lnTo>
                    <a:pt x="2331389" y="0"/>
                  </a:lnTo>
                </a:path>
              </a:pathLst>
            </a:custGeom>
            <a:ln w="19074">
              <a:solidFill>
                <a:srgbClr val="BABABA"/>
              </a:solidFill>
            </a:ln>
          </p:spPr>
          <p:txBody>
            <a:bodyPr lIns="0" tIns="0" rIns="0" bIns="0"/>
            <a:lstStyle/>
            <a:p>
              <a:pPr>
                <a:defRPr/>
              </a:pPr>
              <a:endParaRPr sz="2647"/>
            </a:p>
          </p:txBody>
        </p:sp>
        <p:sp>
          <p:nvSpPr>
            <p:cNvPr id="15" name="object 15">
              <a:extLst>
                <a:ext uri="{FF2B5EF4-FFF2-40B4-BE49-F238E27FC236}">
                  <a16:creationId xmlns:a16="http://schemas.microsoft.com/office/drawing/2014/main" id="{7576522E-6F4D-5F01-72CC-2FA887C68FF2}"/>
                </a:ext>
              </a:extLst>
            </p:cNvPr>
            <p:cNvSpPr/>
            <p:nvPr/>
          </p:nvSpPr>
          <p:spPr>
            <a:xfrm>
              <a:off x="5749167" y="3332211"/>
              <a:ext cx="93560"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6" name="object 16">
              <a:extLst>
                <a:ext uri="{FF2B5EF4-FFF2-40B4-BE49-F238E27FC236}">
                  <a16:creationId xmlns:a16="http://schemas.microsoft.com/office/drawing/2014/main" id="{F26B491E-D3F1-5127-85D4-68932418CD53}"/>
                </a:ext>
              </a:extLst>
            </p:cNvPr>
            <p:cNvSpPr/>
            <p:nvPr/>
          </p:nvSpPr>
          <p:spPr>
            <a:xfrm>
              <a:off x="3420970" y="3359199"/>
              <a:ext cx="0" cy="1453727"/>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2711" name="object 17">
              <a:extLst>
                <a:ext uri="{FF2B5EF4-FFF2-40B4-BE49-F238E27FC236}">
                  <a16:creationId xmlns:a16="http://schemas.microsoft.com/office/drawing/2014/main" id="{E8C6461F-3415-9F6D-0CD4-6B27F05DB9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bject 18">
              <a:extLst>
                <a:ext uri="{FF2B5EF4-FFF2-40B4-BE49-F238E27FC236}">
                  <a16:creationId xmlns:a16="http://schemas.microsoft.com/office/drawing/2014/main" id="{47F50A77-45EC-525C-C3DF-1375402E493C}"/>
                </a:ext>
              </a:extLst>
            </p:cNvPr>
            <p:cNvSpPr/>
            <p:nvPr/>
          </p:nvSpPr>
          <p:spPr>
            <a:xfrm>
              <a:off x="1411236" y="3540915"/>
              <a:ext cx="1781233" cy="1538288"/>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19" name="object 19">
              <a:extLst>
                <a:ext uri="{FF2B5EF4-FFF2-40B4-BE49-F238E27FC236}">
                  <a16:creationId xmlns:a16="http://schemas.microsoft.com/office/drawing/2014/main" id="{3210281B-B9C5-F4AC-6455-F5B74715ACF9}"/>
                </a:ext>
              </a:extLst>
            </p:cNvPr>
            <p:cNvSpPr/>
            <p:nvPr/>
          </p:nvSpPr>
          <p:spPr>
            <a:xfrm>
              <a:off x="3138492" y="3501333"/>
              <a:ext cx="98957" cy="95356"/>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0" name="object 20">
              <a:extLst>
                <a:ext uri="{FF2B5EF4-FFF2-40B4-BE49-F238E27FC236}">
                  <a16:creationId xmlns:a16="http://schemas.microsoft.com/office/drawing/2014/main" id="{DB624443-9B38-F5D2-3275-AC1F58495EA4}"/>
                </a:ext>
              </a:extLst>
            </p:cNvPr>
            <p:cNvSpPr/>
            <p:nvPr/>
          </p:nvSpPr>
          <p:spPr>
            <a:xfrm>
              <a:off x="1458016" y="5176358"/>
              <a:ext cx="1754244" cy="1561677"/>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1" name="object 21">
              <a:extLst>
                <a:ext uri="{FF2B5EF4-FFF2-40B4-BE49-F238E27FC236}">
                  <a16:creationId xmlns:a16="http://schemas.microsoft.com/office/drawing/2014/main" id="{0662895F-48A5-7CC5-9ED6-75CFCD973B37}"/>
                </a:ext>
              </a:extLst>
            </p:cNvPr>
            <p:cNvSpPr/>
            <p:nvPr/>
          </p:nvSpPr>
          <p:spPr>
            <a:xfrm>
              <a:off x="3158283" y="6682260"/>
              <a:ext cx="98958" cy="95356"/>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2" name="object 22">
              <a:extLst>
                <a:ext uri="{FF2B5EF4-FFF2-40B4-BE49-F238E27FC236}">
                  <a16:creationId xmlns:a16="http://schemas.microsoft.com/office/drawing/2014/main" id="{21D44BB1-563D-3C7E-CD5C-2D6826CBD128}"/>
                </a:ext>
              </a:extLst>
            </p:cNvPr>
            <p:cNvSpPr/>
            <p:nvPr/>
          </p:nvSpPr>
          <p:spPr>
            <a:xfrm>
              <a:off x="1377051" y="5116985"/>
              <a:ext cx="1783033"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3" name="object 23">
              <a:extLst>
                <a:ext uri="{FF2B5EF4-FFF2-40B4-BE49-F238E27FC236}">
                  <a16:creationId xmlns:a16="http://schemas.microsoft.com/office/drawing/2014/main" id="{51DE32F5-35A9-9500-8DE9-A13353B4250B}"/>
                </a:ext>
              </a:extLst>
            </p:cNvPr>
            <p:cNvSpPr/>
            <p:nvPr/>
          </p:nvSpPr>
          <p:spPr>
            <a:xfrm>
              <a:off x="3127697" y="5070206"/>
              <a:ext cx="91760" cy="91758"/>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4" name="object 24">
              <a:extLst>
                <a:ext uri="{FF2B5EF4-FFF2-40B4-BE49-F238E27FC236}">
                  <a16:creationId xmlns:a16="http://schemas.microsoft.com/office/drawing/2014/main" id="{43B3EB3E-0D1A-3DB2-963D-773D96943B02}"/>
                </a:ext>
              </a:extLst>
            </p:cNvPr>
            <p:cNvSpPr/>
            <p:nvPr/>
          </p:nvSpPr>
          <p:spPr>
            <a:xfrm>
              <a:off x="3357998" y="5116985"/>
              <a:ext cx="1176693" cy="0"/>
            </a:xfrm>
            <a:custGeom>
              <a:avLst/>
              <a:gdLst/>
              <a:ahLst/>
              <a:cxnLst/>
              <a:rect l="l" t="t" r="r" b="b"/>
              <a:pathLst>
                <a:path w="1176654">
                  <a:moveTo>
                    <a:pt x="0" y="0"/>
                  </a:moveTo>
                  <a:lnTo>
                    <a:pt x="1176426" y="0"/>
                  </a:lnTo>
                </a:path>
              </a:pathLst>
            </a:custGeom>
            <a:ln w="19076">
              <a:solidFill>
                <a:srgbClr val="BABABA"/>
              </a:solidFill>
            </a:ln>
          </p:spPr>
          <p:txBody>
            <a:bodyPr lIns="0" tIns="0" rIns="0" bIns="0"/>
            <a:lstStyle/>
            <a:p>
              <a:pPr>
                <a:defRPr/>
              </a:pPr>
              <a:endParaRPr sz="2647"/>
            </a:p>
          </p:txBody>
        </p:sp>
        <p:sp>
          <p:nvSpPr>
            <p:cNvPr id="25" name="object 25">
              <a:extLst>
                <a:ext uri="{FF2B5EF4-FFF2-40B4-BE49-F238E27FC236}">
                  <a16:creationId xmlns:a16="http://schemas.microsoft.com/office/drawing/2014/main" id="{07776220-A0E2-8B1C-97E9-FDDAB08BD1C1}"/>
                </a:ext>
              </a:extLst>
            </p:cNvPr>
            <p:cNvSpPr/>
            <p:nvPr/>
          </p:nvSpPr>
          <p:spPr>
            <a:xfrm>
              <a:off x="3420970" y="5196148"/>
              <a:ext cx="0" cy="651298"/>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6" name="object 26">
              <a:extLst>
                <a:ext uri="{FF2B5EF4-FFF2-40B4-BE49-F238E27FC236}">
                  <a16:creationId xmlns:a16="http://schemas.microsoft.com/office/drawing/2014/main" id="{2B1468A2-4494-5C9F-9D74-0E252051503A}"/>
                </a:ext>
              </a:extLst>
            </p:cNvPr>
            <p:cNvSpPr/>
            <p:nvPr/>
          </p:nvSpPr>
          <p:spPr>
            <a:xfrm>
              <a:off x="3241048" y="4906483"/>
              <a:ext cx="354448" cy="35443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7" name="object 27">
              <a:extLst>
                <a:ext uri="{FF2B5EF4-FFF2-40B4-BE49-F238E27FC236}">
                  <a16:creationId xmlns:a16="http://schemas.microsoft.com/office/drawing/2014/main" id="{4DF2217F-327D-BC39-18E7-D8FFC6405B77}"/>
                </a:ext>
              </a:extLst>
            </p:cNvPr>
            <p:cNvSpPr/>
            <p:nvPr/>
          </p:nvSpPr>
          <p:spPr>
            <a:xfrm>
              <a:off x="3241048" y="4906483"/>
              <a:ext cx="354448"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28" name="object 28">
              <a:extLst>
                <a:ext uri="{FF2B5EF4-FFF2-40B4-BE49-F238E27FC236}">
                  <a16:creationId xmlns:a16="http://schemas.microsoft.com/office/drawing/2014/main" id="{A4BA430A-196C-85D5-F27F-C1B5ABD98680}"/>
                </a:ext>
              </a:extLst>
            </p:cNvPr>
            <p:cNvSpPr/>
            <p:nvPr/>
          </p:nvSpPr>
          <p:spPr>
            <a:xfrm>
              <a:off x="5986665" y="3303425"/>
              <a:ext cx="1851403" cy="159046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29" name="object 29">
              <a:extLst>
                <a:ext uri="{FF2B5EF4-FFF2-40B4-BE49-F238E27FC236}">
                  <a16:creationId xmlns:a16="http://schemas.microsoft.com/office/drawing/2014/main" id="{0AE78356-3D60-6D03-6635-20FCBA93EB4C}"/>
                </a:ext>
              </a:extLst>
            </p:cNvPr>
            <p:cNvSpPr/>
            <p:nvPr/>
          </p:nvSpPr>
          <p:spPr>
            <a:xfrm>
              <a:off x="7782292" y="4838114"/>
              <a:ext cx="100757" cy="93557"/>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0" name="object 30">
              <a:extLst>
                <a:ext uri="{FF2B5EF4-FFF2-40B4-BE49-F238E27FC236}">
                  <a16:creationId xmlns:a16="http://schemas.microsoft.com/office/drawing/2014/main" id="{A54717D4-5E0F-CD5E-C550-87516F3AEED1}"/>
                </a:ext>
              </a:extLst>
            </p:cNvPr>
            <p:cNvSpPr/>
            <p:nvPr/>
          </p:nvSpPr>
          <p:spPr>
            <a:xfrm>
              <a:off x="6044240" y="3549911"/>
              <a:ext cx="0" cy="1272010"/>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2725" name="object 31">
              <a:extLst>
                <a:ext uri="{FF2B5EF4-FFF2-40B4-BE49-F238E27FC236}">
                  <a16:creationId xmlns:a16="http://schemas.microsoft.com/office/drawing/2014/main" id="{8D8F3788-21A9-FD69-84C4-18FBEFBB50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object 32">
              <a:extLst>
                <a:ext uri="{FF2B5EF4-FFF2-40B4-BE49-F238E27FC236}">
                  <a16:creationId xmlns:a16="http://schemas.microsoft.com/office/drawing/2014/main" id="{2E118B23-37F3-5DE5-1E7D-9B047D113728}"/>
                </a:ext>
              </a:extLst>
            </p:cNvPr>
            <p:cNvSpPr/>
            <p:nvPr/>
          </p:nvSpPr>
          <p:spPr>
            <a:xfrm>
              <a:off x="5866118" y="3188278"/>
              <a:ext cx="352648"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3" name="object 33">
              <a:extLst>
                <a:ext uri="{FF2B5EF4-FFF2-40B4-BE49-F238E27FC236}">
                  <a16:creationId xmlns:a16="http://schemas.microsoft.com/office/drawing/2014/main" id="{DDA34450-18E9-5524-A762-AF002B3DCD66}"/>
                </a:ext>
              </a:extLst>
            </p:cNvPr>
            <p:cNvSpPr/>
            <p:nvPr/>
          </p:nvSpPr>
          <p:spPr>
            <a:xfrm>
              <a:off x="5866118" y="3188278"/>
              <a:ext cx="352648"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34" name="object 34">
              <a:extLst>
                <a:ext uri="{FF2B5EF4-FFF2-40B4-BE49-F238E27FC236}">
                  <a16:creationId xmlns:a16="http://schemas.microsoft.com/office/drawing/2014/main" id="{26C746EB-F668-D697-BF0B-E763AAEC16E8}"/>
                </a:ext>
              </a:extLst>
            </p:cNvPr>
            <p:cNvSpPr/>
            <p:nvPr/>
          </p:nvSpPr>
          <p:spPr>
            <a:xfrm>
              <a:off x="3451558" y="6901758"/>
              <a:ext cx="1036354" cy="0"/>
            </a:xfrm>
            <a:custGeom>
              <a:avLst/>
              <a:gdLst/>
              <a:ahLst/>
              <a:cxnLst/>
              <a:rect l="l" t="t" r="r" b="b"/>
              <a:pathLst>
                <a:path w="1036320">
                  <a:moveTo>
                    <a:pt x="0" y="0"/>
                  </a:moveTo>
                  <a:lnTo>
                    <a:pt x="1036209" y="0"/>
                  </a:lnTo>
                </a:path>
              </a:pathLst>
            </a:custGeom>
            <a:ln w="19074">
              <a:solidFill>
                <a:srgbClr val="BABABA"/>
              </a:solidFill>
            </a:ln>
          </p:spPr>
          <p:txBody>
            <a:bodyPr lIns="0" tIns="0" rIns="0" bIns="0"/>
            <a:lstStyle/>
            <a:p>
              <a:pPr>
                <a:defRPr/>
              </a:pPr>
              <a:endParaRPr sz="2647"/>
            </a:p>
          </p:txBody>
        </p:sp>
        <p:sp>
          <p:nvSpPr>
            <p:cNvPr id="35" name="object 35">
              <a:extLst>
                <a:ext uri="{FF2B5EF4-FFF2-40B4-BE49-F238E27FC236}">
                  <a16:creationId xmlns:a16="http://schemas.microsoft.com/office/drawing/2014/main" id="{539B0A0B-616A-26EF-42E2-587B1EC4B5A6}"/>
                </a:ext>
              </a:extLst>
            </p:cNvPr>
            <p:cNvSpPr/>
            <p:nvPr/>
          </p:nvSpPr>
          <p:spPr>
            <a:xfrm>
              <a:off x="3420970" y="6086736"/>
              <a:ext cx="0" cy="541549"/>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2730" name="object 36">
              <a:extLst>
                <a:ext uri="{FF2B5EF4-FFF2-40B4-BE49-F238E27FC236}">
                  <a16:creationId xmlns:a16="http://schemas.microsoft.com/office/drawing/2014/main" id="{291953F4-5FEA-B941-2A39-0830C67C0C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object 37">
              <a:extLst>
                <a:ext uri="{FF2B5EF4-FFF2-40B4-BE49-F238E27FC236}">
                  <a16:creationId xmlns:a16="http://schemas.microsoft.com/office/drawing/2014/main" id="{456CE472-9B3D-AFE4-E423-4D42B544A0B0}"/>
                </a:ext>
              </a:extLst>
            </p:cNvPr>
            <p:cNvSpPr/>
            <p:nvPr/>
          </p:nvSpPr>
          <p:spPr>
            <a:xfrm>
              <a:off x="3241048" y="6689456"/>
              <a:ext cx="354448" cy="35263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38" name="object 38">
              <a:extLst>
                <a:ext uri="{FF2B5EF4-FFF2-40B4-BE49-F238E27FC236}">
                  <a16:creationId xmlns:a16="http://schemas.microsoft.com/office/drawing/2014/main" id="{A898AF6B-364F-5E25-F064-1DC67047B594}"/>
                </a:ext>
              </a:extLst>
            </p:cNvPr>
            <p:cNvSpPr/>
            <p:nvPr/>
          </p:nvSpPr>
          <p:spPr>
            <a:xfrm>
              <a:off x="3241048" y="6689456"/>
              <a:ext cx="354448"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39" name="object 39">
              <a:extLst>
                <a:ext uri="{FF2B5EF4-FFF2-40B4-BE49-F238E27FC236}">
                  <a16:creationId xmlns:a16="http://schemas.microsoft.com/office/drawing/2014/main" id="{C167372A-B4E4-03CB-31B7-4603E90EA58B}"/>
                </a:ext>
              </a:extLst>
            </p:cNvPr>
            <p:cNvSpPr/>
            <p:nvPr/>
          </p:nvSpPr>
          <p:spPr>
            <a:xfrm>
              <a:off x="5866118" y="6689456"/>
              <a:ext cx="352648"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40" name="object 40">
              <a:extLst>
                <a:ext uri="{FF2B5EF4-FFF2-40B4-BE49-F238E27FC236}">
                  <a16:creationId xmlns:a16="http://schemas.microsoft.com/office/drawing/2014/main" id="{286300F1-06E7-9B58-51EB-BFA297805CA7}"/>
                </a:ext>
              </a:extLst>
            </p:cNvPr>
            <p:cNvSpPr/>
            <p:nvPr/>
          </p:nvSpPr>
          <p:spPr>
            <a:xfrm>
              <a:off x="5866118" y="6689456"/>
              <a:ext cx="352648"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41" name="object 41">
              <a:extLst>
                <a:ext uri="{FF2B5EF4-FFF2-40B4-BE49-F238E27FC236}">
                  <a16:creationId xmlns:a16="http://schemas.microsoft.com/office/drawing/2014/main" id="{CB935162-F017-DD82-4C37-353FF7BC4354}"/>
                </a:ext>
              </a:extLst>
            </p:cNvPr>
            <p:cNvSpPr/>
            <p:nvPr/>
          </p:nvSpPr>
          <p:spPr>
            <a:xfrm>
              <a:off x="3161882" y="4055476"/>
              <a:ext cx="514578" cy="23749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2" name="object 42">
              <a:extLst>
                <a:ext uri="{FF2B5EF4-FFF2-40B4-BE49-F238E27FC236}">
                  <a16:creationId xmlns:a16="http://schemas.microsoft.com/office/drawing/2014/main" id="{5E481C5B-1FF9-B941-5FBB-FD0D26C231B0}"/>
                </a:ext>
              </a:extLst>
            </p:cNvPr>
            <p:cNvSpPr/>
            <p:nvPr/>
          </p:nvSpPr>
          <p:spPr>
            <a:xfrm>
              <a:off x="7701327" y="5116985"/>
              <a:ext cx="84563" cy="0"/>
            </a:xfrm>
            <a:custGeom>
              <a:avLst/>
              <a:gdLst/>
              <a:ahLst/>
              <a:cxnLst/>
              <a:rect l="l" t="t" r="r" b="b"/>
              <a:pathLst>
                <a:path w="83820">
                  <a:moveTo>
                    <a:pt x="0" y="0"/>
                  </a:moveTo>
                  <a:lnTo>
                    <a:pt x="83526" y="0"/>
                  </a:lnTo>
                </a:path>
              </a:pathLst>
            </a:custGeom>
            <a:ln w="3175">
              <a:solidFill>
                <a:srgbClr val="BABABA"/>
              </a:solidFill>
            </a:ln>
          </p:spPr>
          <p:txBody>
            <a:bodyPr lIns="0" tIns="0" rIns="0" bIns="0"/>
            <a:lstStyle/>
            <a:p>
              <a:pPr>
                <a:defRPr/>
              </a:pPr>
              <a:endParaRPr sz="2647"/>
            </a:p>
          </p:txBody>
        </p:sp>
        <p:sp>
          <p:nvSpPr>
            <p:cNvPr id="43" name="object 43">
              <a:extLst>
                <a:ext uri="{FF2B5EF4-FFF2-40B4-BE49-F238E27FC236}">
                  <a16:creationId xmlns:a16="http://schemas.microsoft.com/office/drawing/2014/main" id="{92E8C887-D6C1-D0CC-2122-3ABDB414E74B}"/>
                </a:ext>
              </a:extLst>
            </p:cNvPr>
            <p:cNvSpPr/>
            <p:nvPr/>
          </p:nvSpPr>
          <p:spPr>
            <a:xfrm>
              <a:off x="7753504" y="5070206"/>
              <a:ext cx="91761" cy="91758"/>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sp>
          <p:nvSpPr>
            <p:cNvPr id="44" name="object 44">
              <a:extLst>
                <a:ext uri="{FF2B5EF4-FFF2-40B4-BE49-F238E27FC236}">
                  <a16:creationId xmlns:a16="http://schemas.microsoft.com/office/drawing/2014/main" id="{CC7F5D74-2024-3DE1-8FDD-798562DCDD2C}"/>
                </a:ext>
              </a:extLst>
            </p:cNvPr>
            <p:cNvSpPr/>
            <p:nvPr/>
          </p:nvSpPr>
          <p:spPr>
            <a:xfrm>
              <a:off x="6002859" y="5106190"/>
              <a:ext cx="0" cy="19791"/>
            </a:xfrm>
            <a:custGeom>
              <a:avLst/>
              <a:gdLst/>
              <a:ahLst/>
              <a:cxnLst/>
              <a:rect l="l" t="t" r="r" b="b"/>
              <a:pathLst>
                <a:path h="19685">
                  <a:moveTo>
                    <a:pt x="0" y="0"/>
                  </a:moveTo>
                  <a:lnTo>
                    <a:pt x="0" y="19088"/>
                  </a:lnTo>
                </a:path>
              </a:pathLst>
            </a:custGeom>
            <a:ln w="3175">
              <a:solidFill>
                <a:srgbClr val="BABABA"/>
              </a:solidFill>
            </a:ln>
          </p:spPr>
          <p:txBody>
            <a:bodyPr lIns="0" tIns="0" rIns="0" bIns="0"/>
            <a:lstStyle/>
            <a:p>
              <a:pPr>
                <a:defRPr/>
              </a:pPr>
              <a:endParaRPr sz="2647"/>
            </a:p>
          </p:txBody>
        </p:sp>
        <p:sp>
          <p:nvSpPr>
            <p:cNvPr id="45" name="object 45">
              <a:extLst>
                <a:ext uri="{FF2B5EF4-FFF2-40B4-BE49-F238E27FC236}">
                  <a16:creationId xmlns:a16="http://schemas.microsoft.com/office/drawing/2014/main" id="{6054BAD6-4E53-94EF-D01E-9D305AEAF449}"/>
                </a:ext>
              </a:extLst>
            </p:cNvPr>
            <p:cNvSpPr/>
            <p:nvPr/>
          </p:nvSpPr>
          <p:spPr>
            <a:xfrm>
              <a:off x="5049269" y="5116985"/>
              <a:ext cx="734084" cy="0"/>
            </a:xfrm>
            <a:custGeom>
              <a:avLst/>
              <a:gdLst/>
              <a:ahLst/>
              <a:cxnLst/>
              <a:rect l="l" t="t" r="r" b="b"/>
              <a:pathLst>
                <a:path w="734060">
                  <a:moveTo>
                    <a:pt x="0" y="0"/>
                  </a:moveTo>
                  <a:lnTo>
                    <a:pt x="733482" y="0"/>
                  </a:lnTo>
                </a:path>
              </a:pathLst>
            </a:custGeom>
            <a:ln w="19076">
              <a:solidFill>
                <a:srgbClr val="BABABA"/>
              </a:solidFill>
            </a:ln>
          </p:spPr>
          <p:txBody>
            <a:bodyPr lIns="0" tIns="0" rIns="0" bIns="0"/>
            <a:lstStyle/>
            <a:p>
              <a:pPr>
                <a:defRPr/>
              </a:pPr>
              <a:endParaRPr sz="2647"/>
            </a:p>
          </p:txBody>
        </p:sp>
        <p:sp>
          <p:nvSpPr>
            <p:cNvPr id="46" name="object 46">
              <a:extLst>
                <a:ext uri="{FF2B5EF4-FFF2-40B4-BE49-F238E27FC236}">
                  <a16:creationId xmlns:a16="http://schemas.microsoft.com/office/drawing/2014/main" id="{C2F407C8-1380-7809-DE7D-63732163423C}"/>
                </a:ext>
              </a:extLst>
            </p:cNvPr>
            <p:cNvSpPr/>
            <p:nvPr/>
          </p:nvSpPr>
          <p:spPr>
            <a:xfrm>
              <a:off x="5749167" y="5070206"/>
              <a:ext cx="93560" cy="91758"/>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grpSp>
      <p:sp>
        <p:nvSpPr>
          <p:cNvPr id="47" name="object 47">
            <a:extLst>
              <a:ext uri="{FF2B5EF4-FFF2-40B4-BE49-F238E27FC236}">
                <a16:creationId xmlns:a16="http://schemas.microsoft.com/office/drawing/2014/main" id="{71A20D01-D316-19FB-51E8-C8BC9CF54985}"/>
              </a:ext>
            </a:extLst>
          </p:cNvPr>
          <p:cNvSpPr txBox="1"/>
          <p:nvPr/>
        </p:nvSpPr>
        <p:spPr>
          <a:xfrm>
            <a:off x="2994025" y="3575050"/>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8" name="object 48">
            <a:extLst>
              <a:ext uri="{FF2B5EF4-FFF2-40B4-BE49-F238E27FC236}">
                <a16:creationId xmlns:a16="http://schemas.microsoft.com/office/drawing/2014/main" id="{E81320EC-F441-717B-9D6C-5D4D1BF1CB18}"/>
              </a:ext>
            </a:extLst>
          </p:cNvPr>
          <p:cNvSpPr/>
          <p:nvPr/>
        </p:nvSpPr>
        <p:spPr>
          <a:xfrm>
            <a:off x="2916238" y="5159375"/>
            <a:ext cx="452437"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9" name="object 49">
            <a:extLst>
              <a:ext uri="{FF2B5EF4-FFF2-40B4-BE49-F238E27FC236}">
                <a16:creationId xmlns:a16="http://schemas.microsoft.com/office/drawing/2014/main" id="{B037FFDC-C060-CC09-DA3C-5CB850BFF180}"/>
              </a:ext>
            </a:extLst>
          </p:cNvPr>
          <p:cNvSpPr txBox="1"/>
          <p:nvPr/>
        </p:nvSpPr>
        <p:spPr>
          <a:xfrm>
            <a:off x="2984500" y="5157788"/>
            <a:ext cx="346075"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50" name="object 50">
            <a:extLst>
              <a:ext uri="{FF2B5EF4-FFF2-40B4-BE49-F238E27FC236}">
                <a16:creationId xmlns:a16="http://schemas.microsoft.com/office/drawing/2014/main" id="{AF864D14-6B28-041D-1486-6DDA162A3A8E}"/>
              </a:ext>
            </a:extLst>
          </p:cNvPr>
          <p:cNvSpPr/>
          <p:nvPr/>
        </p:nvSpPr>
        <p:spPr>
          <a:xfrm>
            <a:off x="1935163" y="4987925"/>
            <a:ext cx="542925" cy="515938"/>
          </a:xfrm>
          <a:custGeom>
            <a:avLst/>
            <a:gdLst/>
            <a:ahLst/>
            <a:cxnLst/>
            <a:rect l="l" t="t" r="r" b="b"/>
            <a:pathLst>
              <a:path w="614680" h="584835">
                <a:moveTo>
                  <a:pt x="158614" y="0"/>
                </a:moveTo>
                <a:lnTo>
                  <a:pt x="0" y="178024"/>
                </a:lnTo>
                <a:lnTo>
                  <a:pt x="455902" y="584217"/>
                </a:lnTo>
                <a:lnTo>
                  <a:pt x="614516" y="406192"/>
                </a:lnTo>
                <a:lnTo>
                  <a:pt x="158614" y="0"/>
                </a:lnTo>
                <a:close/>
              </a:path>
            </a:pathLst>
          </a:custGeom>
          <a:solidFill>
            <a:srgbClr val="F2F2F2"/>
          </a:solidFill>
        </p:spPr>
        <p:txBody>
          <a:bodyPr lIns="0" tIns="0" rIns="0" bIns="0"/>
          <a:lstStyle/>
          <a:p>
            <a:pPr>
              <a:defRPr/>
            </a:pPr>
            <a:endParaRPr sz="2647"/>
          </a:p>
        </p:txBody>
      </p:sp>
      <p:sp>
        <p:nvSpPr>
          <p:cNvPr id="51" name="object 51">
            <a:extLst>
              <a:ext uri="{FF2B5EF4-FFF2-40B4-BE49-F238E27FC236}">
                <a16:creationId xmlns:a16="http://schemas.microsoft.com/office/drawing/2014/main" id="{434E42C4-5A17-518A-7E1F-EAAD247B8DD8}"/>
              </a:ext>
            </a:extLst>
          </p:cNvPr>
          <p:cNvSpPr txBox="1"/>
          <p:nvPr/>
        </p:nvSpPr>
        <p:spPr>
          <a:xfrm rot="2460000">
            <a:off x="2003425" y="5184775"/>
            <a:ext cx="430213" cy="141288"/>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15</a:t>
            </a:r>
            <a:endParaRPr sz="1059">
              <a:latin typeface="Lucida Sans"/>
              <a:cs typeface="Lucida Sans"/>
            </a:endParaRPr>
          </a:p>
        </p:txBody>
      </p:sp>
      <p:sp>
        <p:nvSpPr>
          <p:cNvPr id="52" name="object 52">
            <a:extLst>
              <a:ext uri="{FF2B5EF4-FFF2-40B4-BE49-F238E27FC236}">
                <a16:creationId xmlns:a16="http://schemas.microsoft.com/office/drawing/2014/main" id="{7EFC32EA-E906-1B4C-4717-FDE5AE7F8553}"/>
              </a:ext>
            </a:extLst>
          </p:cNvPr>
          <p:cNvSpPr/>
          <p:nvPr/>
        </p:nvSpPr>
        <p:spPr>
          <a:xfrm>
            <a:off x="5229225" y="3578225"/>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53" name="object 53">
            <a:extLst>
              <a:ext uri="{FF2B5EF4-FFF2-40B4-BE49-F238E27FC236}">
                <a16:creationId xmlns:a16="http://schemas.microsoft.com/office/drawing/2014/main" id="{B959480B-D89B-A384-5E66-D5B980C5A007}"/>
              </a:ext>
            </a:extLst>
          </p:cNvPr>
          <p:cNvSpPr txBox="1"/>
          <p:nvPr/>
        </p:nvSpPr>
        <p:spPr>
          <a:xfrm>
            <a:off x="5299075" y="3575050"/>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54" name="object 54">
            <a:extLst>
              <a:ext uri="{FF2B5EF4-FFF2-40B4-BE49-F238E27FC236}">
                <a16:creationId xmlns:a16="http://schemas.microsoft.com/office/drawing/2014/main" id="{5F8F3C95-9CAF-01EB-D83F-4727CF57BCA4}"/>
              </a:ext>
            </a:extLst>
          </p:cNvPr>
          <p:cNvSpPr/>
          <p:nvPr/>
        </p:nvSpPr>
        <p:spPr>
          <a:xfrm>
            <a:off x="5221288" y="51593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55" name="object 55">
            <a:extLst>
              <a:ext uri="{FF2B5EF4-FFF2-40B4-BE49-F238E27FC236}">
                <a16:creationId xmlns:a16="http://schemas.microsoft.com/office/drawing/2014/main" id="{74BFE414-0176-7D0A-24D8-3F93DE5141A9}"/>
              </a:ext>
            </a:extLst>
          </p:cNvPr>
          <p:cNvSpPr txBox="1"/>
          <p:nvPr/>
        </p:nvSpPr>
        <p:spPr>
          <a:xfrm>
            <a:off x="5291138" y="5157788"/>
            <a:ext cx="430212"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56" name="object 56">
            <a:extLst>
              <a:ext uri="{FF2B5EF4-FFF2-40B4-BE49-F238E27FC236}">
                <a16:creationId xmlns:a16="http://schemas.microsoft.com/office/drawing/2014/main" id="{ECBED5AA-E5EE-4319-4698-A96327215D9F}"/>
              </a:ext>
            </a:extLst>
          </p:cNvPr>
          <p:cNvSpPr/>
          <p:nvPr/>
        </p:nvSpPr>
        <p:spPr>
          <a:xfrm>
            <a:off x="6096000" y="4973638"/>
            <a:ext cx="544513" cy="512762"/>
          </a:xfrm>
          <a:custGeom>
            <a:avLst/>
            <a:gdLst/>
            <a:ahLst/>
            <a:cxnLst/>
            <a:rect l="l" t="t" r="r" b="b"/>
            <a:pathLst>
              <a:path w="617220" h="581660">
                <a:moveTo>
                  <a:pt x="460129" y="0"/>
                </a:moveTo>
                <a:lnTo>
                  <a:pt x="0" y="401397"/>
                </a:lnTo>
                <a:lnTo>
                  <a:pt x="156742" y="581073"/>
                </a:lnTo>
                <a:lnTo>
                  <a:pt x="616872" y="179675"/>
                </a:lnTo>
                <a:lnTo>
                  <a:pt x="460129" y="0"/>
                </a:lnTo>
                <a:close/>
              </a:path>
            </a:pathLst>
          </a:custGeom>
          <a:solidFill>
            <a:srgbClr val="F2F2F2"/>
          </a:solidFill>
        </p:spPr>
        <p:txBody>
          <a:bodyPr lIns="0" tIns="0" rIns="0" bIns="0"/>
          <a:lstStyle/>
          <a:p>
            <a:pPr>
              <a:defRPr/>
            </a:pPr>
            <a:endParaRPr sz="2647"/>
          </a:p>
        </p:txBody>
      </p:sp>
      <p:sp>
        <p:nvSpPr>
          <p:cNvPr id="57" name="object 57">
            <a:extLst>
              <a:ext uri="{FF2B5EF4-FFF2-40B4-BE49-F238E27FC236}">
                <a16:creationId xmlns:a16="http://schemas.microsoft.com/office/drawing/2014/main" id="{F3111897-D4C7-B9C2-D47C-97647B233438}"/>
              </a:ext>
            </a:extLst>
          </p:cNvPr>
          <p:cNvSpPr txBox="1"/>
          <p:nvPr/>
        </p:nvSpPr>
        <p:spPr>
          <a:xfrm rot="19140000">
            <a:off x="6162675" y="5148263"/>
            <a:ext cx="430213" cy="141287"/>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58" name="object 58">
            <a:extLst>
              <a:ext uri="{FF2B5EF4-FFF2-40B4-BE49-F238E27FC236}">
                <a16:creationId xmlns:a16="http://schemas.microsoft.com/office/drawing/2014/main" id="{B2C09454-AE26-A719-89EF-BF9A2BE7F123}"/>
              </a:ext>
            </a:extLst>
          </p:cNvPr>
          <p:cNvSpPr/>
          <p:nvPr/>
        </p:nvSpPr>
        <p:spPr>
          <a:xfrm>
            <a:off x="4121150" y="2854325"/>
            <a:ext cx="495300" cy="2674938"/>
          </a:xfrm>
          <a:custGeom>
            <a:avLst/>
            <a:gdLst/>
            <a:ahLst/>
            <a:cxnLst/>
            <a:rect l="l" t="t" r="r" b="b"/>
            <a:pathLst>
              <a:path w="561339" h="3032125">
                <a:moveTo>
                  <a:pt x="529780" y="0"/>
                </a:moveTo>
                <a:lnTo>
                  <a:pt x="15773" y="0"/>
                </a:lnTo>
                <a:lnTo>
                  <a:pt x="15773" y="238429"/>
                </a:lnTo>
                <a:lnTo>
                  <a:pt x="529780" y="238429"/>
                </a:lnTo>
                <a:lnTo>
                  <a:pt x="529780" y="0"/>
                </a:lnTo>
                <a:close/>
              </a:path>
              <a:path w="561339" h="3032125">
                <a:moveTo>
                  <a:pt x="561086" y="2831503"/>
                </a:moveTo>
                <a:lnTo>
                  <a:pt x="129514" y="2552306"/>
                </a:lnTo>
                <a:lnTo>
                  <a:pt x="0" y="2752496"/>
                </a:lnTo>
                <a:lnTo>
                  <a:pt x="431571" y="3031693"/>
                </a:lnTo>
                <a:lnTo>
                  <a:pt x="561086" y="2831503"/>
                </a:lnTo>
                <a:close/>
              </a:path>
            </a:pathLst>
          </a:custGeom>
          <a:solidFill>
            <a:srgbClr val="F2F2F2"/>
          </a:solidFill>
        </p:spPr>
        <p:txBody>
          <a:bodyPr lIns="0" tIns="0" rIns="0" bIns="0"/>
          <a:lstStyle/>
          <a:p>
            <a:pPr>
              <a:defRPr/>
            </a:pPr>
            <a:endParaRPr sz="2647"/>
          </a:p>
        </p:txBody>
      </p:sp>
      <p:sp>
        <p:nvSpPr>
          <p:cNvPr id="59" name="object 59">
            <a:extLst>
              <a:ext uri="{FF2B5EF4-FFF2-40B4-BE49-F238E27FC236}">
                <a16:creationId xmlns:a16="http://schemas.microsoft.com/office/drawing/2014/main" id="{829C4923-9D12-21DF-D166-51C6AC9FA3E3}"/>
              </a:ext>
            </a:extLst>
          </p:cNvPr>
          <p:cNvSpPr txBox="1"/>
          <p:nvPr/>
        </p:nvSpPr>
        <p:spPr>
          <a:xfrm>
            <a:off x="4205288" y="4391025"/>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60" name="object 60">
            <a:extLst>
              <a:ext uri="{FF2B5EF4-FFF2-40B4-BE49-F238E27FC236}">
                <a16:creationId xmlns:a16="http://schemas.microsoft.com/office/drawing/2014/main" id="{E95F754E-2888-410A-EFB0-DCD4B3D280D0}"/>
              </a:ext>
            </a:extLst>
          </p:cNvPr>
          <p:cNvSpPr txBox="1"/>
          <p:nvPr/>
        </p:nvSpPr>
        <p:spPr>
          <a:xfrm rot="1920000">
            <a:off x="4206875" y="5254625"/>
            <a:ext cx="352425" cy="141288"/>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sp>
        <p:nvSpPr>
          <p:cNvPr id="61" name="object 61">
            <a:extLst>
              <a:ext uri="{FF2B5EF4-FFF2-40B4-BE49-F238E27FC236}">
                <a16:creationId xmlns:a16="http://schemas.microsoft.com/office/drawing/2014/main" id="{87D249C2-8438-97DC-C22B-B7A5C4435518}"/>
              </a:ext>
            </a:extLst>
          </p:cNvPr>
          <p:cNvSpPr/>
          <p:nvPr/>
        </p:nvSpPr>
        <p:spPr>
          <a:xfrm>
            <a:off x="4094163" y="5959475"/>
            <a:ext cx="538162" cy="211138"/>
          </a:xfrm>
          <a:custGeom>
            <a:avLst/>
            <a:gdLst/>
            <a:ahLst/>
            <a:cxnLst/>
            <a:rect l="l" t="t" r="r" b="b"/>
            <a:pathLst>
              <a:path w="610870" h="238759">
                <a:moveTo>
                  <a:pt x="0" y="0"/>
                </a:moveTo>
                <a:lnTo>
                  <a:pt x="610605" y="0"/>
                </a:lnTo>
                <a:lnTo>
                  <a:pt x="610605" y="238435"/>
                </a:lnTo>
                <a:lnTo>
                  <a:pt x="0" y="238435"/>
                </a:lnTo>
                <a:lnTo>
                  <a:pt x="0" y="0"/>
                </a:lnTo>
                <a:close/>
              </a:path>
            </a:pathLst>
          </a:custGeom>
          <a:solidFill>
            <a:srgbClr val="F2F2F2"/>
          </a:solidFill>
        </p:spPr>
        <p:txBody>
          <a:bodyPr lIns="0" tIns="0" rIns="0" bIns="0"/>
          <a:lstStyle/>
          <a:p>
            <a:pPr>
              <a:defRPr/>
            </a:pPr>
            <a:endParaRPr sz="2647"/>
          </a:p>
        </p:txBody>
      </p:sp>
      <p:sp>
        <p:nvSpPr>
          <p:cNvPr id="62" name="object 62">
            <a:extLst>
              <a:ext uri="{FF2B5EF4-FFF2-40B4-BE49-F238E27FC236}">
                <a16:creationId xmlns:a16="http://schemas.microsoft.com/office/drawing/2014/main" id="{649A59E8-33EC-3B1F-98D4-3DF34B5168F4}"/>
              </a:ext>
            </a:extLst>
          </p:cNvPr>
          <p:cNvSpPr txBox="1"/>
          <p:nvPr/>
        </p:nvSpPr>
        <p:spPr>
          <a:xfrm>
            <a:off x="4164013" y="5956300"/>
            <a:ext cx="428625"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16</a:t>
            </a:r>
            <a:endParaRPr sz="1059">
              <a:latin typeface="Lucida Sans"/>
              <a:cs typeface="Lucida Sans"/>
            </a:endParaRPr>
          </a:p>
        </p:txBody>
      </p:sp>
      <p:grpSp>
        <p:nvGrpSpPr>
          <p:cNvPr id="112660" name="object 63">
            <a:extLst>
              <a:ext uri="{FF2B5EF4-FFF2-40B4-BE49-F238E27FC236}">
                <a16:creationId xmlns:a16="http://schemas.microsoft.com/office/drawing/2014/main" id="{C99055CD-D9C9-B478-4C52-E29A4982C823}"/>
              </a:ext>
            </a:extLst>
          </p:cNvPr>
          <p:cNvGrpSpPr>
            <a:grpSpLocks/>
          </p:cNvGrpSpPr>
          <p:nvPr/>
        </p:nvGrpSpPr>
        <p:grpSpPr bwMode="auto">
          <a:xfrm>
            <a:off x="1220788" y="2963863"/>
            <a:ext cx="4106862" cy="1676400"/>
            <a:chOff x="1231593" y="3358251"/>
            <a:chExt cx="4653915" cy="1900555"/>
          </a:xfrm>
        </p:grpSpPr>
        <p:sp>
          <p:nvSpPr>
            <p:cNvPr id="64" name="object 64">
              <a:extLst>
                <a:ext uri="{FF2B5EF4-FFF2-40B4-BE49-F238E27FC236}">
                  <a16:creationId xmlns:a16="http://schemas.microsoft.com/office/drawing/2014/main" id="{39F1731F-99E9-DAEF-D22C-8F88E55FF87C}"/>
                </a:ext>
              </a:extLst>
            </p:cNvPr>
            <p:cNvSpPr/>
            <p:nvPr/>
          </p:nvSpPr>
          <p:spPr>
            <a:xfrm>
              <a:off x="3428125" y="3387047"/>
              <a:ext cx="2336853" cy="1490208"/>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65" name="object 65">
              <a:extLst>
                <a:ext uri="{FF2B5EF4-FFF2-40B4-BE49-F238E27FC236}">
                  <a16:creationId xmlns:a16="http://schemas.microsoft.com/office/drawing/2014/main" id="{289FDC20-F4BB-C9EE-7994-07D5A4CBAFE3}"/>
                </a:ext>
              </a:extLst>
            </p:cNvPr>
            <p:cNvSpPr/>
            <p:nvPr/>
          </p:nvSpPr>
          <p:spPr>
            <a:xfrm>
              <a:off x="5630055" y="4735073"/>
              <a:ext cx="255453" cy="219572"/>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66" name="object 66">
              <a:extLst>
                <a:ext uri="{FF2B5EF4-FFF2-40B4-BE49-F238E27FC236}">
                  <a16:creationId xmlns:a16="http://schemas.microsoft.com/office/drawing/2014/main" id="{17D255C2-2CAF-BA14-9261-05E903706CCC}"/>
                </a:ext>
              </a:extLst>
            </p:cNvPr>
            <p:cNvSpPr/>
            <p:nvPr/>
          </p:nvSpPr>
          <p:spPr>
            <a:xfrm>
              <a:off x="1406092" y="3595820"/>
              <a:ext cx="1719808" cy="1483009"/>
            </a:xfrm>
            <a:custGeom>
              <a:avLst/>
              <a:gdLst/>
              <a:ahLst/>
              <a:cxnLst/>
              <a:rect l="l" t="t" r="r" b="b"/>
              <a:pathLst>
                <a:path w="1718945" h="1483995">
                  <a:moveTo>
                    <a:pt x="1718858" y="0"/>
                  </a:moveTo>
                  <a:lnTo>
                    <a:pt x="1697199" y="18696"/>
                  </a:lnTo>
                  <a:lnTo>
                    <a:pt x="0" y="1483815"/>
                  </a:lnTo>
                </a:path>
              </a:pathLst>
            </a:custGeom>
            <a:ln w="57224">
              <a:solidFill>
                <a:srgbClr val="000000"/>
              </a:solidFill>
            </a:ln>
          </p:spPr>
          <p:txBody>
            <a:bodyPr lIns="0" tIns="0" rIns="0" bIns="0"/>
            <a:lstStyle/>
            <a:p>
              <a:pPr>
                <a:defRPr/>
              </a:pPr>
              <a:endParaRPr sz="2647"/>
            </a:p>
          </p:txBody>
        </p:sp>
        <p:sp>
          <p:nvSpPr>
            <p:cNvPr id="67" name="object 67">
              <a:extLst>
                <a:ext uri="{FF2B5EF4-FFF2-40B4-BE49-F238E27FC236}">
                  <a16:creationId xmlns:a16="http://schemas.microsoft.com/office/drawing/2014/main" id="{4054B4A4-4A09-4BD9-0971-476B23CF7983}"/>
                </a:ext>
              </a:extLst>
            </p:cNvPr>
            <p:cNvSpPr/>
            <p:nvPr/>
          </p:nvSpPr>
          <p:spPr>
            <a:xfrm>
              <a:off x="2985581" y="3502232"/>
              <a:ext cx="248257" cy="235769"/>
            </a:xfrm>
            <a:custGeom>
              <a:avLst/>
              <a:gdLst/>
              <a:ahLst/>
              <a:cxnLst/>
              <a:rect l="l" t="t" r="r" b="b"/>
              <a:pathLst>
                <a:path w="248285" h="236220">
                  <a:moveTo>
                    <a:pt x="248053" y="0"/>
                  </a:moveTo>
                  <a:lnTo>
                    <a:pt x="0" y="62939"/>
                  </a:lnTo>
                  <a:lnTo>
                    <a:pt x="118103" y="112180"/>
                  </a:lnTo>
                  <a:lnTo>
                    <a:pt x="149572" y="236208"/>
                  </a:lnTo>
                  <a:lnTo>
                    <a:pt x="248053" y="0"/>
                  </a:lnTo>
                  <a:close/>
                </a:path>
              </a:pathLst>
            </a:custGeom>
            <a:solidFill>
              <a:srgbClr val="000000"/>
            </a:solidFill>
          </p:spPr>
          <p:txBody>
            <a:bodyPr lIns="0" tIns="0" rIns="0" bIns="0"/>
            <a:lstStyle/>
            <a:p>
              <a:pPr>
                <a:defRPr/>
              </a:pPr>
              <a:endParaRPr sz="2647"/>
            </a:p>
          </p:txBody>
        </p:sp>
        <p:sp>
          <p:nvSpPr>
            <p:cNvPr id="68" name="object 68">
              <a:extLst>
                <a:ext uri="{FF2B5EF4-FFF2-40B4-BE49-F238E27FC236}">
                  <a16:creationId xmlns:a16="http://schemas.microsoft.com/office/drawing/2014/main" id="{6448C558-DE77-09A0-91DB-8B44B4BB0A56}"/>
                </a:ext>
              </a:extLst>
            </p:cNvPr>
            <p:cNvSpPr/>
            <p:nvPr/>
          </p:nvSpPr>
          <p:spPr>
            <a:xfrm>
              <a:off x="1236989" y="4900652"/>
              <a:ext cx="352597" cy="352755"/>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69" name="object 69">
              <a:extLst>
                <a:ext uri="{FF2B5EF4-FFF2-40B4-BE49-F238E27FC236}">
                  <a16:creationId xmlns:a16="http://schemas.microsoft.com/office/drawing/2014/main" id="{B677B186-50A7-6227-87BF-8463871C0202}"/>
                </a:ext>
              </a:extLst>
            </p:cNvPr>
            <p:cNvSpPr/>
            <p:nvPr/>
          </p:nvSpPr>
          <p:spPr>
            <a:xfrm>
              <a:off x="1236989" y="4900652"/>
              <a:ext cx="352597" cy="352755"/>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70" name="object 70">
            <a:extLst>
              <a:ext uri="{FF2B5EF4-FFF2-40B4-BE49-F238E27FC236}">
                <a16:creationId xmlns:a16="http://schemas.microsoft.com/office/drawing/2014/main" id="{DE35E77F-6130-111C-2A8F-9D61EE14D7B5}"/>
              </a:ext>
            </a:extLst>
          </p:cNvPr>
          <p:cNvSpPr txBox="1"/>
          <p:nvPr/>
        </p:nvSpPr>
        <p:spPr>
          <a:xfrm>
            <a:off x="1327150" y="4338638"/>
            <a:ext cx="109538"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12662" name="object 71">
            <a:extLst>
              <a:ext uri="{FF2B5EF4-FFF2-40B4-BE49-F238E27FC236}">
                <a16:creationId xmlns:a16="http://schemas.microsoft.com/office/drawing/2014/main" id="{76038996-4977-5131-1C13-EF9A8AECD017}"/>
              </a:ext>
            </a:extLst>
          </p:cNvPr>
          <p:cNvGrpSpPr>
            <a:grpSpLocks/>
          </p:cNvGrpSpPr>
          <p:nvPr/>
        </p:nvGrpSpPr>
        <p:grpSpPr bwMode="auto">
          <a:xfrm>
            <a:off x="1938338" y="2808288"/>
            <a:ext cx="5448300" cy="1835150"/>
            <a:chOff x="2043932" y="3182881"/>
            <a:chExt cx="6175375" cy="2079625"/>
          </a:xfrm>
        </p:grpSpPr>
        <p:sp>
          <p:nvSpPr>
            <p:cNvPr id="72" name="object 72">
              <a:extLst>
                <a:ext uri="{FF2B5EF4-FFF2-40B4-BE49-F238E27FC236}">
                  <a16:creationId xmlns:a16="http://schemas.microsoft.com/office/drawing/2014/main" id="{283A7495-952F-1493-CCCF-4A76476A8951}"/>
                </a:ext>
              </a:extLst>
            </p:cNvPr>
            <p:cNvSpPr/>
            <p:nvPr/>
          </p:nvSpPr>
          <p:spPr>
            <a:xfrm>
              <a:off x="7861235" y="4904508"/>
              <a:ext cx="352673" cy="352601"/>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73" name="object 73">
              <a:extLst>
                <a:ext uri="{FF2B5EF4-FFF2-40B4-BE49-F238E27FC236}">
                  <a16:creationId xmlns:a16="http://schemas.microsoft.com/office/drawing/2014/main" id="{A583CB3A-5618-9842-D2FF-56AEC2A28288}"/>
                </a:ext>
              </a:extLst>
            </p:cNvPr>
            <p:cNvSpPr/>
            <p:nvPr/>
          </p:nvSpPr>
          <p:spPr>
            <a:xfrm>
              <a:off x="7861235" y="4904508"/>
              <a:ext cx="352673" cy="352601"/>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74" name="object 74">
              <a:extLst>
                <a:ext uri="{FF2B5EF4-FFF2-40B4-BE49-F238E27FC236}">
                  <a16:creationId xmlns:a16="http://schemas.microsoft.com/office/drawing/2014/main" id="{5FB66F92-EF84-ACFA-9720-80F60924BDD5}"/>
                </a:ext>
              </a:extLst>
            </p:cNvPr>
            <p:cNvSpPr/>
            <p:nvPr/>
          </p:nvSpPr>
          <p:spPr>
            <a:xfrm>
              <a:off x="3242300" y="3188277"/>
              <a:ext cx="352673" cy="352601"/>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75" name="object 75">
              <a:extLst>
                <a:ext uri="{FF2B5EF4-FFF2-40B4-BE49-F238E27FC236}">
                  <a16:creationId xmlns:a16="http://schemas.microsoft.com/office/drawing/2014/main" id="{CEC26414-8EB3-901C-7DA3-AA444D63C6D7}"/>
                </a:ext>
              </a:extLst>
            </p:cNvPr>
            <p:cNvSpPr/>
            <p:nvPr/>
          </p:nvSpPr>
          <p:spPr>
            <a:xfrm>
              <a:off x="3242300" y="3188277"/>
              <a:ext cx="352673" cy="352601"/>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76" name="object 76">
              <a:extLst>
                <a:ext uri="{FF2B5EF4-FFF2-40B4-BE49-F238E27FC236}">
                  <a16:creationId xmlns:a16="http://schemas.microsoft.com/office/drawing/2014/main" id="{651E272F-D80F-ABB9-3A79-B82A5D94790F}"/>
                </a:ext>
              </a:extLst>
            </p:cNvPr>
            <p:cNvSpPr/>
            <p:nvPr/>
          </p:nvSpPr>
          <p:spPr>
            <a:xfrm>
              <a:off x="6004305" y="5113190"/>
              <a:ext cx="1698588" cy="0"/>
            </a:xfrm>
            <a:custGeom>
              <a:avLst/>
              <a:gdLst/>
              <a:ahLst/>
              <a:cxnLst/>
              <a:rect l="l" t="t" r="r" b="b"/>
              <a:pathLst>
                <a:path w="1698625">
                  <a:moveTo>
                    <a:pt x="0" y="0"/>
                  </a:moveTo>
                  <a:lnTo>
                    <a:pt x="753454" y="0"/>
                  </a:lnTo>
                </a:path>
                <a:path w="1698625">
                  <a:moveTo>
                    <a:pt x="1364059" y="0"/>
                  </a:moveTo>
                  <a:lnTo>
                    <a:pt x="1698064" y="0"/>
                  </a:lnTo>
                </a:path>
              </a:pathLst>
            </a:custGeom>
            <a:ln w="57237">
              <a:solidFill>
                <a:srgbClr val="000000"/>
              </a:solidFill>
            </a:ln>
          </p:spPr>
          <p:txBody>
            <a:bodyPr lIns="0" tIns="0" rIns="0" bIns="0"/>
            <a:lstStyle/>
            <a:p>
              <a:pPr>
                <a:defRPr/>
              </a:pPr>
              <a:endParaRPr sz="2647"/>
            </a:p>
          </p:txBody>
        </p:sp>
        <p:sp>
          <p:nvSpPr>
            <p:cNvPr id="77" name="object 77">
              <a:extLst>
                <a:ext uri="{FF2B5EF4-FFF2-40B4-BE49-F238E27FC236}">
                  <a16:creationId xmlns:a16="http://schemas.microsoft.com/office/drawing/2014/main" id="{D82396F0-4028-973D-2E73-4AFB7E5C84DE}"/>
                </a:ext>
              </a:extLst>
            </p:cNvPr>
            <p:cNvSpPr/>
            <p:nvPr/>
          </p:nvSpPr>
          <p:spPr>
            <a:xfrm>
              <a:off x="7616524" y="4999854"/>
              <a:ext cx="228518" cy="228470"/>
            </a:xfrm>
            <a:custGeom>
              <a:avLst/>
              <a:gdLst/>
              <a:ahLst/>
              <a:cxnLst/>
              <a:rect l="l" t="t" r="r" b="b"/>
              <a:pathLst>
                <a:path w="229234" h="229235">
                  <a:moveTo>
                    <a:pt x="0" y="0"/>
                  </a:moveTo>
                  <a:lnTo>
                    <a:pt x="57224" y="114448"/>
                  </a:lnTo>
                  <a:lnTo>
                    <a:pt x="1" y="228897"/>
                  </a:lnTo>
                  <a:lnTo>
                    <a:pt x="228898" y="114447"/>
                  </a:lnTo>
                  <a:lnTo>
                    <a:pt x="0" y="0"/>
                  </a:lnTo>
                  <a:close/>
                </a:path>
              </a:pathLst>
            </a:custGeom>
            <a:solidFill>
              <a:srgbClr val="000000"/>
            </a:solidFill>
          </p:spPr>
          <p:txBody>
            <a:bodyPr lIns="0" tIns="0" rIns="0" bIns="0"/>
            <a:lstStyle/>
            <a:p>
              <a:pPr>
                <a:defRPr/>
              </a:pPr>
              <a:endParaRPr sz="2647"/>
            </a:p>
          </p:txBody>
        </p:sp>
        <p:sp>
          <p:nvSpPr>
            <p:cNvPr id="78" name="object 78">
              <a:extLst>
                <a:ext uri="{FF2B5EF4-FFF2-40B4-BE49-F238E27FC236}">
                  <a16:creationId xmlns:a16="http://schemas.microsoft.com/office/drawing/2014/main" id="{E7720175-374A-C13A-EF5A-3A159D09CFA3}"/>
                </a:ext>
              </a:extLst>
            </p:cNvPr>
            <p:cNvSpPr/>
            <p:nvPr/>
          </p:nvSpPr>
          <p:spPr>
            <a:xfrm>
              <a:off x="2043932" y="3961840"/>
              <a:ext cx="3078690" cy="579273"/>
            </a:xfrm>
            <a:custGeom>
              <a:avLst/>
              <a:gdLst/>
              <a:ahLst/>
              <a:cxnLst/>
              <a:rect l="l" t="t" r="r" b="b"/>
              <a:pathLst>
                <a:path w="3077845" h="579754">
                  <a:moveTo>
                    <a:pt x="618020" y="180492"/>
                  </a:moveTo>
                  <a:lnTo>
                    <a:pt x="462229" y="0"/>
                  </a:lnTo>
                  <a:lnTo>
                    <a:pt x="0" y="398983"/>
                  </a:lnTo>
                  <a:lnTo>
                    <a:pt x="155803" y="579475"/>
                  </a:lnTo>
                  <a:lnTo>
                    <a:pt x="618020" y="180492"/>
                  </a:lnTo>
                  <a:close/>
                </a:path>
                <a:path w="3077845" h="579754">
                  <a:moveTo>
                    <a:pt x="3077680" y="345008"/>
                  </a:moveTo>
                  <a:lnTo>
                    <a:pt x="2562707" y="16929"/>
                  </a:lnTo>
                  <a:lnTo>
                    <a:pt x="2434590" y="218033"/>
                  </a:lnTo>
                  <a:lnTo>
                    <a:pt x="2949575" y="546112"/>
                  </a:lnTo>
                  <a:lnTo>
                    <a:pt x="3077680" y="345008"/>
                  </a:lnTo>
                  <a:close/>
                </a:path>
              </a:pathLst>
            </a:custGeom>
            <a:solidFill>
              <a:srgbClr val="F2F2F2"/>
            </a:solidFill>
          </p:spPr>
          <p:txBody>
            <a:bodyPr lIns="0" tIns="0" rIns="0" bIns="0"/>
            <a:lstStyle/>
            <a:p>
              <a:pPr>
                <a:defRPr/>
              </a:pPr>
              <a:endParaRPr sz="2647"/>
            </a:p>
          </p:txBody>
        </p:sp>
      </p:grpSp>
      <p:sp>
        <p:nvSpPr>
          <p:cNvPr id="79" name="object 79">
            <a:extLst>
              <a:ext uri="{FF2B5EF4-FFF2-40B4-BE49-F238E27FC236}">
                <a16:creationId xmlns:a16="http://schemas.microsoft.com/office/drawing/2014/main" id="{32F47A0A-2065-215C-6D64-7B98A88E70E0}"/>
              </a:ext>
            </a:extLst>
          </p:cNvPr>
          <p:cNvSpPr txBox="1"/>
          <p:nvPr/>
        </p:nvSpPr>
        <p:spPr>
          <a:xfrm>
            <a:off x="6176963" y="4402138"/>
            <a:ext cx="407987"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22" dirty="0">
                <a:solidFill>
                  <a:srgbClr val="BABABA"/>
                </a:solidFill>
                <a:latin typeface="Lucida Sans"/>
                <a:cs typeface="Lucida Sans"/>
              </a:rPr>
              <a:t>10</a:t>
            </a:r>
            <a:endParaRPr sz="1059">
              <a:latin typeface="Lucida Sans"/>
              <a:cs typeface="Lucida Sans"/>
            </a:endParaRPr>
          </a:p>
        </p:txBody>
      </p:sp>
      <p:grpSp>
        <p:nvGrpSpPr>
          <p:cNvPr id="112664" name="object 80">
            <a:extLst>
              <a:ext uri="{FF2B5EF4-FFF2-40B4-BE49-F238E27FC236}">
                <a16:creationId xmlns:a16="http://schemas.microsoft.com/office/drawing/2014/main" id="{EBC6A8DA-2BB6-37C5-C125-F133FEF1AF95}"/>
              </a:ext>
            </a:extLst>
          </p:cNvPr>
          <p:cNvGrpSpPr>
            <a:grpSpLocks/>
          </p:cNvGrpSpPr>
          <p:nvPr/>
        </p:nvGrpSpPr>
        <p:grpSpPr bwMode="auto">
          <a:xfrm>
            <a:off x="1771650" y="3325813"/>
            <a:ext cx="4864100" cy="1320800"/>
            <a:chOff x="1854768" y="3768639"/>
            <a:chExt cx="5513070" cy="1496695"/>
          </a:xfrm>
        </p:grpSpPr>
        <p:sp>
          <p:nvSpPr>
            <p:cNvPr id="81" name="object 81">
              <a:extLst>
                <a:ext uri="{FF2B5EF4-FFF2-40B4-BE49-F238E27FC236}">
                  <a16:creationId xmlns:a16="http://schemas.microsoft.com/office/drawing/2014/main" id="{A259A0CA-F3E7-26FE-A4DF-13E9D3D09620}"/>
                </a:ext>
              </a:extLst>
            </p:cNvPr>
            <p:cNvSpPr/>
            <p:nvPr/>
          </p:nvSpPr>
          <p:spPr>
            <a:xfrm>
              <a:off x="5865419" y="4907350"/>
              <a:ext cx="352664" cy="35258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82" name="object 82">
              <a:extLst>
                <a:ext uri="{FF2B5EF4-FFF2-40B4-BE49-F238E27FC236}">
                  <a16:creationId xmlns:a16="http://schemas.microsoft.com/office/drawing/2014/main" id="{C60CCC08-D6A8-1614-4942-B94311E1E68A}"/>
                </a:ext>
              </a:extLst>
            </p:cNvPr>
            <p:cNvSpPr/>
            <p:nvPr/>
          </p:nvSpPr>
          <p:spPr>
            <a:xfrm>
              <a:off x="5865419" y="4907350"/>
              <a:ext cx="352664" cy="352587"/>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83" name="object 83">
              <a:extLst>
                <a:ext uri="{FF2B5EF4-FFF2-40B4-BE49-F238E27FC236}">
                  <a16:creationId xmlns:a16="http://schemas.microsoft.com/office/drawing/2014/main" id="{829DFA3D-9648-AF88-5B04-CCAE3C17D41D}"/>
                </a:ext>
              </a:extLst>
            </p:cNvPr>
            <p:cNvSpPr/>
            <p:nvPr/>
          </p:nvSpPr>
          <p:spPr>
            <a:xfrm>
              <a:off x="1854768" y="3768639"/>
              <a:ext cx="5513070" cy="1440928"/>
            </a:xfrm>
            <a:custGeom>
              <a:avLst/>
              <a:gdLst/>
              <a:ahLst/>
              <a:cxnLst/>
              <a:rect l="l" t="t" r="r" b="b"/>
              <a:pathLst>
                <a:path w="5513070" h="1440179">
                  <a:moveTo>
                    <a:pt x="808774" y="371132"/>
                  </a:moveTo>
                  <a:lnTo>
                    <a:pt x="652983" y="190639"/>
                  </a:lnTo>
                  <a:lnTo>
                    <a:pt x="401802" y="407454"/>
                  </a:lnTo>
                  <a:lnTo>
                    <a:pt x="259041" y="242049"/>
                  </a:lnTo>
                  <a:lnTo>
                    <a:pt x="0" y="465632"/>
                  </a:lnTo>
                  <a:lnTo>
                    <a:pt x="155803" y="646125"/>
                  </a:lnTo>
                  <a:lnTo>
                    <a:pt x="203771" y="604723"/>
                  </a:lnTo>
                  <a:lnTo>
                    <a:pt x="346544" y="770115"/>
                  </a:lnTo>
                  <a:lnTo>
                    <a:pt x="808774" y="371132"/>
                  </a:lnTo>
                  <a:close/>
                </a:path>
                <a:path w="5513070" h="1440179">
                  <a:moveTo>
                    <a:pt x="3262172" y="537895"/>
                  </a:moveTo>
                  <a:lnTo>
                    <a:pt x="2988195" y="363359"/>
                  </a:lnTo>
                  <a:lnTo>
                    <a:pt x="3102559" y="183857"/>
                  </a:lnTo>
                  <a:lnTo>
                    <a:pt x="2813964" y="0"/>
                  </a:lnTo>
                  <a:lnTo>
                    <a:pt x="2685846" y="201091"/>
                  </a:lnTo>
                  <a:lnTo>
                    <a:pt x="2733433" y="231419"/>
                  </a:lnTo>
                  <a:lnTo>
                    <a:pt x="2619083" y="410908"/>
                  </a:lnTo>
                  <a:lnTo>
                    <a:pt x="3134068" y="738987"/>
                  </a:lnTo>
                  <a:lnTo>
                    <a:pt x="3262172" y="537895"/>
                  </a:lnTo>
                  <a:close/>
                </a:path>
                <a:path w="5513070" h="1440179">
                  <a:moveTo>
                    <a:pt x="5512828" y="1201712"/>
                  </a:moveTo>
                  <a:lnTo>
                    <a:pt x="5196725" y="1201712"/>
                  </a:lnTo>
                  <a:lnTo>
                    <a:pt x="5196725" y="972807"/>
                  </a:lnTo>
                  <a:lnTo>
                    <a:pt x="4854537" y="972807"/>
                  </a:lnTo>
                  <a:lnTo>
                    <a:pt x="4854537" y="1211249"/>
                  </a:lnTo>
                  <a:lnTo>
                    <a:pt x="4902225" y="1211249"/>
                  </a:lnTo>
                  <a:lnTo>
                    <a:pt x="4902225" y="1440141"/>
                  </a:lnTo>
                  <a:lnTo>
                    <a:pt x="5512828" y="1440141"/>
                  </a:lnTo>
                  <a:lnTo>
                    <a:pt x="5512828" y="1201712"/>
                  </a:lnTo>
                  <a:close/>
                </a:path>
              </a:pathLst>
            </a:custGeom>
            <a:solidFill>
              <a:srgbClr val="F2F2F2"/>
            </a:solidFill>
          </p:spPr>
          <p:txBody>
            <a:bodyPr lIns="0" tIns="0" rIns="0" bIns="0"/>
            <a:lstStyle/>
            <a:p>
              <a:pPr>
                <a:defRPr/>
              </a:pPr>
              <a:endParaRPr sz="2647"/>
            </a:p>
          </p:txBody>
        </p:sp>
      </p:grpSp>
      <p:sp>
        <p:nvSpPr>
          <p:cNvPr id="84" name="object 84">
            <a:extLst>
              <a:ext uri="{FF2B5EF4-FFF2-40B4-BE49-F238E27FC236}">
                <a16:creationId xmlns:a16="http://schemas.microsoft.com/office/drawing/2014/main" id="{DFE99668-74F2-7649-FA8E-C434945FC53F}"/>
              </a:ext>
            </a:extLst>
          </p:cNvPr>
          <p:cNvSpPr txBox="1"/>
          <p:nvPr/>
        </p:nvSpPr>
        <p:spPr>
          <a:xfrm>
            <a:off x="6124575" y="4181475"/>
            <a:ext cx="193675" cy="173038"/>
          </a:xfrm>
          <a:prstGeom prst="rect">
            <a:avLst/>
          </a:prstGeom>
        </p:spPr>
        <p:txBody>
          <a:bodyPr lIns="0" tIns="11206" rIns="0" bIns="0">
            <a:spAutoFit/>
          </a:bodyPr>
          <a:lstStyle/>
          <a:p>
            <a:pPr marL="11206">
              <a:spcBef>
                <a:spcPts val="88"/>
              </a:spcBef>
              <a:defRPr/>
            </a:pPr>
            <a:r>
              <a:rPr sz="1059" spc="-22" dirty="0">
                <a:solidFill>
                  <a:srgbClr val="8D3124"/>
                </a:solidFill>
                <a:latin typeface="Lucida Sans"/>
                <a:cs typeface="Lucida Sans"/>
              </a:rPr>
              <a:t>10</a:t>
            </a:r>
            <a:endParaRPr sz="1059">
              <a:latin typeface="Lucida Sans"/>
              <a:cs typeface="Lucida Sans"/>
            </a:endParaRPr>
          </a:p>
        </p:txBody>
      </p:sp>
      <p:sp>
        <p:nvSpPr>
          <p:cNvPr id="85" name="object 85">
            <a:extLst>
              <a:ext uri="{FF2B5EF4-FFF2-40B4-BE49-F238E27FC236}">
                <a16:creationId xmlns:a16="http://schemas.microsoft.com/office/drawing/2014/main" id="{1D85B6DC-C5ED-4826-A498-2F9694700B36}"/>
              </a:ext>
            </a:extLst>
          </p:cNvPr>
          <p:cNvSpPr txBox="1"/>
          <p:nvPr/>
        </p:nvSpPr>
        <p:spPr>
          <a:xfrm rot="19200000">
            <a:off x="1855788" y="3635375"/>
            <a:ext cx="219075" cy="141288"/>
          </a:xfrm>
          <a:prstGeom prst="rect">
            <a:avLst/>
          </a:prstGeom>
        </p:spPr>
        <p:txBody>
          <a:bodyPr lIns="0" tIns="0" rIns="0" bIns="0">
            <a:spAutoFit/>
          </a:bodyPr>
          <a:lstStyle/>
          <a:p>
            <a:pPr>
              <a:lnSpc>
                <a:spcPts val="1059"/>
              </a:lnSpc>
              <a:defRPr/>
            </a:pPr>
            <a:r>
              <a:rPr sz="1059" spc="-22" dirty="0">
                <a:solidFill>
                  <a:srgbClr val="8D3124"/>
                </a:solidFill>
                <a:latin typeface="Lucida Sans"/>
                <a:cs typeface="Lucida Sans"/>
              </a:rPr>
              <a:t>10</a:t>
            </a:r>
            <a:endParaRPr sz="1059">
              <a:latin typeface="Lucida Sans"/>
              <a:cs typeface="Lucida Sans"/>
            </a:endParaRPr>
          </a:p>
        </p:txBody>
      </p:sp>
      <p:sp>
        <p:nvSpPr>
          <p:cNvPr id="86" name="object 86">
            <a:extLst>
              <a:ext uri="{FF2B5EF4-FFF2-40B4-BE49-F238E27FC236}">
                <a16:creationId xmlns:a16="http://schemas.microsoft.com/office/drawing/2014/main" id="{5C6ECD09-3C69-489F-7C00-1B404B74294A}"/>
              </a:ext>
            </a:extLst>
          </p:cNvPr>
          <p:cNvSpPr txBox="1"/>
          <p:nvPr/>
        </p:nvSpPr>
        <p:spPr>
          <a:xfrm rot="19200000">
            <a:off x="1982788" y="3676650"/>
            <a:ext cx="458787" cy="141288"/>
          </a:xfrm>
          <a:prstGeom prst="rect">
            <a:avLst/>
          </a:prstGeom>
        </p:spPr>
        <p:txBody>
          <a:bodyPr lIns="0" tIns="0" rIns="0" bIns="0">
            <a:spAutoFit/>
          </a:bodyPr>
          <a:lstStyle/>
          <a:p>
            <a:pPr>
              <a:lnSpc>
                <a:spcPts val="1059"/>
              </a:lnSpc>
              <a:defRPr/>
            </a:pPr>
            <a:r>
              <a:rPr sz="1588" b="1" spc="-1290" baseline="2314" dirty="0">
                <a:solidFill>
                  <a:srgbClr val="8D3124"/>
                </a:solidFill>
                <a:latin typeface="Lucida Sans"/>
                <a:cs typeface="Lucida Sans"/>
              </a:rPr>
              <a:t>—</a:t>
            </a:r>
            <a:r>
              <a:rPr sz="1059" dirty="0">
                <a:latin typeface="Lucida Sans"/>
                <a:cs typeface="Lucida Sans"/>
              </a:rPr>
              <a:t>0</a:t>
            </a:r>
            <a:r>
              <a:rPr sz="1059" spc="-26" dirty="0">
                <a:latin typeface="Lucida Sans"/>
                <a:cs typeface="Lucida Sans"/>
              </a:rPr>
              <a:t> </a:t>
            </a:r>
            <a:r>
              <a:rPr sz="1059" dirty="0">
                <a:latin typeface="Lucida Sans"/>
                <a:cs typeface="Lucida Sans"/>
              </a:rPr>
              <a:t>/</a:t>
            </a:r>
            <a:r>
              <a:rPr sz="1059" spc="-18" dirty="0">
                <a:latin typeface="Lucida Sans"/>
                <a:cs typeface="Lucida Sans"/>
              </a:rPr>
              <a:t> </a:t>
            </a:r>
            <a:r>
              <a:rPr sz="1588" spc="-33" baseline="2314" dirty="0">
                <a:latin typeface="Lucida Sans"/>
                <a:cs typeface="Lucida Sans"/>
              </a:rPr>
              <a:t>10</a:t>
            </a:r>
            <a:endParaRPr sz="1588" baseline="2314">
              <a:latin typeface="Lucida Sans"/>
              <a:cs typeface="Lucida Sans"/>
            </a:endParaRPr>
          </a:p>
        </p:txBody>
      </p:sp>
      <p:sp>
        <p:nvSpPr>
          <p:cNvPr id="87" name="object 87">
            <a:extLst>
              <a:ext uri="{FF2B5EF4-FFF2-40B4-BE49-F238E27FC236}">
                <a16:creationId xmlns:a16="http://schemas.microsoft.com/office/drawing/2014/main" id="{B2CACE9A-EF7C-6927-5DD0-41504DD273A2}"/>
              </a:ext>
            </a:extLst>
          </p:cNvPr>
          <p:cNvSpPr txBox="1"/>
          <p:nvPr/>
        </p:nvSpPr>
        <p:spPr>
          <a:xfrm rot="1920000">
            <a:off x="4229100" y="3438525"/>
            <a:ext cx="219075" cy="127000"/>
          </a:xfrm>
          <a:prstGeom prst="rect">
            <a:avLst/>
          </a:prstGeom>
        </p:spPr>
        <p:txBody>
          <a:bodyPr lIns="0" tIns="0" rIns="0" bIns="0">
            <a:spAutoFit/>
          </a:bodyPr>
          <a:lstStyle/>
          <a:p>
            <a:pPr>
              <a:lnSpc>
                <a:spcPts val="1046"/>
              </a:lnSpc>
              <a:defRPr/>
            </a:pPr>
            <a:r>
              <a:rPr sz="1059" spc="-22" dirty="0">
                <a:solidFill>
                  <a:srgbClr val="8D3124"/>
                </a:solidFill>
                <a:latin typeface="Lucida Sans"/>
                <a:cs typeface="Lucida Sans"/>
              </a:rPr>
              <a:t>10</a:t>
            </a:r>
            <a:endParaRPr sz="1059">
              <a:latin typeface="Lucida Sans"/>
              <a:cs typeface="Lucida Sans"/>
            </a:endParaRPr>
          </a:p>
        </p:txBody>
      </p:sp>
      <p:sp>
        <p:nvSpPr>
          <p:cNvPr id="88" name="object 88">
            <a:extLst>
              <a:ext uri="{FF2B5EF4-FFF2-40B4-BE49-F238E27FC236}">
                <a16:creationId xmlns:a16="http://schemas.microsoft.com/office/drawing/2014/main" id="{1005498C-B26B-DDB7-A362-5619F89EF004}"/>
              </a:ext>
            </a:extLst>
          </p:cNvPr>
          <p:cNvSpPr txBox="1"/>
          <p:nvPr/>
        </p:nvSpPr>
        <p:spPr>
          <a:xfrm rot="1920000">
            <a:off x="4137025" y="3673475"/>
            <a:ext cx="458788" cy="139700"/>
          </a:xfrm>
          <a:prstGeom prst="rect">
            <a:avLst/>
          </a:prstGeom>
        </p:spPr>
        <p:txBody>
          <a:bodyPr lIns="0" tIns="0" rIns="0" bIns="0">
            <a:spAutoFit/>
          </a:bodyPr>
          <a:lstStyle/>
          <a:p>
            <a:pPr>
              <a:lnSpc>
                <a:spcPts val="1050"/>
              </a:lnSpc>
              <a:defRPr/>
            </a:pPr>
            <a:r>
              <a:rPr sz="1588" b="1" spc="-1250" baseline="2314" dirty="0">
                <a:solidFill>
                  <a:srgbClr val="8D3124"/>
                </a:solidFill>
                <a:latin typeface="Lucida Sans"/>
                <a:cs typeface="Lucida Sans"/>
              </a:rPr>
              <a:t>—</a:t>
            </a:r>
            <a:r>
              <a:rPr sz="1059" dirty="0">
                <a:latin typeface="Lucida Sans"/>
                <a:cs typeface="Lucida Sans"/>
              </a:rPr>
              <a:t>0</a:t>
            </a:r>
            <a:r>
              <a:rPr sz="1059" spc="-13"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89" name="object 89">
            <a:extLst>
              <a:ext uri="{FF2B5EF4-FFF2-40B4-BE49-F238E27FC236}">
                <a16:creationId xmlns:a16="http://schemas.microsoft.com/office/drawing/2014/main" id="{951C611C-DAEC-C1D1-F9DB-25B0F419A0F8}"/>
              </a:ext>
            </a:extLst>
          </p:cNvPr>
          <p:cNvSpPr txBox="1"/>
          <p:nvPr/>
        </p:nvSpPr>
        <p:spPr>
          <a:xfrm>
            <a:off x="6140450" y="4383088"/>
            <a:ext cx="455613" cy="174625"/>
          </a:xfrm>
          <a:prstGeom prst="rect">
            <a:avLst/>
          </a:prstGeom>
        </p:spPr>
        <p:txBody>
          <a:bodyPr lIns="0" tIns="11206" rIns="0" bIns="0">
            <a:spAutoFit/>
          </a:bodyPr>
          <a:lstStyle/>
          <a:p>
            <a:pPr marL="11206">
              <a:spcBef>
                <a:spcPts val="88"/>
              </a:spcBef>
              <a:defRPr/>
            </a:pPr>
            <a:r>
              <a:rPr sz="1059" b="1" spc="-865" dirty="0">
                <a:solidFill>
                  <a:srgbClr val="8D3124"/>
                </a:solidFill>
                <a:latin typeface="Lucida Sans"/>
                <a:cs typeface="Lucida Sans"/>
              </a:rPr>
              <a:t>—</a:t>
            </a:r>
            <a:r>
              <a:rPr sz="1059" dirty="0">
                <a:latin typeface="Lucida Sans"/>
                <a:cs typeface="Lucida Sans"/>
              </a:rPr>
              <a:t>0 / </a:t>
            </a:r>
            <a:r>
              <a:rPr sz="1059" spc="-22" dirty="0">
                <a:latin typeface="Lucida Sans"/>
                <a:cs typeface="Lucida Sans"/>
              </a:rPr>
              <a:t>10</a:t>
            </a:r>
            <a:endParaRPr sz="1059">
              <a:latin typeface="Lucida Sans"/>
              <a:cs typeface="Lucida Sans"/>
            </a:endParaRPr>
          </a:p>
        </p:txBody>
      </p:sp>
      <p:sp>
        <p:nvSpPr>
          <p:cNvPr id="90" name="object 90">
            <a:extLst>
              <a:ext uri="{FF2B5EF4-FFF2-40B4-BE49-F238E27FC236}">
                <a16:creationId xmlns:a16="http://schemas.microsoft.com/office/drawing/2014/main" id="{20155685-4005-F2D4-9F33-42BB89927694}"/>
              </a:ext>
            </a:extLst>
          </p:cNvPr>
          <p:cNvSpPr/>
          <p:nvPr/>
        </p:nvSpPr>
        <p:spPr>
          <a:xfrm>
            <a:off x="1981200" y="4386263"/>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91" name="object 91">
            <a:extLst>
              <a:ext uri="{FF2B5EF4-FFF2-40B4-BE49-F238E27FC236}">
                <a16:creationId xmlns:a16="http://schemas.microsoft.com/office/drawing/2014/main" id="{8871700D-A9D1-9667-B575-1D0C1A6DCAA1}"/>
              </a:ext>
            </a:extLst>
          </p:cNvPr>
          <p:cNvSpPr txBox="1"/>
          <p:nvPr/>
        </p:nvSpPr>
        <p:spPr>
          <a:xfrm>
            <a:off x="2051050" y="4383088"/>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92" name="object 92">
            <a:extLst>
              <a:ext uri="{FF2B5EF4-FFF2-40B4-BE49-F238E27FC236}">
                <a16:creationId xmlns:a16="http://schemas.microsoft.com/office/drawing/2014/main" id="{878C4B06-D636-DB93-DAD5-FD4BF95165D8}"/>
              </a:ext>
            </a:extLst>
          </p:cNvPr>
          <p:cNvSpPr txBox="1"/>
          <p:nvPr/>
        </p:nvSpPr>
        <p:spPr>
          <a:xfrm>
            <a:off x="7183438" y="4341813"/>
            <a:ext cx="1289050" cy="214312"/>
          </a:xfrm>
          <a:prstGeom prst="rect">
            <a:avLst/>
          </a:prstGeom>
        </p:spPr>
        <p:txBody>
          <a:bodyPr lIns="0" tIns="11206" rIns="0" bIns="0">
            <a:spAutoFit/>
          </a:bodyPr>
          <a:lstStyle/>
          <a:p>
            <a:pPr marL="11206">
              <a:spcBef>
                <a:spcPts val="88"/>
              </a:spcBef>
              <a:tabLst>
                <a:tab pos="37373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dirty="0">
                <a:latin typeface="Lucida Sans"/>
                <a:cs typeface="Lucida Sans"/>
              </a:rPr>
              <a:t>0</a:t>
            </a:r>
            <a:r>
              <a:rPr sz="1191" spc="322" dirty="0">
                <a:latin typeface="Lucida Sans"/>
                <a:cs typeface="Lucida Sans"/>
              </a:rPr>
              <a:t> </a:t>
            </a:r>
            <a:r>
              <a:rPr sz="1191" dirty="0">
                <a:solidFill>
                  <a:srgbClr val="8D3124"/>
                </a:solidFill>
                <a:latin typeface="Lucida Sans"/>
                <a:cs typeface="Lucida Sans"/>
              </a:rPr>
              <a:t>+ 10 = </a:t>
            </a:r>
            <a:r>
              <a:rPr sz="1191" spc="-22" dirty="0">
                <a:solidFill>
                  <a:srgbClr val="8D3124"/>
                </a:solidFill>
                <a:latin typeface="Lucida Sans"/>
                <a:cs typeface="Lucida Sans"/>
              </a:rPr>
              <a:t>10</a:t>
            </a:r>
            <a:endParaRPr sz="1191">
              <a:latin typeface="Lucida Sans"/>
              <a:cs typeface="Lucida Sans"/>
            </a:endParaRPr>
          </a:p>
        </p:txBody>
      </p:sp>
      <p:sp>
        <p:nvSpPr>
          <p:cNvPr id="93" name="object 93">
            <a:extLst>
              <a:ext uri="{FF2B5EF4-FFF2-40B4-BE49-F238E27FC236}">
                <a16:creationId xmlns:a16="http://schemas.microsoft.com/office/drawing/2014/main" id="{B1C9CED5-B3F9-0AD0-3B52-366C11AC6373}"/>
              </a:ext>
            </a:extLst>
          </p:cNvPr>
          <p:cNvSpPr/>
          <p:nvPr/>
        </p:nvSpPr>
        <p:spPr>
          <a:xfrm>
            <a:off x="6075363" y="3438525"/>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94" name="object 94">
            <a:extLst>
              <a:ext uri="{FF2B5EF4-FFF2-40B4-BE49-F238E27FC236}">
                <a16:creationId xmlns:a16="http://schemas.microsoft.com/office/drawing/2014/main" id="{2E7A8803-B612-A580-74A7-49F5A4674890}"/>
              </a:ext>
            </a:extLst>
          </p:cNvPr>
          <p:cNvSpPr txBox="1"/>
          <p:nvPr/>
        </p:nvSpPr>
        <p:spPr>
          <a:xfrm rot="2400000">
            <a:off x="6145213" y="3633788"/>
            <a:ext cx="431800" cy="141287"/>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10</a:t>
            </a:r>
            <a:endParaRPr sz="1059">
              <a:latin typeface="Lucida Sans"/>
              <a:cs typeface="Lucida Sans"/>
            </a:endParaRPr>
          </a:p>
        </p:txBody>
      </p:sp>
      <p:sp>
        <p:nvSpPr>
          <p:cNvPr id="114724" name="object 95">
            <a:extLst>
              <a:ext uri="{FF2B5EF4-FFF2-40B4-BE49-F238E27FC236}">
                <a16:creationId xmlns:a16="http://schemas.microsoft.com/office/drawing/2014/main" id="{5D3C534B-F7B7-E458-61C7-47FDBB5E51F9}"/>
              </a:ext>
            </a:extLst>
          </p:cNvPr>
          <p:cNvSpPr txBox="1">
            <a:spLocks noChangeArrowheads="1"/>
          </p:cNvSpPr>
          <p:nvPr/>
        </p:nvSpPr>
        <p:spPr bwMode="auto">
          <a:xfrm>
            <a:off x="690563" y="1084263"/>
            <a:ext cx="7556500"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50813">
              <a:tabLst>
                <a:tab pos="2046288" algn="l"/>
              </a:tabLst>
              <a:defRPr sz="3000">
                <a:solidFill>
                  <a:srgbClr val="000066"/>
                </a:solidFill>
                <a:latin typeface="Arial" panose="020B0604020202020204" pitchFamily="34" charset="0"/>
                <a:ea typeface="楷体_GB2312" pitchFamily="49" charset="-122"/>
              </a:defRPr>
            </a:lvl1pPr>
            <a:lvl2pPr marL="742950" indent="-285750">
              <a:tabLst>
                <a:tab pos="2046288" algn="l"/>
              </a:tabLst>
              <a:defRPr sz="3000">
                <a:solidFill>
                  <a:srgbClr val="000066"/>
                </a:solidFill>
                <a:latin typeface="Arial" panose="020B0604020202020204" pitchFamily="34" charset="0"/>
                <a:ea typeface="楷体_GB2312" pitchFamily="49" charset="-122"/>
              </a:defRPr>
            </a:lvl2pPr>
            <a:lvl3pPr marL="1143000" indent="-228600">
              <a:tabLst>
                <a:tab pos="2046288" algn="l"/>
              </a:tabLst>
              <a:defRPr sz="3000">
                <a:solidFill>
                  <a:srgbClr val="000066"/>
                </a:solidFill>
                <a:latin typeface="Arial" panose="020B0604020202020204" pitchFamily="34" charset="0"/>
                <a:ea typeface="楷体_GB2312" pitchFamily="49" charset="-122"/>
              </a:defRPr>
            </a:lvl3pPr>
            <a:lvl4pPr marL="1600200" indent="-228600">
              <a:tabLst>
                <a:tab pos="2046288" algn="l"/>
              </a:tabLst>
              <a:defRPr sz="3000">
                <a:solidFill>
                  <a:srgbClr val="000066"/>
                </a:solidFill>
                <a:latin typeface="Arial" panose="020B0604020202020204" pitchFamily="34" charset="0"/>
                <a:ea typeface="楷体_GB2312" pitchFamily="49" charset="-122"/>
              </a:defRPr>
            </a:lvl4pPr>
            <a:lvl5pPr marL="2057400" indent="-228600">
              <a:tabLst>
                <a:tab pos="2046288"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2000" dirty="0">
                <a:solidFill>
                  <a:schemeClr val="tx1"/>
                </a:solidFill>
                <a:latin typeface="+mj-ea"/>
                <a:ea typeface="+mj-ea"/>
              </a:rPr>
              <a:t>可增广路径：在残流网络中找到一条从</a:t>
            </a:r>
            <a:r>
              <a:rPr lang="zh-CN" altLang="zh-CN" sz="2000" i="1" dirty="0">
                <a:solidFill>
                  <a:schemeClr val="tx1"/>
                </a:solidFill>
                <a:latin typeface="+mj-ea"/>
                <a:ea typeface="+mj-ea"/>
                <a:cs typeface="Times New Roman" panose="02020603050405020304" pitchFamily="18" charset="0"/>
              </a:rPr>
              <a:t>s</a:t>
            </a:r>
            <a:r>
              <a:rPr lang="zh-CN" altLang="en-US" sz="2000" dirty="0">
                <a:solidFill>
                  <a:schemeClr val="tx1"/>
                </a:solidFill>
                <a:latin typeface="+mj-ea"/>
                <a:ea typeface="+mj-ea"/>
                <a:cs typeface="Times New Roman" panose="02020603050405020304" pitchFamily="18" charset="0"/>
              </a:rPr>
              <a:t>到</a:t>
            </a:r>
            <a:r>
              <a:rPr lang="zh-CN" altLang="zh-CN" sz="2000" i="1" dirty="0">
                <a:solidFill>
                  <a:schemeClr val="tx1"/>
                </a:solidFill>
                <a:latin typeface="+mj-ea"/>
                <a:ea typeface="+mj-ea"/>
                <a:cs typeface="Times New Roman" panose="02020603050405020304" pitchFamily="18" charset="0"/>
              </a:rPr>
              <a:t>t</a:t>
            </a:r>
            <a:r>
              <a:rPr lang="zh-CN" altLang="en-US" sz="2000" dirty="0">
                <a:solidFill>
                  <a:schemeClr val="tx1"/>
                </a:solidFill>
                <a:latin typeface="+mj-ea"/>
                <a:ea typeface="+mj-ea"/>
                <a:cs typeface="Times New Roman" panose="02020603050405020304" pitchFamily="18" charset="0"/>
              </a:rPr>
              <a:t>的</a:t>
            </a:r>
            <a:r>
              <a:rPr lang="zh-CN" altLang="en-US" sz="2000" dirty="0">
                <a:solidFill>
                  <a:schemeClr val="tx1"/>
                </a:solidFill>
                <a:latin typeface="+mj-ea"/>
                <a:ea typeface="+mj-ea"/>
              </a:rPr>
              <a:t>可增广路径，满足：增广路径上的每条边的剩余容量大于</a:t>
            </a:r>
            <a:r>
              <a:rPr lang="en-US" altLang="zh-CN" sz="2000" dirty="0">
                <a:solidFill>
                  <a:schemeClr val="tx1"/>
                </a:solidFill>
                <a:latin typeface="+mj-ea"/>
                <a:ea typeface="+mj-ea"/>
              </a:rPr>
              <a:t>0</a:t>
            </a:r>
            <a:endParaRPr lang="zh-CN" altLang="zh-CN" sz="2000" dirty="0">
              <a:solidFill>
                <a:schemeClr val="tx1"/>
              </a:solidFill>
              <a:latin typeface="+mj-ea"/>
              <a:ea typeface="+mj-ea"/>
            </a:endParaRPr>
          </a:p>
          <a:p>
            <a:pPr>
              <a:spcBef>
                <a:spcPts val="3188"/>
              </a:spcBef>
              <a:defRPr/>
            </a:pPr>
            <a:r>
              <a:rPr lang="zh-CN" altLang="zh-CN" sz="2000" b="1" dirty="0">
                <a:solidFill>
                  <a:schemeClr val="tx1"/>
                </a:solidFill>
                <a:latin typeface="+mj-ea"/>
                <a:ea typeface="+mj-ea"/>
                <a:cs typeface="Tahoma" panose="020B0604030504040204" pitchFamily="34" charset="0"/>
              </a:rPr>
              <a:t>1</a:t>
            </a:r>
            <a:r>
              <a:rPr lang="zh-CN" altLang="zh-CN" sz="2000" b="1" baseline="28000" dirty="0">
                <a:solidFill>
                  <a:schemeClr val="tx1"/>
                </a:solidFill>
                <a:latin typeface="+mj-ea"/>
                <a:ea typeface="+mj-ea"/>
                <a:cs typeface="Tahoma" panose="020B0604030504040204" pitchFamily="34" charset="0"/>
              </a:rPr>
              <a:t>st </a:t>
            </a:r>
            <a:r>
              <a:rPr lang="zh-CN" altLang="zh-CN" sz="2000" b="1" dirty="0">
                <a:solidFill>
                  <a:schemeClr val="tx1"/>
                </a:solidFill>
                <a:latin typeface="+mj-ea"/>
                <a:ea typeface="+mj-ea"/>
                <a:cs typeface="Tahoma" panose="020B0604030504040204" pitchFamily="34" charset="0"/>
              </a:rPr>
              <a:t>augmenting path</a:t>
            </a:r>
            <a:endParaRPr lang="zh-CN" altLang="zh-CN" sz="2000" dirty="0">
              <a:solidFill>
                <a:schemeClr val="tx1"/>
              </a:solidFill>
              <a:latin typeface="+mj-ea"/>
              <a:ea typeface="+mj-ea"/>
              <a:cs typeface="Tahoma" panose="020B0604030504040204" pitchFamily="34" charset="0"/>
            </a:endParaRPr>
          </a:p>
        </p:txBody>
      </p:sp>
      <p:grpSp>
        <p:nvGrpSpPr>
          <p:cNvPr id="112677" name="object 96">
            <a:extLst>
              <a:ext uri="{FF2B5EF4-FFF2-40B4-BE49-F238E27FC236}">
                <a16:creationId xmlns:a16="http://schemas.microsoft.com/office/drawing/2014/main" id="{A965B64D-040E-098B-85B0-5A9685CD3803}"/>
              </a:ext>
            </a:extLst>
          </p:cNvPr>
          <p:cNvGrpSpPr>
            <a:grpSpLocks/>
          </p:cNvGrpSpPr>
          <p:nvPr/>
        </p:nvGrpSpPr>
        <p:grpSpPr bwMode="auto">
          <a:xfrm>
            <a:off x="6569075" y="2984500"/>
            <a:ext cx="706438" cy="1376363"/>
            <a:chOff x="7291992" y="3381943"/>
            <a:chExt cx="801370" cy="1560195"/>
          </a:xfrm>
        </p:grpSpPr>
        <p:sp>
          <p:nvSpPr>
            <p:cNvPr id="97" name="object 97">
              <a:extLst>
                <a:ext uri="{FF2B5EF4-FFF2-40B4-BE49-F238E27FC236}">
                  <a16:creationId xmlns:a16="http://schemas.microsoft.com/office/drawing/2014/main" id="{A57D1D25-CE8C-42C7-A603-C9A97964958B}"/>
                </a:ext>
              </a:extLst>
            </p:cNvPr>
            <p:cNvSpPr/>
            <p:nvPr/>
          </p:nvSpPr>
          <p:spPr>
            <a:xfrm>
              <a:off x="7319005" y="3390941"/>
              <a:ext cx="765352" cy="1499010"/>
            </a:xfrm>
            <a:custGeom>
              <a:avLst/>
              <a:gdLst/>
              <a:ahLst/>
              <a:cxnLst/>
              <a:rect l="l" t="t" r="r" b="b"/>
              <a:pathLst>
                <a:path w="765175" h="1497964">
                  <a:moveTo>
                    <a:pt x="0" y="1497596"/>
                  </a:moveTo>
                  <a:lnTo>
                    <a:pt x="4337" y="1489103"/>
                  </a:lnTo>
                  <a:lnTo>
                    <a:pt x="764851" y="0"/>
                  </a:lnTo>
                </a:path>
              </a:pathLst>
            </a:custGeom>
            <a:ln w="19074">
              <a:solidFill>
                <a:srgbClr val="8D3124"/>
              </a:solidFill>
            </a:ln>
          </p:spPr>
          <p:txBody>
            <a:bodyPr lIns="0" tIns="0" rIns="0" bIns="0"/>
            <a:lstStyle/>
            <a:p>
              <a:pPr>
                <a:defRPr/>
              </a:pPr>
              <a:endParaRPr sz="2647"/>
            </a:p>
          </p:txBody>
        </p:sp>
        <p:sp>
          <p:nvSpPr>
            <p:cNvPr id="98" name="object 98">
              <a:extLst>
                <a:ext uri="{FF2B5EF4-FFF2-40B4-BE49-F238E27FC236}">
                  <a16:creationId xmlns:a16="http://schemas.microsoft.com/office/drawing/2014/main" id="{2348B024-BACC-CB39-8265-0D47198AFD4C}"/>
                </a:ext>
              </a:extLst>
            </p:cNvPr>
            <p:cNvSpPr/>
            <p:nvPr/>
          </p:nvSpPr>
          <p:spPr>
            <a:xfrm>
              <a:off x="7291992" y="4839564"/>
              <a:ext cx="82838" cy="102574"/>
            </a:xfrm>
            <a:custGeom>
              <a:avLst/>
              <a:gdLst/>
              <a:ahLst/>
              <a:cxnLst/>
              <a:rect l="l" t="t" r="r" b="b"/>
              <a:pathLst>
                <a:path w="82550" h="102870">
                  <a:moveTo>
                    <a:pt x="871" y="0"/>
                  </a:moveTo>
                  <a:lnTo>
                    <a:pt x="0" y="102362"/>
                  </a:lnTo>
                  <a:lnTo>
                    <a:pt x="82411" y="41642"/>
                  </a:lnTo>
                  <a:lnTo>
                    <a:pt x="31231" y="41206"/>
                  </a:lnTo>
                  <a:lnTo>
                    <a:pt x="871" y="0"/>
                  </a:lnTo>
                  <a:close/>
                </a:path>
              </a:pathLst>
            </a:custGeom>
            <a:solidFill>
              <a:srgbClr val="8D3124"/>
            </a:solidFill>
          </p:spPr>
          <p:txBody>
            <a:bodyPr lIns="0" tIns="0" rIns="0" bIns="0"/>
            <a:lstStyle/>
            <a:p>
              <a:pPr>
                <a:defRPr/>
              </a:pPr>
              <a:endParaRPr sz="2647"/>
            </a:p>
          </p:txBody>
        </p:sp>
      </p:grpSp>
      <p:sp>
        <p:nvSpPr>
          <p:cNvPr id="112678" name="矩形 98">
            <a:extLst>
              <a:ext uri="{FF2B5EF4-FFF2-40B4-BE49-F238E27FC236}">
                <a16:creationId xmlns:a16="http://schemas.microsoft.com/office/drawing/2014/main" id="{8C10DF85-AFFE-D54E-17A1-3BB6E0E8654F}"/>
              </a:ext>
            </a:extLst>
          </p:cNvPr>
          <p:cNvSpPr>
            <a:spLocks noChangeArrowheads="1"/>
          </p:cNvSpPr>
          <p:nvPr/>
        </p:nvSpPr>
        <p:spPr bwMode="auto">
          <a:xfrm>
            <a:off x="6667500" y="2206625"/>
            <a:ext cx="22415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en-US" altLang="zh-CN" sz="2000">
                <a:solidFill>
                  <a:srgbClr val="8D3124"/>
                </a:solidFill>
                <a:latin typeface="Lucida Sans" panose="020B0602030504020204" pitchFamily="34" charset="0"/>
              </a:rPr>
              <a:t> </a:t>
            </a:r>
            <a:r>
              <a:rPr lang="zh-CN" altLang="zh-CN" sz="2000">
                <a:solidFill>
                  <a:srgbClr val="8D3124"/>
                </a:solidFill>
                <a:latin typeface="Lucida Sans" panose="020B0602030504020204" pitchFamily="34" charset="0"/>
              </a:rPr>
              <a:t>bottleneck capacity = 10</a:t>
            </a:r>
            <a:endParaRPr lang="zh-CN" altLang="en-US" sz="2000"/>
          </a:p>
        </p:txBody>
      </p:sp>
      <p:sp>
        <p:nvSpPr>
          <p:cNvPr id="100" name="object 72">
            <a:extLst>
              <a:ext uri="{FF2B5EF4-FFF2-40B4-BE49-F238E27FC236}">
                <a16:creationId xmlns:a16="http://schemas.microsoft.com/office/drawing/2014/main" id="{0A00FCF7-37D4-5246-2287-742F4A9076ED}"/>
              </a:ext>
            </a:extLst>
          </p:cNvPr>
          <p:cNvSpPr txBox="1"/>
          <p:nvPr/>
        </p:nvSpPr>
        <p:spPr>
          <a:xfrm>
            <a:off x="4156075" y="2894013"/>
            <a:ext cx="344488" cy="174625"/>
          </a:xfrm>
          <a:prstGeom prst="rect">
            <a:avLst/>
          </a:prstGeom>
        </p:spPr>
        <p:txBody>
          <a:bodyPr lIns="0" tIns="11206" rIns="0" bIns="0">
            <a:spAutoFit/>
          </a:bodyPr>
          <a:lstStyle/>
          <a:p>
            <a:pPr marL="11206">
              <a:spcBef>
                <a:spcPts val="88"/>
              </a:spcBef>
              <a:defRPr/>
            </a:pPr>
            <a:r>
              <a:rPr sz="1059" dirty="0">
                <a:solidFill>
                  <a:schemeClr val="bg1">
                    <a:lumMod val="85000"/>
                  </a:schemeClr>
                </a:solidFill>
                <a:latin typeface="Lucida Sans"/>
                <a:cs typeface="Lucida Sans"/>
              </a:rPr>
              <a:t>0 / </a:t>
            </a:r>
            <a:r>
              <a:rPr sz="1059" spc="-44" dirty="0">
                <a:solidFill>
                  <a:schemeClr val="bg1">
                    <a:lumMod val="85000"/>
                  </a:schemeClr>
                </a:solidFill>
                <a:latin typeface="Lucida Sans"/>
                <a:cs typeface="Lucida Sans"/>
              </a:rPr>
              <a:t>9</a:t>
            </a:r>
            <a:endParaRPr sz="1059" dirty="0">
              <a:solidFill>
                <a:schemeClr val="bg1">
                  <a:lumMod val="85000"/>
                </a:schemeClr>
              </a:solidFill>
              <a:latin typeface="Lucida Sans"/>
              <a:cs typeface="Lucida San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object 3">
            <a:extLst>
              <a:ext uri="{FF2B5EF4-FFF2-40B4-BE49-F238E27FC236}">
                <a16:creationId xmlns:a16="http://schemas.microsoft.com/office/drawing/2014/main" id="{CDC17EDA-82F1-24A3-6066-A9FE1993EDEF}"/>
              </a:ext>
            </a:extLst>
          </p:cNvPr>
          <p:cNvGrpSpPr>
            <a:grpSpLocks/>
          </p:cNvGrpSpPr>
          <p:nvPr/>
        </p:nvGrpSpPr>
        <p:grpSpPr bwMode="auto">
          <a:xfrm>
            <a:off x="1341438" y="2808288"/>
            <a:ext cx="5756275" cy="3322637"/>
            <a:chOff x="1368055" y="3182881"/>
            <a:chExt cx="6523990" cy="3765550"/>
          </a:xfrm>
        </p:grpSpPr>
        <p:sp>
          <p:nvSpPr>
            <p:cNvPr id="4" name="object 4">
              <a:extLst>
                <a:ext uri="{FF2B5EF4-FFF2-40B4-BE49-F238E27FC236}">
                  <a16:creationId xmlns:a16="http://schemas.microsoft.com/office/drawing/2014/main" id="{AFC5D37E-641B-7ED0-5B98-A29A8C2D6C14}"/>
                </a:ext>
              </a:extLst>
            </p:cNvPr>
            <p:cNvSpPr/>
            <p:nvPr/>
          </p:nvSpPr>
          <p:spPr>
            <a:xfrm>
              <a:off x="3591897" y="5278851"/>
              <a:ext cx="2401965" cy="1556236"/>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5" name="object 5">
              <a:extLst>
                <a:ext uri="{FF2B5EF4-FFF2-40B4-BE49-F238E27FC236}">
                  <a16:creationId xmlns:a16="http://schemas.microsoft.com/office/drawing/2014/main" id="{DAAB9C58-7B2F-1957-4FA3-C3771E234CE9}"/>
                </a:ext>
              </a:extLst>
            </p:cNvPr>
            <p:cNvSpPr/>
            <p:nvPr/>
          </p:nvSpPr>
          <p:spPr>
            <a:xfrm>
              <a:off x="3543318" y="5246467"/>
              <a:ext cx="102556" cy="88157"/>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6" name="object 6">
              <a:extLst>
                <a:ext uri="{FF2B5EF4-FFF2-40B4-BE49-F238E27FC236}">
                  <a16:creationId xmlns:a16="http://schemas.microsoft.com/office/drawing/2014/main" id="{8F7BB373-A67D-F61F-A7DC-801D0580C53A}"/>
                </a:ext>
              </a:extLst>
            </p:cNvPr>
            <p:cNvSpPr/>
            <p:nvPr/>
          </p:nvSpPr>
          <p:spPr>
            <a:xfrm>
              <a:off x="5696990" y="6901654"/>
              <a:ext cx="86363" cy="0"/>
            </a:xfrm>
            <a:custGeom>
              <a:avLst/>
              <a:gdLst/>
              <a:ahLst/>
              <a:cxnLst/>
              <a:rect l="l" t="t" r="r" b="b"/>
              <a:pathLst>
                <a:path w="87629">
                  <a:moveTo>
                    <a:pt x="0" y="0"/>
                  </a:moveTo>
                  <a:lnTo>
                    <a:pt x="87294" y="0"/>
                  </a:lnTo>
                </a:path>
              </a:pathLst>
            </a:custGeom>
            <a:ln w="19074">
              <a:solidFill>
                <a:srgbClr val="BABABA"/>
              </a:solidFill>
            </a:ln>
          </p:spPr>
          <p:txBody>
            <a:bodyPr lIns="0" tIns="0" rIns="0" bIns="0"/>
            <a:lstStyle/>
            <a:p>
              <a:pPr>
                <a:defRPr/>
              </a:pPr>
              <a:endParaRPr sz="2647"/>
            </a:p>
          </p:txBody>
        </p:sp>
        <p:sp>
          <p:nvSpPr>
            <p:cNvPr id="7" name="object 7">
              <a:extLst>
                <a:ext uri="{FF2B5EF4-FFF2-40B4-BE49-F238E27FC236}">
                  <a16:creationId xmlns:a16="http://schemas.microsoft.com/office/drawing/2014/main" id="{75DCCF54-4BFB-F5C9-A748-2C8602FE0479}"/>
                </a:ext>
              </a:extLst>
            </p:cNvPr>
            <p:cNvSpPr/>
            <p:nvPr/>
          </p:nvSpPr>
          <p:spPr>
            <a:xfrm>
              <a:off x="5750967" y="6856677"/>
              <a:ext cx="91760" cy="91754"/>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8" name="object 8">
              <a:extLst>
                <a:ext uri="{FF2B5EF4-FFF2-40B4-BE49-F238E27FC236}">
                  <a16:creationId xmlns:a16="http://schemas.microsoft.com/office/drawing/2014/main" id="{58359D84-7F28-E7EC-F457-1366C38F6FFE}"/>
                </a:ext>
              </a:extLst>
            </p:cNvPr>
            <p:cNvSpPr/>
            <p:nvPr/>
          </p:nvSpPr>
          <p:spPr>
            <a:xfrm>
              <a:off x="6094619" y="5266258"/>
              <a:ext cx="1752445" cy="1531047"/>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9" name="object 9">
              <a:extLst>
                <a:ext uri="{FF2B5EF4-FFF2-40B4-BE49-F238E27FC236}">
                  <a16:creationId xmlns:a16="http://schemas.microsoft.com/office/drawing/2014/main" id="{80134460-F8A8-7101-79EC-54BC45D28BED}"/>
                </a:ext>
              </a:extLst>
            </p:cNvPr>
            <p:cNvSpPr/>
            <p:nvPr/>
          </p:nvSpPr>
          <p:spPr>
            <a:xfrm>
              <a:off x="7793087" y="5228476"/>
              <a:ext cx="98958" cy="95354"/>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0" name="object 10">
              <a:extLst>
                <a:ext uri="{FF2B5EF4-FFF2-40B4-BE49-F238E27FC236}">
                  <a16:creationId xmlns:a16="http://schemas.microsoft.com/office/drawing/2014/main" id="{0315542E-12CF-BCD3-8834-67911479CA21}"/>
                </a:ext>
              </a:extLst>
            </p:cNvPr>
            <p:cNvSpPr/>
            <p:nvPr/>
          </p:nvSpPr>
          <p:spPr>
            <a:xfrm>
              <a:off x="6044240" y="5176302"/>
              <a:ext cx="0" cy="1460882"/>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4761" name="object 11">
              <a:extLst>
                <a:ext uri="{FF2B5EF4-FFF2-40B4-BE49-F238E27FC236}">
                  <a16:creationId xmlns:a16="http://schemas.microsoft.com/office/drawing/2014/main" id="{B97FA0C3-8D8F-7CF5-40D0-DC73C670D6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bject 12">
              <a:extLst>
                <a:ext uri="{FF2B5EF4-FFF2-40B4-BE49-F238E27FC236}">
                  <a16:creationId xmlns:a16="http://schemas.microsoft.com/office/drawing/2014/main" id="{EDBE023D-2843-043C-7DAD-84BD4C9BCB48}"/>
                </a:ext>
              </a:extLst>
            </p:cNvPr>
            <p:cNvSpPr/>
            <p:nvPr/>
          </p:nvSpPr>
          <p:spPr>
            <a:xfrm>
              <a:off x="3431766" y="3384382"/>
              <a:ext cx="2407363" cy="1534646"/>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3" name="object 13">
              <a:extLst>
                <a:ext uri="{FF2B5EF4-FFF2-40B4-BE49-F238E27FC236}">
                  <a16:creationId xmlns:a16="http://schemas.microsoft.com/office/drawing/2014/main" id="{7AFCDB2E-198B-3EB0-B943-51E45A62BF48}"/>
                </a:ext>
              </a:extLst>
            </p:cNvPr>
            <p:cNvSpPr/>
            <p:nvPr/>
          </p:nvSpPr>
          <p:spPr>
            <a:xfrm>
              <a:off x="5786952" y="4863256"/>
              <a:ext cx="102555" cy="88156"/>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4" name="object 14">
              <a:extLst>
                <a:ext uri="{FF2B5EF4-FFF2-40B4-BE49-F238E27FC236}">
                  <a16:creationId xmlns:a16="http://schemas.microsoft.com/office/drawing/2014/main" id="{F732B481-CA16-E034-1E23-2CC96043F2CF}"/>
                </a:ext>
              </a:extLst>
            </p:cNvPr>
            <p:cNvSpPr/>
            <p:nvPr/>
          </p:nvSpPr>
          <p:spPr>
            <a:xfrm>
              <a:off x="3451558" y="3377186"/>
              <a:ext cx="2331796" cy="0"/>
            </a:xfrm>
            <a:custGeom>
              <a:avLst/>
              <a:gdLst/>
              <a:ahLst/>
              <a:cxnLst/>
              <a:rect l="l" t="t" r="r" b="b"/>
              <a:pathLst>
                <a:path w="2331720">
                  <a:moveTo>
                    <a:pt x="0" y="0"/>
                  </a:moveTo>
                  <a:lnTo>
                    <a:pt x="1083896" y="0"/>
                  </a:lnTo>
                </a:path>
                <a:path w="2331720">
                  <a:moveTo>
                    <a:pt x="1597907" y="0"/>
                  </a:moveTo>
                  <a:lnTo>
                    <a:pt x="2331389" y="0"/>
                  </a:lnTo>
                </a:path>
              </a:pathLst>
            </a:custGeom>
            <a:ln w="19074">
              <a:solidFill>
                <a:srgbClr val="BABABA"/>
              </a:solidFill>
            </a:ln>
          </p:spPr>
          <p:txBody>
            <a:bodyPr lIns="0" tIns="0" rIns="0" bIns="0"/>
            <a:lstStyle/>
            <a:p>
              <a:pPr>
                <a:defRPr/>
              </a:pPr>
              <a:endParaRPr sz="2647"/>
            </a:p>
          </p:txBody>
        </p:sp>
        <p:sp>
          <p:nvSpPr>
            <p:cNvPr id="15" name="object 15">
              <a:extLst>
                <a:ext uri="{FF2B5EF4-FFF2-40B4-BE49-F238E27FC236}">
                  <a16:creationId xmlns:a16="http://schemas.microsoft.com/office/drawing/2014/main" id="{174CFEF2-2A0E-BBCF-F56E-B890A8FC387E}"/>
                </a:ext>
              </a:extLst>
            </p:cNvPr>
            <p:cNvSpPr/>
            <p:nvPr/>
          </p:nvSpPr>
          <p:spPr>
            <a:xfrm>
              <a:off x="5749167" y="3332207"/>
              <a:ext cx="93560" cy="91756"/>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6" name="object 16">
              <a:extLst>
                <a:ext uri="{FF2B5EF4-FFF2-40B4-BE49-F238E27FC236}">
                  <a16:creationId xmlns:a16="http://schemas.microsoft.com/office/drawing/2014/main" id="{E774C6CC-4571-7699-8427-270AB32FA66E}"/>
                </a:ext>
              </a:extLst>
            </p:cNvPr>
            <p:cNvSpPr/>
            <p:nvPr/>
          </p:nvSpPr>
          <p:spPr>
            <a:xfrm>
              <a:off x="3420970" y="3359194"/>
              <a:ext cx="0" cy="1453686"/>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4767" name="object 17">
              <a:extLst>
                <a:ext uri="{FF2B5EF4-FFF2-40B4-BE49-F238E27FC236}">
                  <a16:creationId xmlns:a16="http://schemas.microsoft.com/office/drawing/2014/main" id="{0AB31070-87BD-6264-05CC-B6D5BB780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bject 18">
              <a:extLst>
                <a:ext uri="{FF2B5EF4-FFF2-40B4-BE49-F238E27FC236}">
                  <a16:creationId xmlns:a16="http://schemas.microsoft.com/office/drawing/2014/main" id="{14FCFD05-B5B9-BD27-B11B-010228FBBF5D}"/>
                </a:ext>
              </a:extLst>
            </p:cNvPr>
            <p:cNvSpPr/>
            <p:nvPr/>
          </p:nvSpPr>
          <p:spPr>
            <a:xfrm>
              <a:off x="1411236" y="3540905"/>
              <a:ext cx="1781233" cy="1538245"/>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19" name="object 19">
              <a:extLst>
                <a:ext uri="{FF2B5EF4-FFF2-40B4-BE49-F238E27FC236}">
                  <a16:creationId xmlns:a16="http://schemas.microsoft.com/office/drawing/2014/main" id="{2751F4F7-5486-4882-8F1F-A3A239A61B70}"/>
                </a:ext>
              </a:extLst>
            </p:cNvPr>
            <p:cNvSpPr/>
            <p:nvPr/>
          </p:nvSpPr>
          <p:spPr>
            <a:xfrm>
              <a:off x="3138492" y="3501324"/>
              <a:ext cx="98957" cy="95354"/>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0" name="object 20">
              <a:extLst>
                <a:ext uri="{FF2B5EF4-FFF2-40B4-BE49-F238E27FC236}">
                  <a16:creationId xmlns:a16="http://schemas.microsoft.com/office/drawing/2014/main" id="{126A2E51-E8B4-68BB-088F-F6AA4FAF8454}"/>
                </a:ext>
              </a:extLst>
            </p:cNvPr>
            <p:cNvSpPr/>
            <p:nvPr/>
          </p:nvSpPr>
          <p:spPr>
            <a:xfrm>
              <a:off x="1458016" y="5176302"/>
              <a:ext cx="1754244" cy="1561633"/>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1" name="object 21">
              <a:extLst>
                <a:ext uri="{FF2B5EF4-FFF2-40B4-BE49-F238E27FC236}">
                  <a16:creationId xmlns:a16="http://schemas.microsoft.com/office/drawing/2014/main" id="{BDE6D7F3-2284-0C4B-6B69-198C7D48EA51}"/>
                </a:ext>
              </a:extLst>
            </p:cNvPr>
            <p:cNvSpPr/>
            <p:nvPr/>
          </p:nvSpPr>
          <p:spPr>
            <a:xfrm>
              <a:off x="3158283" y="6682162"/>
              <a:ext cx="98958" cy="95354"/>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2" name="object 22">
              <a:extLst>
                <a:ext uri="{FF2B5EF4-FFF2-40B4-BE49-F238E27FC236}">
                  <a16:creationId xmlns:a16="http://schemas.microsoft.com/office/drawing/2014/main" id="{E7233CA6-6BA0-2265-F365-40049172DBCE}"/>
                </a:ext>
              </a:extLst>
            </p:cNvPr>
            <p:cNvSpPr/>
            <p:nvPr/>
          </p:nvSpPr>
          <p:spPr>
            <a:xfrm>
              <a:off x="1377051" y="5116931"/>
              <a:ext cx="1783033"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3" name="object 23">
              <a:extLst>
                <a:ext uri="{FF2B5EF4-FFF2-40B4-BE49-F238E27FC236}">
                  <a16:creationId xmlns:a16="http://schemas.microsoft.com/office/drawing/2014/main" id="{D091DB5C-AD15-043C-F08C-04ACDABCFD83}"/>
                </a:ext>
              </a:extLst>
            </p:cNvPr>
            <p:cNvSpPr/>
            <p:nvPr/>
          </p:nvSpPr>
          <p:spPr>
            <a:xfrm>
              <a:off x="3127697" y="5070154"/>
              <a:ext cx="91760" cy="91756"/>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4" name="object 24">
              <a:extLst>
                <a:ext uri="{FF2B5EF4-FFF2-40B4-BE49-F238E27FC236}">
                  <a16:creationId xmlns:a16="http://schemas.microsoft.com/office/drawing/2014/main" id="{42BD2CD7-1956-271C-9C3D-DF3767ADFA3F}"/>
                </a:ext>
              </a:extLst>
            </p:cNvPr>
            <p:cNvSpPr/>
            <p:nvPr/>
          </p:nvSpPr>
          <p:spPr>
            <a:xfrm>
              <a:off x="3357998" y="5116931"/>
              <a:ext cx="1176693" cy="0"/>
            </a:xfrm>
            <a:custGeom>
              <a:avLst/>
              <a:gdLst/>
              <a:ahLst/>
              <a:cxnLst/>
              <a:rect l="l" t="t" r="r" b="b"/>
              <a:pathLst>
                <a:path w="1176654">
                  <a:moveTo>
                    <a:pt x="0" y="0"/>
                  </a:moveTo>
                  <a:lnTo>
                    <a:pt x="1176426" y="0"/>
                  </a:lnTo>
                </a:path>
              </a:pathLst>
            </a:custGeom>
            <a:ln w="19076">
              <a:solidFill>
                <a:srgbClr val="BABABA"/>
              </a:solidFill>
            </a:ln>
          </p:spPr>
          <p:txBody>
            <a:bodyPr lIns="0" tIns="0" rIns="0" bIns="0"/>
            <a:lstStyle/>
            <a:p>
              <a:pPr>
                <a:defRPr/>
              </a:pPr>
              <a:endParaRPr sz="2647"/>
            </a:p>
          </p:txBody>
        </p:sp>
        <p:sp>
          <p:nvSpPr>
            <p:cNvPr id="25" name="object 25">
              <a:extLst>
                <a:ext uri="{FF2B5EF4-FFF2-40B4-BE49-F238E27FC236}">
                  <a16:creationId xmlns:a16="http://schemas.microsoft.com/office/drawing/2014/main" id="{7A32B781-3293-BDC2-8EFF-B85FF3174FF7}"/>
                </a:ext>
              </a:extLst>
            </p:cNvPr>
            <p:cNvSpPr/>
            <p:nvPr/>
          </p:nvSpPr>
          <p:spPr>
            <a:xfrm>
              <a:off x="3420970" y="5196092"/>
              <a:ext cx="0" cy="651280"/>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6" name="object 26">
              <a:extLst>
                <a:ext uri="{FF2B5EF4-FFF2-40B4-BE49-F238E27FC236}">
                  <a16:creationId xmlns:a16="http://schemas.microsoft.com/office/drawing/2014/main" id="{92D84272-0E3C-F4D3-2F7F-8C395D11F7AE}"/>
                </a:ext>
              </a:extLst>
            </p:cNvPr>
            <p:cNvSpPr/>
            <p:nvPr/>
          </p:nvSpPr>
          <p:spPr>
            <a:xfrm>
              <a:off x="3241048" y="4906434"/>
              <a:ext cx="354448" cy="35442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27" name="object 27">
              <a:extLst>
                <a:ext uri="{FF2B5EF4-FFF2-40B4-BE49-F238E27FC236}">
                  <a16:creationId xmlns:a16="http://schemas.microsoft.com/office/drawing/2014/main" id="{34A786FB-6B12-45FA-1912-1FD16642E218}"/>
                </a:ext>
              </a:extLst>
            </p:cNvPr>
            <p:cNvSpPr/>
            <p:nvPr/>
          </p:nvSpPr>
          <p:spPr>
            <a:xfrm>
              <a:off x="3241048" y="4906434"/>
              <a:ext cx="354448" cy="35442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28" name="object 28">
              <a:extLst>
                <a:ext uri="{FF2B5EF4-FFF2-40B4-BE49-F238E27FC236}">
                  <a16:creationId xmlns:a16="http://schemas.microsoft.com/office/drawing/2014/main" id="{9A7D1FCC-682C-0C5A-B9DC-5D3BB023F049}"/>
                </a:ext>
              </a:extLst>
            </p:cNvPr>
            <p:cNvSpPr/>
            <p:nvPr/>
          </p:nvSpPr>
          <p:spPr>
            <a:xfrm>
              <a:off x="5986665" y="3303421"/>
              <a:ext cx="1851403" cy="1590419"/>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29" name="object 29">
              <a:extLst>
                <a:ext uri="{FF2B5EF4-FFF2-40B4-BE49-F238E27FC236}">
                  <a16:creationId xmlns:a16="http://schemas.microsoft.com/office/drawing/2014/main" id="{34543063-05C9-2F49-737A-1599BCC04769}"/>
                </a:ext>
              </a:extLst>
            </p:cNvPr>
            <p:cNvSpPr/>
            <p:nvPr/>
          </p:nvSpPr>
          <p:spPr>
            <a:xfrm>
              <a:off x="7782292" y="4838068"/>
              <a:ext cx="100757" cy="93554"/>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0" name="object 30">
              <a:extLst>
                <a:ext uri="{FF2B5EF4-FFF2-40B4-BE49-F238E27FC236}">
                  <a16:creationId xmlns:a16="http://schemas.microsoft.com/office/drawing/2014/main" id="{69B82A90-0313-8DBD-DA80-B1ADCEC1F8D9}"/>
                </a:ext>
              </a:extLst>
            </p:cNvPr>
            <p:cNvSpPr/>
            <p:nvPr/>
          </p:nvSpPr>
          <p:spPr>
            <a:xfrm>
              <a:off x="6044240" y="3549901"/>
              <a:ext cx="0" cy="1271975"/>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4781" name="object 31">
              <a:extLst>
                <a:ext uri="{FF2B5EF4-FFF2-40B4-BE49-F238E27FC236}">
                  <a16:creationId xmlns:a16="http://schemas.microsoft.com/office/drawing/2014/main" id="{AF0685CE-C402-1E23-ACF7-A8BB1F3ED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object 32">
              <a:extLst>
                <a:ext uri="{FF2B5EF4-FFF2-40B4-BE49-F238E27FC236}">
                  <a16:creationId xmlns:a16="http://schemas.microsoft.com/office/drawing/2014/main" id="{4B0A53D3-3C07-0BF5-5C14-EB8A85460150}"/>
                </a:ext>
              </a:extLst>
            </p:cNvPr>
            <p:cNvSpPr/>
            <p:nvPr/>
          </p:nvSpPr>
          <p:spPr>
            <a:xfrm>
              <a:off x="5866118" y="3188278"/>
              <a:ext cx="352648" cy="35262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33" name="object 33">
              <a:extLst>
                <a:ext uri="{FF2B5EF4-FFF2-40B4-BE49-F238E27FC236}">
                  <a16:creationId xmlns:a16="http://schemas.microsoft.com/office/drawing/2014/main" id="{514AB92B-47C8-047F-6916-5E0A676632E6}"/>
                </a:ext>
              </a:extLst>
            </p:cNvPr>
            <p:cNvSpPr/>
            <p:nvPr/>
          </p:nvSpPr>
          <p:spPr>
            <a:xfrm>
              <a:off x="5866118" y="3188278"/>
              <a:ext cx="352648" cy="35262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34" name="object 34">
              <a:extLst>
                <a:ext uri="{FF2B5EF4-FFF2-40B4-BE49-F238E27FC236}">
                  <a16:creationId xmlns:a16="http://schemas.microsoft.com/office/drawing/2014/main" id="{291E97D1-A489-F689-D41E-869E65728368}"/>
                </a:ext>
              </a:extLst>
            </p:cNvPr>
            <p:cNvSpPr/>
            <p:nvPr/>
          </p:nvSpPr>
          <p:spPr>
            <a:xfrm>
              <a:off x="2093142" y="4971203"/>
              <a:ext cx="514578" cy="237483"/>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5" name="object 35">
              <a:extLst>
                <a:ext uri="{FF2B5EF4-FFF2-40B4-BE49-F238E27FC236}">
                  <a16:creationId xmlns:a16="http://schemas.microsoft.com/office/drawing/2014/main" id="{A47C554D-D851-D174-A8EF-DB7D4A5C67BA}"/>
                </a:ext>
              </a:extLst>
            </p:cNvPr>
            <p:cNvSpPr/>
            <p:nvPr/>
          </p:nvSpPr>
          <p:spPr>
            <a:xfrm>
              <a:off x="3420970" y="6086655"/>
              <a:ext cx="0" cy="541533"/>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4786" name="object 36">
              <a:extLst>
                <a:ext uri="{FF2B5EF4-FFF2-40B4-BE49-F238E27FC236}">
                  <a16:creationId xmlns:a16="http://schemas.microsoft.com/office/drawing/2014/main" id="{3D748989-5ED6-FF0D-9B7A-722BB3216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object 37">
              <a:extLst>
                <a:ext uri="{FF2B5EF4-FFF2-40B4-BE49-F238E27FC236}">
                  <a16:creationId xmlns:a16="http://schemas.microsoft.com/office/drawing/2014/main" id="{0A639C91-6EC1-16F5-EE5D-D75204C89DAC}"/>
                </a:ext>
              </a:extLst>
            </p:cNvPr>
            <p:cNvSpPr/>
            <p:nvPr/>
          </p:nvSpPr>
          <p:spPr>
            <a:xfrm>
              <a:off x="5049269" y="5116931"/>
              <a:ext cx="734084" cy="0"/>
            </a:xfrm>
            <a:custGeom>
              <a:avLst/>
              <a:gdLst/>
              <a:ahLst/>
              <a:cxnLst/>
              <a:rect l="l" t="t" r="r" b="b"/>
              <a:pathLst>
                <a:path w="734060">
                  <a:moveTo>
                    <a:pt x="0" y="0"/>
                  </a:moveTo>
                  <a:lnTo>
                    <a:pt x="733482" y="0"/>
                  </a:lnTo>
                </a:path>
              </a:pathLst>
            </a:custGeom>
            <a:ln w="19076">
              <a:solidFill>
                <a:srgbClr val="BABABA"/>
              </a:solidFill>
            </a:ln>
          </p:spPr>
          <p:txBody>
            <a:bodyPr lIns="0" tIns="0" rIns="0" bIns="0"/>
            <a:lstStyle/>
            <a:p>
              <a:pPr>
                <a:defRPr/>
              </a:pPr>
              <a:endParaRPr sz="2647"/>
            </a:p>
          </p:txBody>
        </p:sp>
        <p:sp>
          <p:nvSpPr>
            <p:cNvPr id="38" name="object 38">
              <a:extLst>
                <a:ext uri="{FF2B5EF4-FFF2-40B4-BE49-F238E27FC236}">
                  <a16:creationId xmlns:a16="http://schemas.microsoft.com/office/drawing/2014/main" id="{2E18A1D1-5ECA-763B-957E-DACA6CB95BC6}"/>
                </a:ext>
              </a:extLst>
            </p:cNvPr>
            <p:cNvSpPr/>
            <p:nvPr/>
          </p:nvSpPr>
          <p:spPr>
            <a:xfrm>
              <a:off x="5749167" y="5070154"/>
              <a:ext cx="93560" cy="91756"/>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9" name="object 39">
              <a:extLst>
                <a:ext uri="{FF2B5EF4-FFF2-40B4-BE49-F238E27FC236}">
                  <a16:creationId xmlns:a16="http://schemas.microsoft.com/office/drawing/2014/main" id="{67268D0D-D61A-FA8D-1C32-7E8EB37C7E37}"/>
                </a:ext>
              </a:extLst>
            </p:cNvPr>
            <p:cNvSpPr/>
            <p:nvPr/>
          </p:nvSpPr>
          <p:spPr>
            <a:xfrm>
              <a:off x="6002859" y="5116931"/>
              <a:ext cx="1783031"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40" name="object 40">
              <a:extLst>
                <a:ext uri="{FF2B5EF4-FFF2-40B4-BE49-F238E27FC236}">
                  <a16:creationId xmlns:a16="http://schemas.microsoft.com/office/drawing/2014/main" id="{6FE1F6F2-EAAE-09CA-DAF5-8298B56DC27B}"/>
                </a:ext>
              </a:extLst>
            </p:cNvPr>
            <p:cNvSpPr/>
            <p:nvPr/>
          </p:nvSpPr>
          <p:spPr>
            <a:xfrm>
              <a:off x="7753504" y="5070154"/>
              <a:ext cx="91761" cy="91756"/>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41" name="object 41">
            <a:extLst>
              <a:ext uri="{FF2B5EF4-FFF2-40B4-BE49-F238E27FC236}">
                <a16:creationId xmlns:a16="http://schemas.microsoft.com/office/drawing/2014/main" id="{6D2E4F41-D23F-94AF-5B73-3BCF6CAB169B}"/>
              </a:ext>
            </a:extLst>
          </p:cNvPr>
          <p:cNvSpPr txBox="1"/>
          <p:nvPr/>
        </p:nvSpPr>
        <p:spPr>
          <a:xfrm>
            <a:off x="2051050" y="4383088"/>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42" name="object 42">
            <a:extLst>
              <a:ext uri="{FF2B5EF4-FFF2-40B4-BE49-F238E27FC236}">
                <a16:creationId xmlns:a16="http://schemas.microsoft.com/office/drawing/2014/main" id="{77F43BD2-F69B-EC92-A8D3-38C01A412E0B}"/>
              </a:ext>
            </a:extLst>
          </p:cNvPr>
          <p:cNvSpPr/>
          <p:nvPr/>
        </p:nvSpPr>
        <p:spPr>
          <a:xfrm>
            <a:off x="2924175" y="3578225"/>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3" name="object 43">
            <a:extLst>
              <a:ext uri="{FF2B5EF4-FFF2-40B4-BE49-F238E27FC236}">
                <a16:creationId xmlns:a16="http://schemas.microsoft.com/office/drawing/2014/main" id="{C846FF33-C469-A807-1187-B306B0A17A92}"/>
              </a:ext>
            </a:extLst>
          </p:cNvPr>
          <p:cNvSpPr txBox="1"/>
          <p:nvPr/>
        </p:nvSpPr>
        <p:spPr>
          <a:xfrm>
            <a:off x="2994025" y="3575050"/>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4" name="object 44">
            <a:extLst>
              <a:ext uri="{FF2B5EF4-FFF2-40B4-BE49-F238E27FC236}">
                <a16:creationId xmlns:a16="http://schemas.microsoft.com/office/drawing/2014/main" id="{C65375CD-DBC9-B98E-8D3E-67143F824A86}"/>
              </a:ext>
            </a:extLst>
          </p:cNvPr>
          <p:cNvSpPr/>
          <p:nvPr/>
        </p:nvSpPr>
        <p:spPr>
          <a:xfrm>
            <a:off x="2916238" y="5159375"/>
            <a:ext cx="452437"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5" name="object 45">
            <a:extLst>
              <a:ext uri="{FF2B5EF4-FFF2-40B4-BE49-F238E27FC236}">
                <a16:creationId xmlns:a16="http://schemas.microsoft.com/office/drawing/2014/main" id="{BC7BA5FE-3EFB-9BA7-2F48-7DA2CFD2985F}"/>
              </a:ext>
            </a:extLst>
          </p:cNvPr>
          <p:cNvSpPr txBox="1"/>
          <p:nvPr/>
        </p:nvSpPr>
        <p:spPr>
          <a:xfrm>
            <a:off x="2984500" y="5157788"/>
            <a:ext cx="346075"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6" name="object 46">
            <a:extLst>
              <a:ext uri="{FF2B5EF4-FFF2-40B4-BE49-F238E27FC236}">
                <a16:creationId xmlns:a16="http://schemas.microsoft.com/office/drawing/2014/main" id="{8B84A049-0666-66FC-DAAB-E13D44E6530A}"/>
              </a:ext>
            </a:extLst>
          </p:cNvPr>
          <p:cNvSpPr/>
          <p:nvPr/>
        </p:nvSpPr>
        <p:spPr>
          <a:xfrm>
            <a:off x="5229225" y="3578225"/>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47" name="object 47">
            <a:extLst>
              <a:ext uri="{FF2B5EF4-FFF2-40B4-BE49-F238E27FC236}">
                <a16:creationId xmlns:a16="http://schemas.microsoft.com/office/drawing/2014/main" id="{61CB03EC-4265-8C9F-EF13-7CF1931F12FC}"/>
              </a:ext>
            </a:extLst>
          </p:cNvPr>
          <p:cNvSpPr txBox="1"/>
          <p:nvPr/>
        </p:nvSpPr>
        <p:spPr>
          <a:xfrm>
            <a:off x="5299075" y="3575050"/>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48" name="object 48">
            <a:extLst>
              <a:ext uri="{FF2B5EF4-FFF2-40B4-BE49-F238E27FC236}">
                <a16:creationId xmlns:a16="http://schemas.microsoft.com/office/drawing/2014/main" id="{D6BCE57C-EE6A-4E9C-A2AF-45F4DC62DD0F}"/>
              </a:ext>
            </a:extLst>
          </p:cNvPr>
          <p:cNvSpPr/>
          <p:nvPr/>
        </p:nvSpPr>
        <p:spPr>
          <a:xfrm>
            <a:off x="5221288" y="51593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49" name="object 49">
            <a:extLst>
              <a:ext uri="{FF2B5EF4-FFF2-40B4-BE49-F238E27FC236}">
                <a16:creationId xmlns:a16="http://schemas.microsoft.com/office/drawing/2014/main" id="{7CFC6A74-42B6-5C4B-C595-65B28CE04E5E}"/>
              </a:ext>
            </a:extLst>
          </p:cNvPr>
          <p:cNvSpPr txBox="1"/>
          <p:nvPr/>
        </p:nvSpPr>
        <p:spPr>
          <a:xfrm>
            <a:off x="5291138" y="5157788"/>
            <a:ext cx="430212"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50" name="object 50">
            <a:extLst>
              <a:ext uri="{FF2B5EF4-FFF2-40B4-BE49-F238E27FC236}">
                <a16:creationId xmlns:a16="http://schemas.microsoft.com/office/drawing/2014/main" id="{CD4D7261-0481-A26E-2F5F-3057A03702BF}"/>
              </a:ext>
            </a:extLst>
          </p:cNvPr>
          <p:cNvSpPr/>
          <p:nvPr/>
        </p:nvSpPr>
        <p:spPr>
          <a:xfrm>
            <a:off x="6075363" y="3438525"/>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51" name="object 51">
            <a:extLst>
              <a:ext uri="{FF2B5EF4-FFF2-40B4-BE49-F238E27FC236}">
                <a16:creationId xmlns:a16="http://schemas.microsoft.com/office/drawing/2014/main" id="{A8AAB925-2F33-BE53-221F-2826CDB2C1DF}"/>
              </a:ext>
            </a:extLst>
          </p:cNvPr>
          <p:cNvSpPr txBox="1"/>
          <p:nvPr/>
        </p:nvSpPr>
        <p:spPr>
          <a:xfrm rot="2400000">
            <a:off x="6145213" y="3633788"/>
            <a:ext cx="431800" cy="141287"/>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10</a:t>
            </a:r>
            <a:endParaRPr sz="1059">
              <a:latin typeface="Lucida Sans"/>
              <a:cs typeface="Lucida Sans"/>
            </a:endParaRPr>
          </a:p>
        </p:txBody>
      </p:sp>
      <p:sp>
        <p:nvSpPr>
          <p:cNvPr id="52" name="object 52">
            <a:extLst>
              <a:ext uri="{FF2B5EF4-FFF2-40B4-BE49-F238E27FC236}">
                <a16:creationId xmlns:a16="http://schemas.microsoft.com/office/drawing/2014/main" id="{A0912BB1-797A-4025-4542-F8FCC1DC65E2}"/>
              </a:ext>
            </a:extLst>
          </p:cNvPr>
          <p:cNvSpPr/>
          <p:nvPr/>
        </p:nvSpPr>
        <p:spPr>
          <a:xfrm>
            <a:off x="4135438" y="2854325"/>
            <a:ext cx="454025"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53" name="object 53">
            <a:extLst>
              <a:ext uri="{FF2B5EF4-FFF2-40B4-BE49-F238E27FC236}">
                <a16:creationId xmlns:a16="http://schemas.microsoft.com/office/drawing/2014/main" id="{27F41DAD-FD6E-0B7C-64D6-CEA20946F47F}"/>
              </a:ext>
            </a:extLst>
          </p:cNvPr>
          <p:cNvSpPr txBox="1"/>
          <p:nvPr/>
        </p:nvSpPr>
        <p:spPr>
          <a:xfrm>
            <a:off x="4205288" y="2851150"/>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9</a:t>
            </a:r>
            <a:endParaRPr sz="1059">
              <a:latin typeface="Lucida Sans"/>
              <a:cs typeface="Lucida Sans"/>
            </a:endParaRPr>
          </a:p>
        </p:txBody>
      </p:sp>
      <p:sp>
        <p:nvSpPr>
          <p:cNvPr id="54" name="object 54">
            <a:extLst>
              <a:ext uri="{FF2B5EF4-FFF2-40B4-BE49-F238E27FC236}">
                <a16:creationId xmlns:a16="http://schemas.microsoft.com/office/drawing/2014/main" id="{3C01E2BE-10B4-EA79-3360-16AA96BBDC4F}"/>
              </a:ext>
            </a:extLst>
          </p:cNvPr>
          <p:cNvSpPr txBox="1"/>
          <p:nvPr/>
        </p:nvSpPr>
        <p:spPr>
          <a:xfrm>
            <a:off x="4205288" y="4391025"/>
            <a:ext cx="34448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55" name="object 55">
            <a:extLst>
              <a:ext uri="{FF2B5EF4-FFF2-40B4-BE49-F238E27FC236}">
                <a16:creationId xmlns:a16="http://schemas.microsoft.com/office/drawing/2014/main" id="{2B0E61D8-1DC8-B8D2-3F36-4B51C02626DA}"/>
              </a:ext>
            </a:extLst>
          </p:cNvPr>
          <p:cNvSpPr/>
          <p:nvPr/>
        </p:nvSpPr>
        <p:spPr>
          <a:xfrm>
            <a:off x="4121150" y="5105400"/>
            <a:ext cx="495300" cy="423863"/>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sp>
        <p:nvSpPr>
          <p:cNvPr id="56" name="object 56">
            <a:extLst>
              <a:ext uri="{FF2B5EF4-FFF2-40B4-BE49-F238E27FC236}">
                <a16:creationId xmlns:a16="http://schemas.microsoft.com/office/drawing/2014/main" id="{38109897-636F-144E-CD2A-6201F7B7A79A}"/>
              </a:ext>
            </a:extLst>
          </p:cNvPr>
          <p:cNvSpPr txBox="1"/>
          <p:nvPr/>
        </p:nvSpPr>
        <p:spPr>
          <a:xfrm rot="1920000">
            <a:off x="4206875" y="5254625"/>
            <a:ext cx="352425" cy="141288"/>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grpSp>
        <p:nvGrpSpPr>
          <p:cNvPr id="114707" name="object 57">
            <a:extLst>
              <a:ext uri="{FF2B5EF4-FFF2-40B4-BE49-F238E27FC236}">
                <a16:creationId xmlns:a16="http://schemas.microsoft.com/office/drawing/2014/main" id="{462007AB-F469-6FB8-A8C5-6D5979784B8C}"/>
              </a:ext>
            </a:extLst>
          </p:cNvPr>
          <p:cNvGrpSpPr>
            <a:grpSpLocks/>
          </p:cNvGrpSpPr>
          <p:nvPr/>
        </p:nvGrpSpPr>
        <p:grpSpPr bwMode="auto">
          <a:xfrm>
            <a:off x="1905000" y="2808288"/>
            <a:ext cx="1406525" cy="1249362"/>
            <a:chOff x="2005783" y="3182881"/>
            <a:chExt cx="1594485" cy="1415415"/>
          </a:xfrm>
        </p:grpSpPr>
        <p:sp>
          <p:nvSpPr>
            <p:cNvPr id="58" name="object 58">
              <a:extLst>
                <a:ext uri="{FF2B5EF4-FFF2-40B4-BE49-F238E27FC236}">
                  <a16:creationId xmlns:a16="http://schemas.microsoft.com/office/drawing/2014/main" id="{A1EC3B26-FE62-3E8F-380F-8EBB7B849CBF}"/>
                </a:ext>
              </a:extLst>
            </p:cNvPr>
            <p:cNvSpPr/>
            <p:nvPr/>
          </p:nvSpPr>
          <p:spPr>
            <a:xfrm>
              <a:off x="3242139" y="3188276"/>
              <a:ext cx="352730" cy="35250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59" name="object 59">
              <a:extLst>
                <a:ext uri="{FF2B5EF4-FFF2-40B4-BE49-F238E27FC236}">
                  <a16:creationId xmlns:a16="http://schemas.microsoft.com/office/drawing/2014/main" id="{ACFE1501-4D7F-7DCA-7565-DF3F616EB13F}"/>
                </a:ext>
              </a:extLst>
            </p:cNvPr>
            <p:cNvSpPr/>
            <p:nvPr/>
          </p:nvSpPr>
          <p:spPr>
            <a:xfrm>
              <a:off x="3242139" y="3188276"/>
              <a:ext cx="352730" cy="352505"/>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60" name="object 60">
              <a:extLst>
                <a:ext uri="{FF2B5EF4-FFF2-40B4-BE49-F238E27FC236}">
                  <a16:creationId xmlns:a16="http://schemas.microsoft.com/office/drawing/2014/main" id="{267FF0D7-3F65-6183-00EB-AD7593FD370B}"/>
                </a:ext>
              </a:extLst>
            </p:cNvPr>
            <p:cNvSpPr/>
            <p:nvPr/>
          </p:nvSpPr>
          <p:spPr>
            <a:xfrm>
              <a:off x="2005783" y="3956234"/>
              <a:ext cx="691063" cy="642062"/>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grpSp>
      <p:sp>
        <p:nvSpPr>
          <p:cNvPr id="61" name="object 61">
            <a:extLst>
              <a:ext uri="{FF2B5EF4-FFF2-40B4-BE49-F238E27FC236}">
                <a16:creationId xmlns:a16="http://schemas.microsoft.com/office/drawing/2014/main" id="{46B1255B-3B3C-2426-F9D0-E47252092571}"/>
              </a:ext>
            </a:extLst>
          </p:cNvPr>
          <p:cNvSpPr txBox="1"/>
          <p:nvPr/>
        </p:nvSpPr>
        <p:spPr>
          <a:xfrm rot="19200000">
            <a:off x="1963738" y="3692525"/>
            <a:ext cx="512762"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62" name="object 62">
            <a:extLst>
              <a:ext uri="{FF2B5EF4-FFF2-40B4-BE49-F238E27FC236}">
                <a16:creationId xmlns:a16="http://schemas.microsoft.com/office/drawing/2014/main" id="{E2F44837-7D40-5ED2-3051-7B3FEA2EE422}"/>
              </a:ext>
            </a:extLst>
          </p:cNvPr>
          <p:cNvSpPr/>
          <p:nvPr/>
        </p:nvSpPr>
        <p:spPr>
          <a:xfrm>
            <a:off x="4043363" y="3484563"/>
            <a:ext cx="639762" cy="514350"/>
          </a:xfrm>
          <a:custGeom>
            <a:avLst/>
            <a:gdLst/>
            <a:ahLst/>
            <a:cxnLst/>
            <a:rect l="l" t="t" r="r" b="b"/>
            <a:pathLst>
              <a:path w="725170" h="581660">
                <a:moveTo>
                  <a:pt x="128111" y="0"/>
                </a:moveTo>
                <a:lnTo>
                  <a:pt x="0" y="201094"/>
                </a:lnTo>
                <a:lnTo>
                  <a:pt x="596446" y="581071"/>
                </a:lnTo>
                <a:lnTo>
                  <a:pt x="724557" y="379978"/>
                </a:lnTo>
                <a:lnTo>
                  <a:pt x="128111" y="0"/>
                </a:lnTo>
                <a:close/>
              </a:path>
            </a:pathLst>
          </a:custGeom>
          <a:solidFill>
            <a:srgbClr val="F2F2F2"/>
          </a:solidFill>
        </p:spPr>
        <p:txBody>
          <a:bodyPr lIns="0" tIns="0" rIns="0" bIns="0"/>
          <a:lstStyle/>
          <a:p>
            <a:pPr>
              <a:defRPr/>
            </a:pPr>
            <a:endParaRPr sz="2647"/>
          </a:p>
        </p:txBody>
      </p:sp>
      <p:sp>
        <p:nvSpPr>
          <p:cNvPr id="63" name="object 63">
            <a:extLst>
              <a:ext uri="{FF2B5EF4-FFF2-40B4-BE49-F238E27FC236}">
                <a16:creationId xmlns:a16="http://schemas.microsoft.com/office/drawing/2014/main" id="{7D57B8C1-980E-A27A-24A2-3C687D7EB1D4}"/>
              </a:ext>
            </a:extLst>
          </p:cNvPr>
          <p:cNvSpPr txBox="1"/>
          <p:nvPr/>
        </p:nvSpPr>
        <p:spPr>
          <a:xfrm rot="1920000">
            <a:off x="4121150" y="3678238"/>
            <a:ext cx="512763" cy="141287"/>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10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sz="1059" spc="-22" dirty="0">
                <a:solidFill>
                  <a:srgbClr val="BABABA"/>
                </a:solidFill>
                <a:latin typeface="Lucida Sans"/>
                <a:cs typeface="Lucida Sans"/>
              </a:rPr>
              <a:t>15</a:t>
            </a:r>
            <a:endParaRPr sz="1059" dirty="0">
              <a:latin typeface="Lucida Sans"/>
              <a:cs typeface="Lucida Sans"/>
            </a:endParaRPr>
          </a:p>
        </p:txBody>
      </p:sp>
      <p:sp>
        <p:nvSpPr>
          <p:cNvPr id="64" name="object 64">
            <a:extLst>
              <a:ext uri="{FF2B5EF4-FFF2-40B4-BE49-F238E27FC236}">
                <a16:creationId xmlns:a16="http://schemas.microsoft.com/office/drawing/2014/main" id="{E85D64BF-F847-56D9-1BAB-23CF558CC6FD}"/>
              </a:ext>
            </a:extLst>
          </p:cNvPr>
          <p:cNvSpPr txBox="1"/>
          <p:nvPr/>
        </p:nvSpPr>
        <p:spPr>
          <a:xfrm>
            <a:off x="6099175" y="4383088"/>
            <a:ext cx="515938" cy="141287"/>
          </a:xfrm>
          <a:prstGeom prst="rect">
            <a:avLst/>
          </a:prstGeom>
          <a:solidFill>
            <a:schemeClr val="bg1">
              <a:lumMod val="95000"/>
            </a:schemeClr>
          </a:solidFill>
        </p:spPr>
        <p:txBody>
          <a:bodyPr lIns="0" tIns="0" rIns="0" bIns="0">
            <a:spAutoFit/>
          </a:bodyPr>
          <a:lstStyle>
            <a:defPPr>
              <a:defRPr lang="en-US"/>
            </a:defPPr>
            <a:lvl1pPr>
              <a:lnSpc>
                <a:spcPts val="1054"/>
              </a:lnSpc>
              <a:defRPr sz="1588" baseline="2314">
                <a:solidFill>
                  <a:srgbClr val="BABABA"/>
                </a:solidFill>
                <a:latin typeface="Lucida Sans"/>
                <a:cs typeface="Lucida Sans"/>
              </a:defRPr>
            </a:lvl1pPr>
          </a:lstStyle>
          <a:p>
            <a:pPr>
              <a:defRPr/>
            </a:pPr>
            <a:r>
              <a:rPr dirty="0"/>
              <a:t>10 / 10</a:t>
            </a:r>
          </a:p>
        </p:txBody>
      </p:sp>
      <p:grpSp>
        <p:nvGrpSpPr>
          <p:cNvPr id="114712" name="object 65">
            <a:extLst>
              <a:ext uri="{FF2B5EF4-FFF2-40B4-BE49-F238E27FC236}">
                <a16:creationId xmlns:a16="http://schemas.microsoft.com/office/drawing/2014/main" id="{A3C24DBA-C250-5039-09C4-5F5D632F68EE}"/>
              </a:ext>
            </a:extLst>
          </p:cNvPr>
          <p:cNvGrpSpPr>
            <a:grpSpLocks/>
          </p:cNvGrpSpPr>
          <p:nvPr/>
        </p:nvGrpSpPr>
        <p:grpSpPr bwMode="auto">
          <a:xfrm>
            <a:off x="1220788" y="4319588"/>
            <a:ext cx="5873750" cy="1898650"/>
            <a:chOff x="1231593" y="4895367"/>
            <a:chExt cx="6656070" cy="2152650"/>
          </a:xfrm>
        </p:grpSpPr>
        <p:sp>
          <p:nvSpPr>
            <p:cNvPr id="66" name="object 66">
              <a:extLst>
                <a:ext uri="{FF2B5EF4-FFF2-40B4-BE49-F238E27FC236}">
                  <a16:creationId xmlns:a16="http://schemas.microsoft.com/office/drawing/2014/main" id="{35EE8EA1-7C37-8E97-47A5-9E52DE1F4F30}"/>
                </a:ext>
              </a:extLst>
            </p:cNvPr>
            <p:cNvSpPr/>
            <p:nvPr/>
          </p:nvSpPr>
          <p:spPr>
            <a:xfrm>
              <a:off x="5865657" y="4907966"/>
              <a:ext cx="352592" cy="352775"/>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7" name="object 67">
              <a:extLst>
                <a:ext uri="{FF2B5EF4-FFF2-40B4-BE49-F238E27FC236}">
                  <a16:creationId xmlns:a16="http://schemas.microsoft.com/office/drawing/2014/main" id="{0F52077C-B671-55B5-0716-0F271849147A}"/>
                </a:ext>
              </a:extLst>
            </p:cNvPr>
            <p:cNvSpPr/>
            <p:nvPr/>
          </p:nvSpPr>
          <p:spPr>
            <a:xfrm>
              <a:off x="5865657" y="4907966"/>
              <a:ext cx="352592" cy="35277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68" name="object 68">
              <a:extLst>
                <a:ext uri="{FF2B5EF4-FFF2-40B4-BE49-F238E27FC236}">
                  <a16:creationId xmlns:a16="http://schemas.microsoft.com/office/drawing/2014/main" id="{6C5BBAF0-C2FF-AE3C-E1E7-78460439D0FA}"/>
                </a:ext>
              </a:extLst>
            </p:cNvPr>
            <p:cNvSpPr/>
            <p:nvPr/>
          </p:nvSpPr>
          <p:spPr>
            <a:xfrm>
              <a:off x="6088725" y="5312938"/>
              <a:ext cx="1691002" cy="1474097"/>
            </a:xfrm>
            <a:custGeom>
              <a:avLst/>
              <a:gdLst/>
              <a:ahLst/>
              <a:cxnLst/>
              <a:rect l="l" t="t" r="r" b="b"/>
              <a:pathLst>
                <a:path w="1690370" h="1474470">
                  <a:moveTo>
                    <a:pt x="1690056" y="0"/>
                  </a:moveTo>
                  <a:lnTo>
                    <a:pt x="1668495" y="18807"/>
                  </a:lnTo>
                  <a:lnTo>
                    <a:pt x="0" y="1474241"/>
                  </a:lnTo>
                </a:path>
              </a:pathLst>
            </a:custGeom>
            <a:ln w="57224">
              <a:solidFill>
                <a:srgbClr val="000000"/>
              </a:solidFill>
            </a:ln>
          </p:spPr>
          <p:txBody>
            <a:bodyPr lIns="0" tIns="0" rIns="0" bIns="0"/>
            <a:lstStyle/>
            <a:p>
              <a:pPr>
                <a:defRPr/>
              </a:pPr>
              <a:endParaRPr sz="2647"/>
            </a:p>
          </p:txBody>
        </p:sp>
        <p:sp>
          <p:nvSpPr>
            <p:cNvPr id="69" name="object 69">
              <a:extLst>
                <a:ext uri="{FF2B5EF4-FFF2-40B4-BE49-F238E27FC236}">
                  <a16:creationId xmlns:a16="http://schemas.microsoft.com/office/drawing/2014/main" id="{4B65CFF3-4C00-C8B9-EC85-CB4A36450587}"/>
                </a:ext>
              </a:extLst>
            </p:cNvPr>
            <p:cNvSpPr/>
            <p:nvPr/>
          </p:nvSpPr>
          <p:spPr>
            <a:xfrm>
              <a:off x="7639410" y="5217544"/>
              <a:ext cx="248253" cy="237583"/>
            </a:xfrm>
            <a:custGeom>
              <a:avLst/>
              <a:gdLst/>
              <a:ahLst/>
              <a:cxnLst/>
              <a:rect l="l" t="t" r="r" b="b"/>
              <a:pathLst>
                <a:path w="248284" h="236854">
                  <a:moveTo>
                    <a:pt x="247727" y="0"/>
                  </a:moveTo>
                  <a:lnTo>
                    <a:pt x="0" y="64217"/>
                  </a:lnTo>
                  <a:lnTo>
                    <a:pt x="118356" y="112848"/>
                  </a:lnTo>
                  <a:lnTo>
                    <a:pt x="150464" y="236712"/>
                  </a:lnTo>
                  <a:lnTo>
                    <a:pt x="247727" y="0"/>
                  </a:lnTo>
                  <a:close/>
                </a:path>
              </a:pathLst>
            </a:custGeom>
            <a:solidFill>
              <a:srgbClr val="000000"/>
            </a:solidFill>
          </p:spPr>
          <p:txBody>
            <a:bodyPr lIns="0" tIns="0" rIns="0" bIns="0"/>
            <a:lstStyle/>
            <a:p>
              <a:pPr>
                <a:defRPr/>
              </a:pPr>
              <a:endParaRPr sz="2647"/>
            </a:p>
          </p:txBody>
        </p:sp>
        <p:sp>
          <p:nvSpPr>
            <p:cNvPr id="70" name="object 70">
              <a:extLst>
                <a:ext uri="{FF2B5EF4-FFF2-40B4-BE49-F238E27FC236}">
                  <a16:creationId xmlns:a16="http://schemas.microsoft.com/office/drawing/2014/main" id="{032C4526-2112-0887-3D57-C14030C8C23F}"/>
                </a:ext>
              </a:extLst>
            </p:cNvPr>
            <p:cNvSpPr/>
            <p:nvPr/>
          </p:nvSpPr>
          <p:spPr>
            <a:xfrm>
              <a:off x="1454661" y="5170747"/>
              <a:ext cx="1691002" cy="1506496"/>
            </a:xfrm>
            <a:custGeom>
              <a:avLst/>
              <a:gdLst/>
              <a:ahLst/>
              <a:cxnLst/>
              <a:rect l="l" t="t" r="r" b="b"/>
              <a:pathLst>
                <a:path w="1691639" h="1506220">
                  <a:moveTo>
                    <a:pt x="1691600" y="1505863"/>
                  </a:moveTo>
                  <a:lnTo>
                    <a:pt x="1670229" y="1486839"/>
                  </a:lnTo>
                  <a:lnTo>
                    <a:pt x="0" y="0"/>
                  </a:lnTo>
                </a:path>
              </a:pathLst>
            </a:custGeom>
            <a:ln w="57224">
              <a:solidFill>
                <a:srgbClr val="000000"/>
              </a:solidFill>
            </a:ln>
          </p:spPr>
          <p:txBody>
            <a:bodyPr lIns="0" tIns="0" rIns="0" bIns="0"/>
            <a:lstStyle/>
            <a:p>
              <a:pPr>
                <a:defRPr/>
              </a:pPr>
              <a:endParaRPr sz="2647"/>
            </a:p>
          </p:txBody>
        </p:sp>
        <p:sp>
          <p:nvSpPr>
            <p:cNvPr id="71" name="object 71">
              <a:extLst>
                <a:ext uri="{FF2B5EF4-FFF2-40B4-BE49-F238E27FC236}">
                  <a16:creationId xmlns:a16="http://schemas.microsoft.com/office/drawing/2014/main" id="{DBA8F06A-51EE-75A8-2E6E-CCB5C460A6A4}"/>
                </a:ext>
              </a:extLst>
            </p:cNvPr>
            <p:cNvSpPr/>
            <p:nvPr/>
          </p:nvSpPr>
          <p:spPr>
            <a:xfrm>
              <a:off x="3005346" y="6533253"/>
              <a:ext cx="248253" cy="239383"/>
            </a:xfrm>
            <a:custGeom>
              <a:avLst/>
              <a:gdLst/>
              <a:ahLst/>
              <a:cxnLst/>
              <a:rect l="l" t="t" r="r" b="b"/>
              <a:pathLst>
                <a:path w="247650" h="238125">
                  <a:moveTo>
                    <a:pt x="152195" y="0"/>
                  </a:moveTo>
                  <a:lnTo>
                    <a:pt x="118840" y="123533"/>
                  </a:lnTo>
                  <a:lnTo>
                    <a:pt x="0" y="170968"/>
                  </a:lnTo>
                  <a:lnTo>
                    <a:pt x="247067" y="237681"/>
                  </a:lnTo>
                  <a:lnTo>
                    <a:pt x="152195" y="0"/>
                  </a:lnTo>
                  <a:close/>
                </a:path>
              </a:pathLst>
            </a:custGeom>
            <a:solidFill>
              <a:srgbClr val="000000"/>
            </a:solidFill>
          </p:spPr>
          <p:txBody>
            <a:bodyPr lIns="0" tIns="0" rIns="0" bIns="0"/>
            <a:lstStyle/>
            <a:p>
              <a:pPr>
                <a:defRPr/>
              </a:pPr>
              <a:endParaRPr sz="2647"/>
            </a:p>
          </p:txBody>
        </p:sp>
        <p:sp>
          <p:nvSpPr>
            <p:cNvPr id="72" name="object 72">
              <a:extLst>
                <a:ext uri="{FF2B5EF4-FFF2-40B4-BE49-F238E27FC236}">
                  <a16:creationId xmlns:a16="http://schemas.microsoft.com/office/drawing/2014/main" id="{36CEF02A-7A08-244F-4343-3BE2762DDD5F}"/>
                </a:ext>
              </a:extLst>
            </p:cNvPr>
            <p:cNvSpPr/>
            <p:nvPr/>
          </p:nvSpPr>
          <p:spPr>
            <a:xfrm>
              <a:off x="3447884" y="6896828"/>
              <a:ext cx="2248672" cy="0"/>
            </a:xfrm>
            <a:custGeom>
              <a:avLst/>
              <a:gdLst/>
              <a:ahLst/>
              <a:cxnLst/>
              <a:rect l="l" t="t" r="r" b="b"/>
              <a:pathLst>
                <a:path w="2249170">
                  <a:moveTo>
                    <a:pt x="0" y="0"/>
                  </a:moveTo>
                  <a:lnTo>
                    <a:pt x="1039576" y="0"/>
                  </a:lnTo>
                </a:path>
                <a:path w="2249170">
                  <a:moveTo>
                    <a:pt x="1650181" y="0"/>
                  </a:moveTo>
                  <a:lnTo>
                    <a:pt x="2248950" y="0"/>
                  </a:lnTo>
                </a:path>
              </a:pathLst>
            </a:custGeom>
            <a:ln w="57224">
              <a:solidFill>
                <a:srgbClr val="000000"/>
              </a:solidFill>
            </a:ln>
          </p:spPr>
          <p:txBody>
            <a:bodyPr lIns="0" tIns="0" rIns="0" bIns="0"/>
            <a:lstStyle/>
            <a:p>
              <a:pPr>
                <a:defRPr/>
              </a:pPr>
              <a:endParaRPr sz="2647"/>
            </a:p>
          </p:txBody>
        </p:sp>
        <p:sp>
          <p:nvSpPr>
            <p:cNvPr id="73" name="object 73">
              <a:extLst>
                <a:ext uri="{FF2B5EF4-FFF2-40B4-BE49-F238E27FC236}">
                  <a16:creationId xmlns:a16="http://schemas.microsoft.com/office/drawing/2014/main" id="{3DB7165C-C2E9-31AB-53C9-6835C77F0231}"/>
                </a:ext>
              </a:extLst>
            </p:cNvPr>
            <p:cNvSpPr/>
            <p:nvPr/>
          </p:nvSpPr>
          <p:spPr>
            <a:xfrm>
              <a:off x="5610208" y="6781636"/>
              <a:ext cx="230264" cy="230384"/>
            </a:xfrm>
            <a:custGeom>
              <a:avLst/>
              <a:gdLst/>
              <a:ahLst/>
              <a:cxnLst/>
              <a:rect l="l" t="t" r="r" b="b"/>
              <a:pathLst>
                <a:path w="229235" h="229234">
                  <a:moveTo>
                    <a:pt x="0" y="0"/>
                  </a:moveTo>
                  <a:lnTo>
                    <a:pt x="57224" y="114448"/>
                  </a:lnTo>
                  <a:lnTo>
                    <a:pt x="0" y="228897"/>
                  </a:lnTo>
                  <a:lnTo>
                    <a:pt x="228898" y="114448"/>
                  </a:lnTo>
                  <a:lnTo>
                    <a:pt x="0" y="0"/>
                  </a:lnTo>
                  <a:close/>
                </a:path>
              </a:pathLst>
            </a:custGeom>
            <a:solidFill>
              <a:srgbClr val="000000"/>
            </a:solidFill>
          </p:spPr>
          <p:txBody>
            <a:bodyPr lIns="0" tIns="0" rIns="0" bIns="0"/>
            <a:lstStyle/>
            <a:p>
              <a:pPr>
                <a:defRPr/>
              </a:pPr>
              <a:endParaRPr sz="2647"/>
            </a:p>
          </p:txBody>
        </p:sp>
        <p:sp>
          <p:nvSpPr>
            <p:cNvPr id="74" name="object 74">
              <a:extLst>
                <a:ext uri="{FF2B5EF4-FFF2-40B4-BE49-F238E27FC236}">
                  <a16:creationId xmlns:a16="http://schemas.microsoft.com/office/drawing/2014/main" id="{7005C643-CC18-64E9-1D9C-19E316B9E646}"/>
                </a:ext>
              </a:extLst>
            </p:cNvPr>
            <p:cNvSpPr/>
            <p:nvPr/>
          </p:nvSpPr>
          <p:spPr>
            <a:xfrm>
              <a:off x="3241006" y="6689841"/>
              <a:ext cx="354391" cy="352775"/>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75" name="object 75">
              <a:extLst>
                <a:ext uri="{FF2B5EF4-FFF2-40B4-BE49-F238E27FC236}">
                  <a16:creationId xmlns:a16="http://schemas.microsoft.com/office/drawing/2014/main" id="{6C6921DF-4363-BF36-5E43-99290CBB8ADB}"/>
                </a:ext>
              </a:extLst>
            </p:cNvPr>
            <p:cNvSpPr/>
            <p:nvPr/>
          </p:nvSpPr>
          <p:spPr>
            <a:xfrm>
              <a:off x="3241006" y="6689841"/>
              <a:ext cx="354391" cy="352775"/>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76" name="object 76">
              <a:extLst>
                <a:ext uri="{FF2B5EF4-FFF2-40B4-BE49-F238E27FC236}">
                  <a16:creationId xmlns:a16="http://schemas.microsoft.com/office/drawing/2014/main" id="{ED04EE94-9556-48B4-3DB9-26E0983F80C1}"/>
                </a:ext>
              </a:extLst>
            </p:cNvPr>
            <p:cNvSpPr/>
            <p:nvPr/>
          </p:nvSpPr>
          <p:spPr>
            <a:xfrm>
              <a:off x="5865657" y="6689841"/>
              <a:ext cx="352592" cy="352775"/>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77" name="object 77">
              <a:extLst>
                <a:ext uri="{FF2B5EF4-FFF2-40B4-BE49-F238E27FC236}">
                  <a16:creationId xmlns:a16="http://schemas.microsoft.com/office/drawing/2014/main" id="{EDD891BB-1E7E-E42A-C0ED-9B2C1E386577}"/>
                </a:ext>
              </a:extLst>
            </p:cNvPr>
            <p:cNvSpPr/>
            <p:nvPr/>
          </p:nvSpPr>
          <p:spPr>
            <a:xfrm>
              <a:off x="5865657" y="6689841"/>
              <a:ext cx="352592" cy="352775"/>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78" name="object 78">
              <a:extLst>
                <a:ext uri="{FF2B5EF4-FFF2-40B4-BE49-F238E27FC236}">
                  <a16:creationId xmlns:a16="http://schemas.microsoft.com/office/drawing/2014/main" id="{A4E48485-3931-16CA-7C47-60FD6C42520D}"/>
                </a:ext>
              </a:extLst>
            </p:cNvPr>
            <p:cNvSpPr/>
            <p:nvPr/>
          </p:nvSpPr>
          <p:spPr>
            <a:xfrm>
              <a:off x="1236989" y="4900766"/>
              <a:ext cx="352592" cy="352775"/>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79" name="object 79">
              <a:extLst>
                <a:ext uri="{FF2B5EF4-FFF2-40B4-BE49-F238E27FC236}">
                  <a16:creationId xmlns:a16="http://schemas.microsoft.com/office/drawing/2014/main" id="{DDCD1DBC-8D2B-B956-9488-848C45C3C322}"/>
                </a:ext>
              </a:extLst>
            </p:cNvPr>
            <p:cNvSpPr/>
            <p:nvPr/>
          </p:nvSpPr>
          <p:spPr>
            <a:xfrm>
              <a:off x="1236989" y="4900766"/>
              <a:ext cx="352592" cy="352775"/>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80" name="object 80">
            <a:extLst>
              <a:ext uri="{FF2B5EF4-FFF2-40B4-BE49-F238E27FC236}">
                <a16:creationId xmlns:a16="http://schemas.microsoft.com/office/drawing/2014/main" id="{3A1FAB95-A8B3-F3AD-99E5-C9CF2991DC6B}"/>
              </a:ext>
            </a:extLst>
          </p:cNvPr>
          <p:cNvSpPr txBox="1"/>
          <p:nvPr/>
        </p:nvSpPr>
        <p:spPr>
          <a:xfrm>
            <a:off x="1327150" y="4338638"/>
            <a:ext cx="109538"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14714" name="object 81">
            <a:extLst>
              <a:ext uri="{FF2B5EF4-FFF2-40B4-BE49-F238E27FC236}">
                <a16:creationId xmlns:a16="http://schemas.microsoft.com/office/drawing/2014/main" id="{04219A24-0589-4DE0-BB8E-3CD25612674E}"/>
              </a:ext>
            </a:extLst>
          </p:cNvPr>
          <p:cNvGrpSpPr>
            <a:grpSpLocks/>
          </p:cNvGrpSpPr>
          <p:nvPr/>
        </p:nvGrpSpPr>
        <p:grpSpPr bwMode="auto">
          <a:xfrm>
            <a:off x="1935163" y="4322763"/>
            <a:ext cx="5451475" cy="1181100"/>
            <a:chOff x="2040834" y="4898969"/>
            <a:chExt cx="6178550" cy="1339215"/>
          </a:xfrm>
        </p:grpSpPr>
        <p:sp>
          <p:nvSpPr>
            <p:cNvPr id="82" name="object 82">
              <a:extLst>
                <a:ext uri="{FF2B5EF4-FFF2-40B4-BE49-F238E27FC236}">
                  <a16:creationId xmlns:a16="http://schemas.microsoft.com/office/drawing/2014/main" id="{BF8BFD08-24A2-03B0-7AE3-82882FF37499}"/>
                </a:ext>
              </a:extLst>
            </p:cNvPr>
            <p:cNvSpPr/>
            <p:nvPr/>
          </p:nvSpPr>
          <p:spPr>
            <a:xfrm>
              <a:off x="7861337" y="4904368"/>
              <a:ext cx="352649" cy="352804"/>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83" name="object 83">
              <a:extLst>
                <a:ext uri="{FF2B5EF4-FFF2-40B4-BE49-F238E27FC236}">
                  <a16:creationId xmlns:a16="http://schemas.microsoft.com/office/drawing/2014/main" id="{AD005CCD-0599-DEB1-9E33-85A42E4628A6}"/>
                </a:ext>
              </a:extLst>
            </p:cNvPr>
            <p:cNvSpPr/>
            <p:nvPr/>
          </p:nvSpPr>
          <p:spPr>
            <a:xfrm>
              <a:off x="7861337" y="4904368"/>
              <a:ext cx="352649" cy="352804"/>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84" name="object 84">
              <a:extLst>
                <a:ext uri="{FF2B5EF4-FFF2-40B4-BE49-F238E27FC236}">
                  <a16:creationId xmlns:a16="http://schemas.microsoft.com/office/drawing/2014/main" id="{8D72E1A0-F1FC-E9EA-4476-15C4B7217198}"/>
                </a:ext>
              </a:extLst>
            </p:cNvPr>
            <p:cNvSpPr/>
            <p:nvPr/>
          </p:nvSpPr>
          <p:spPr>
            <a:xfrm>
              <a:off x="2040834" y="5636977"/>
              <a:ext cx="5332913" cy="601207"/>
            </a:xfrm>
            <a:custGeom>
              <a:avLst/>
              <a:gdLst/>
              <a:ahLst/>
              <a:cxnLst/>
              <a:rect l="l" t="t" r="r" b="b"/>
              <a:pathLst>
                <a:path w="5332095" h="601345">
                  <a:moveTo>
                    <a:pt x="614514" y="423011"/>
                  </a:moveTo>
                  <a:lnTo>
                    <a:pt x="158610" y="16814"/>
                  </a:lnTo>
                  <a:lnTo>
                    <a:pt x="0" y="194843"/>
                  </a:lnTo>
                  <a:lnTo>
                    <a:pt x="455904" y="601040"/>
                  </a:lnTo>
                  <a:lnTo>
                    <a:pt x="614514" y="423011"/>
                  </a:lnTo>
                  <a:close/>
                </a:path>
                <a:path w="5332095" h="601345">
                  <a:moveTo>
                    <a:pt x="5331663" y="179666"/>
                  </a:moveTo>
                  <a:lnTo>
                    <a:pt x="5174920" y="0"/>
                  </a:lnTo>
                  <a:lnTo>
                    <a:pt x="4714786" y="401396"/>
                  </a:lnTo>
                  <a:lnTo>
                    <a:pt x="4871529" y="581063"/>
                  </a:lnTo>
                  <a:lnTo>
                    <a:pt x="5331663" y="179666"/>
                  </a:lnTo>
                  <a:close/>
                </a:path>
              </a:pathLst>
            </a:custGeom>
            <a:solidFill>
              <a:srgbClr val="F2F2F2"/>
            </a:solidFill>
          </p:spPr>
          <p:txBody>
            <a:bodyPr lIns="0" tIns="0" rIns="0" bIns="0"/>
            <a:lstStyle/>
            <a:p>
              <a:pPr>
                <a:defRPr/>
              </a:pPr>
              <a:endParaRPr sz="2647"/>
            </a:p>
          </p:txBody>
        </p:sp>
      </p:grpSp>
      <p:sp>
        <p:nvSpPr>
          <p:cNvPr id="85" name="object 85">
            <a:extLst>
              <a:ext uri="{FF2B5EF4-FFF2-40B4-BE49-F238E27FC236}">
                <a16:creationId xmlns:a16="http://schemas.microsoft.com/office/drawing/2014/main" id="{4B5C294E-966C-DB06-5EB0-6DBA29D553A1}"/>
              </a:ext>
            </a:extLst>
          </p:cNvPr>
          <p:cNvSpPr txBox="1"/>
          <p:nvPr/>
        </p:nvSpPr>
        <p:spPr>
          <a:xfrm>
            <a:off x="4175125" y="5967413"/>
            <a:ext cx="406400"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22" dirty="0">
                <a:solidFill>
                  <a:srgbClr val="BABABA"/>
                </a:solidFill>
                <a:latin typeface="Lucida Sans"/>
                <a:cs typeface="Lucida Sans"/>
              </a:rPr>
              <a:t>16</a:t>
            </a:r>
            <a:endParaRPr sz="1059">
              <a:latin typeface="Lucida Sans"/>
              <a:cs typeface="Lucida Sans"/>
            </a:endParaRPr>
          </a:p>
        </p:txBody>
      </p:sp>
      <p:sp>
        <p:nvSpPr>
          <p:cNvPr id="86" name="object 86">
            <a:extLst>
              <a:ext uri="{FF2B5EF4-FFF2-40B4-BE49-F238E27FC236}">
                <a16:creationId xmlns:a16="http://schemas.microsoft.com/office/drawing/2014/main" id="{84AD6F33-B8B3-E5F2-9256-308D4B589485}"/>
              </a:ext>
            </a:extLst>
          </p:cNvPr>
          <p:cNvSpPr/>
          <p:nvPr/>
        </p:nvSpPr>
        <p:spPr>
          <a:xfrm>
            <a:off x="1939925" y="4806950"/>
            <a:ext cx="4700588" cy="1354138"/>
          </a:xfrm>
          <a:custGeom>
            <a:avLst/>
            <a:gdLst/>
            <a:ahLst/>
            <a:cxnLst/>
            <a:rect l="l" t="t" r="r" b="b"/>
            <a:pathLst>
              <a:path w="5328920" h="1535429">
                <a:moveTo>
                  <a:pt x="614514" y="615442"/>
                </a:moveTo>
                <a:lnTo>
                  <a:pt x="373672" y="400862"/>
                </a:lnTo>
                <a:lnTo>
                  <a:pt x="528002" y="227634"/>
                </a:lnTo>
                <a:lnTo>
                  <a:pt x="272516" y="0"/>
                </a:lnTo>
                <a:lnTo>
                  <a:pt x="113906" y="178028"/>
                </a:lnTo>
                <a:lnTo>
                  <a:pt x="154330" y="214058"/>
                </a:lnTo>
                <a:lnTo>
                  <a:pt x="0" y="387273"/>
                </a:lnTo>
                <a:lnTo>
                  <a:pt x="455891" y="793470"/>
                </a:lnTo>
                <a:lnTo>
                  <a:pt x="614514" y="615442"/>
                </a:lnTo>
                <a:close/>
              </a:path>
              <a:path w="5328920" h="1535429">
                <a:moveTo>
                  <a:pt x="3052216" y="1296504"/>
                </a:moveTo>
                <a:lnTo>
                  <a:pt x="2726575" y="1296504"/>
                </a:lnTo>
                <a:lnTo>
                  <a:pt x="2726575" y="1067612"/>
                </a:lnTo>
                <a:lnTo>
                  <a:pt x="2384387" y="1067612"/>
                </a:lnTo>
                <a:lnTo>
                  <a:pt x="2384387" y="1306042"/>
                </a:lnTo>
                <a:lnTo>
                  <a:pt x="2441613" y="1306042"/>
                </a:lnTo>
                <a:lnTo>
                  <a:pt x="2441613" y="1534947"/>
                </a:lnTo>
                <a:lnTo>
                  <a:pt x="3052216" y="1534947"/>
                </a:lnTo>
                <a:lnTo>
                  <a:pt x="3052216" y="1296504"/>
                </a:lnTo>
                <a:close/>
              </a:path>
              <a:path w="5328920" h="1535429">
                <a:moveTo>
                  <a:pt x="5328386" y="369735"/>
                </a:moveTo>
                <a:lnTo>
                  <a:pt x="5171643" y="190068"/>
                </a:lnTo>
                <a:lnTo>
                  <a:pt x="4923129" y="406857"/>
                </a:lnTo>
                <a:lnTo>
                  <a:pt x="4778680" y="241249"/>
                </a:lnTo>
                <a:lnTo>
                  <a:pt x="4520819" y="466191"/>
                </a:lnTo>
                <a:lnTo>
                  <a:pt x="4677562" y="645871"/>
                </a:lnTo>
                <a:lnTo>
                  <a:pt x="4723790" y="605548"/>
                </a:lnTo>
                <a:lnTo>
                  <a:pt x="4868253" y="771131"/>
                </a:lnTo>
                <a:lnTo>
                  <a:pt x="5328386" y="369735"/>
                </a:lnTo>
                <a:close/>
              </a:path>
            </a:pathLst>
          </a:custGeom>
          <a:solidFill>
            <a:srgbClr val="F2F2F2"/>
          </a:solidFill>
        </p:spPr>
        <p:txBody>
          <a:bodyPr lIns="0" tIns="0" rIns="0" bIns="0"/>
          <a:lstStyle/>
          <a:p>
            <a:pPr>
              <a:defRPr/>
            </a:pPr>
            <a:endParaRPr sz="2647"/>
          </a:p>
        </p:txBody>
      </p:sp>
      <p:sp>
        <p:nvSpPr>
          <p:cNvPr id="87" name="object 87">
            <a:extLst>
              <a:ext uri="{FF2B5EF4-FFF2-40B4-BE49-F238E27FC236}">
                <a16:creationId xmlns:a16="http://schemas.microsoft.com/office/drawing/2014/main" id="{E9C0182B-DE31-3C1D-F412-E3DB8E2CCD17}"/>
              </a:ext>
            </a:extLst>
          </p:cNvPr>
          <p:cNvSpPr txBox="1"/>
          <p:nvPr/>
        </p:nvSpPr>
        <p:spPr>
          <a:xfrm rot="19140000">
            <a:off x="6011863" y="5116513"/>
            <a:ext cx="219075" cy="141287"/>
          </a:xfrm>
          <a:prstGeom prst="rect">
            <a:avLst/>
          </a:prstGeom>
        </p:spPr>
        <p:txBody>
          <a:bodyPr lIns="0" tIns="0" rIns="0" bIns="0">
            <a:spAutoFit/>
          </a:bodyPr>
          <a:lstStyle/>
          <a:p>
            <a:pPr>
              <a:lnSpc>
                <a:spcPts val="1059"/>
              </a:lnSpc>
              <a:defRPr/>
            </a:pPr>
            <a:r>
              <a:rPr sz="1059" spc="-22" dirty="0">
                <a:solidFill>
                  <a:srgbClr val="8D3124"/>
                </a:solidFill>
                <a:latin typeface="Lucida Sans"/>
                <a:cs typeface="Lucida Sans"/>
              </a:rPr>
              <a:t>10</a:t>
            </a:r>
            <a:endParaRPr sz="1059">
              <a:latin typeface="Lucida Sans"/>
              <a:cs typeface="Lucida Sans"/>
            </a:endParaRPr>
          </a:p>
        </p:txBody>
      </p:sp>
      <p:sp>
        <p:nvSpPr>
          <p:cNvPr id="88" name="object 88">
            <a:extLst>
              <a:ext uri="{FF2B5EF4-FFF2-40B4-BE49-F238E27FC236}">
                <a16:creationId xmlns:a16="http://schemas.microsoft.com/office/drawing/2014/main" id="{36583A33-F7A4-527B-215F-957BFDBD5E35}"/>
              </a:ext>
            </a:extLst>
          </p:cNvPr>
          <p:cNvSpPr txBox="1"/>
          <p:nvPr/>
        </p:nvSpPr>
        <p:spPr>
          <a:xfrm rot="19140000">
            <a:off x="6146800" y="5156200"/>
            <a:ext cx="449263" cy="141288"/>
          </a:xfrm>
          <a:prstGeom prst="rect">
            <a:avLst/>
          </a:prstGeom>
        </p:spPr>
        <p:txBody>
          <a:bodyPr lIns="0" tIns="0" rIns="0" bIns="0">
            <a:spAutoFit/>
          </a:bodyPr>
          <a:lstStyle/>
          <a:p>
            <a:pPr>
              <a:lnSpc>
                <a:spcPts val="1059"/>
              </a:lnSpc>
              <a:defRPr/>
            </a:pPr>
            <a:r>
              <a:rPr sz="1059" b="1" spc="-899" dirty="0">
                <a:solidFill>
                  <a:srgbClr val="8D3124"/>
                </a:solidFill>
                <a:latin typeface="Lucida Sans"/>
                <a:cs typeface="Lucida Sans"/>
              </a:rPr>
              <a:t>—</a:t>
            </a:r>
            <a:r>
              <a:rPr sz="1059" dirty="0">
                <a:latin typeface="Lucida Sans"/>
                <a:cs typeface="Lucida Sans"/>
              </a:rPr>
              <a:t>0</a:t>
            </a:r>
            <a:r>
              <a:rPr sz="1059" spc="-4" dirty="0">
                <a:latin typeface="Lucida Sans"/>
                <a:cs typeface="Lucida Sans"/>
              </a:rPr>
              <a:t> </a:t>
            </a:r>
            <a:r>
              <a:rPr sz="1059" dirty="0">
                <a:latin typeface="Lucida Sans"/>
                <a:cs typeface="Lucida Sans"/>
              </a:rPr>
              <a:t>/</a:t>
            </a:r>
            <a:r>
              <a:rPr sz="1059" spc="-4"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89" name="object 89">
            <a:extLst>
              <a:ext uri="{FF2B5EF4-FFF2-40B4-BE49-F238E27FC236}">
                <a16:creationId xmlns:a16="http://schemas.microsoft.com/office/drawing/2014/main" id="{F72D3434-1913-E654-44EC-7B2F934DDBD6}"/>
              </a:ext>
            </a:extLst>
          </p:cNvPr>
          <p:cNvSpPr txBox="1"/>
          <p:nvPr/>
        </p:nvSpPr>
        <p:spPr>
          <a:xfrm rot="2460000">
            <a:off x="2125663" y="4930775"/>
            <a:ext cx="219075" cy="128588"/>
          </a:xfrm>
          <a:prstGeom prst="rect">
            <a:avLst/>
          </a:prstGeom>
        </p:spPr>
        <p:txBody>
          <a:bodyPr lIns="0" tIns="0" rIns="0" bIns="0">
            <a:spAutoFit/>
          </a:bodyPr>
          <a:lstStyle/>
          <a:p>
            <a:pPr>
              <a:lnSpc>
                <a:spcPts val="1046"/>
              </a:lnSpc>
              <a:defRPr/>
            </a:pPr>
            <a:r>
              <a:rPr sz="1059" spc="-22" dirty="0">
                <a:solidFill>
                  <a:srgbClr val="8D3124"/>
                </a:solidFill>
                <a:latin typeface="Lucida Sans"/>
                <a:cs typeface="Lucida Sans"/>
              </a:rPr>
              <a:t>10</a:t>
            </a:r>
            <a:endParaRPr sz="1059">
              <a:latin typeface="Lucida Sans"/>
              <a:cs typeface="Lucida Sans"/>
            </a:endParaRPr>
          </a:p>
        </p:txBody>
      </p:sp>
      <p:sp>
        <p:nvSpPr>
          <p:cNvPr id="90" name="object 90">
            <a:extLst>
              <a:ext uri="{FF2B5EF4-FFF2-40B4-BE49-F238E27FC236}">
                <a16:creationId xmlns:a16="http://schemas.microsoft.com/office/drawing/2014/main" id="{80D8ABD0-FA22-B1EC-968B-1A86EB2BD36F}"/>
              </a:ext>
            </a:extLst>
          </p:cNvPr>
          <p:cNvSpPr txBox="1"/>
          <p:nvPr/>
        </p:nvSpPr>
        <p:spPr>
          <a:xfrm rot="2460000">
            <a:off x="1984375" y="5180013"/>
            <a:ext cx="457200" cy="141287"/>
          </a:xfrm>
          <a:prstGeom prst="rect">
            <a:avLst/>
          </a:prstGeom>
        </p:spPr>
        <p:txBody>
          <a:bodyPr lIns="0" tIns="0" rIns="0" bIns="0">
            <a:spAutoFit/>
          </a:bodyPr>
          <a:lstStyle/>
          <a:p>
            <a:pPr>
              <a:lnSpc>
                <a:spcPts val="1050"/>
              </a:lnSpc>
              <a:defRPr/>
            </a:pPr>
            <a:r>
              <a:rPr sz="1059" b="1" spc="-877" dirty="0">
                <a:solidFill>
                  <a:srgbClr val="8D3124"/>
                </a:solidFill>
                <a:latin typeface="Lucida Sans"/>
                <a:cs typeface="Lucida Sans"/>
              </a:rPr>
              <a:t>—</a:t>
            </a:r>
            <a:r>
              <a:rPr sz="1588" baseline="2314" dirty="0">
                <a:latin typeface="Lucida Sans"/>
                <a:cs typeface="Lucida Sans"/>
              </a:rPr>
              <a:t>0</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91" name="object 91">
            <a:extLst>
              <a:ext uri="{FF2B5EF4-FFF2-40B4-BE49-F238E27FC236}">
                <a16:creationId xmlns:a16="http://schemas.microsoft.com/office/drawing/2014/main" id="{217405E7-11F1-5BC3-4DCA-D9A1D30C4459}"/>
              </a:ext>
            </a:extLst>
          </p:cNvPr>
          <p:cNvSpPr txBox="1"/>
          <p:nvPr/>
        </p:nvSpPr>
        <p:spPr>
          <a:xfrm>
            <a:off x="4113213" y="5705475"/>
            <a:ext cx="481012" cy="417513"/>
          </a:xfrm>
          <a:prstGeom prst="rect">
            <a:avLst/>
          </a:prstGeom>
        </p:spPr>
        <p:txBody>
          <a:bodyPr lIns="0" tIns="51546" rIns="0" bIns="0">
            <a:spAutoFit/>
          </a:bodyPr>
          <a:lstStyle/>
          <a:p>
            <a:pPr marL="11206">
              <a:spcBef>
                <a:spcPts val="405"/>
              </a:spcBef>
              <a:defRPr/>
            </a:pPr>
            <a:r>
              <a:rPr sz="1059" spc="-22" dirty="0">
                <a:solidFill>
                  <a:srgbClr val="8D3124"/>
                </a:solidFill>
                <a:latin typeface="Lucida Sans"/>
                <a:cs typeface="Lucida Sans"/>
              </a:rPr>
              <a:t>10</a:t>
            </a:r>
            <a:endParaRPr sz="1059">
              <a:latin typeface="Lucida Sans"/>
              <a:cs typeface="Lucida Sans"/>
            </a:endParaRPr>
          </a:p>
          <a:p>
            <a:pPr marL="36421">
              <a:spcBef>
                <a:spcPts val="322"/>
              </a:spcBef>
              <a:defRPr/>
            </a:pPr>
            <a:r>
              <a:rPr sz="1059" b="1" spc="-865" dirty="0">
                <a:solidFill>
                  <a:srgbClr val="8D3124"/>
                </a:solidFill>
                <a:latin typeface="Lucida Sans"/>
                <a:cs typeface="Lucida Sans"/>
              </a:rPr>
              <a:t>—</a:t>
            </a:r>
            <a:r>
              <a:rPr sz="1059" dirty="0">
                <a:latin typeface="Lucida Sans"/>
                <a:cs typeface="Lucida Sans"/>
              </a:rPr>
              <a:t>0 / </a:t>
            </a:r>
            <a:r>
              <a:rPr sz="1059" spc="-22" dirty="0">
                <a:latin typeface="Lucida Sans"/>
                <a:cs typeface="Lucida Sans"/>
              </a:rPr>
              <a:t>16</a:t>
            </a:r>
            <a:endParaRPr sz="1059">
              <a:latin typeface="Lucida Sans"/>
              <a:cs typeface="Lucida Sans"/>
            </a:endParaRPr>
          </a:p>
        </p:txBody>
      </p:sp>
      <p:sp>
        <p:nvSpPr>
          <p:cNvPr id="93" name="object 93">
            <a:extLst>
              <a:ext uri="{FF2B5EF4-FFF2-40B4-BE49-F238E27FC236}">
                <a16:creationId xmlns:a16="http://schemas.microsoft.com/office/drawing/2014/main" id="{745A51BE-C217-5472-D1CB-5B2E0E98C604}"/>
              </a:ext>
            </a:extLst>
          </p:cNvPr>
          <p:cNvSpPr txBox="1"/>
          <p:nvPr/>
        </p:nvSpPr>
        <p:spPr>
          <a:xfrm>
            <a:off x="7183438" y="4341813"/>
            <a:ext cx="1347787" cy="214312"/>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dirty="0">
                <a:latin typeface="Lucida Sans"/>
                <a:cs typeface="Lucida Sans"/>
              </a:rPr>
              <a:t>10</a:t>
            </a:r>
            <a:r>
              <a:rPr sz="1191" spc="296" dirty="0">
                <a:latin typeface="Lucida Sans"/>
                <a:cs typeface="Lucida Sans"/>
              </a:rPr>
              <a:t> </a:t>
            </a:r>
            <a:r>
              <a:rPr sz="1191" dirty="0">
                <a:solidFill>
                  <a:srgbClr val="8D3124"/>
                </a:solidFill>
                <a:latin typeface="Lucida Sans"/>
                <a:cs typeface="Lucida Sans"/>
              </a:rPr>
              <a:t>+ 10 = </a:t>
            </a:r>
            <a:r>
              <a:rPr sz="1191" spc="-22" dirty="0">
                <a:solidFill>
                  <a:srgbClr val="8D3124"/>
                </a:solidFill>
                <a:latin typeface="Lucida Sans"/>
                <a:cs typeface="Lucida Sans"/>
              </a:rPr>
              <a:t>20</a:t>
            </a:r>
            <a:endParaRPr sz="1191">
              <a:latin typeface="Lucida Sans"/>
              <a:cs typeface="Lucida Sans"/>
            </a:endParaRPr>
          </a:p>
        </p:txBody>
      </p:sp>
      <p:sp>
        <p:nvSpPr>
          <p:cNvPr id="114723" name="object 2">
            <a:extLst>
              <a:ext uri="{FF2B5EF4-FFF2-40B4-BE49-F238E27FC236}">
                <a16:creationId xmlns:a16="http://schemas.microsoft.com/office/drawing/2014/main" id="{14AA3D39-0826-DD50-8187-275BC3A87FE9}"/>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sp>
        <p:nvSpPr>
          <p:cNvPr id="116772" name="object 95">
            <a:extLst>
              <a:ext uri="{FF2B5EF4-FFF2-40B4-BE49-F238E27FC236}">
                <a16:creationId xmlns:a16="http://schemas.microsoft.com/office/drawing/2014/main" id="{F466A43B-14B7-087C-1CB0-620D64CE7078}"/>
              </a:ext>
            </a:extLst>
          </p:cNvPr>
          <p:cNvSpPr txBox="1">
            <a:spLocks noChangeArrowheads="1"/>
          </p:cNvSpPr>
          <p:nvPr/>
        </p:nvSpPr>
        <p:spPr bwMode="auto">
          <a:xfrm>
            <a:off x="690563" y="1084263"/>
            <a:ext cx="7556500"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50813">
              <a:tabLst>
                <a:tab pos="2046288" algn="l"/>
              </a:tabLst>
              <a:defRPr sz="3000">
                <a:solidFill>
                  <a:srgbClr val="000066"/>
                </a:solidFill>
                <a:latin typeface="Arial" panose="020B0604020202020204" pitchFamily="34" charset="0"/>
                <a:ea typeface="楷体_GB2312" pitchFamily="49" charset="-122"/>
              </a:defRPr>
            </a:lvl1pPr>
            <a:lvl2pPr marL="742950" indent="-285750">
              <a:tabLst>
                <a:tab pos="2046288" algn="l"/>
              </a:tabLst>
              <a:defRPr sz="3000">
                <a:solidFill>
                  <a:srgbClr val="000066"/>
                </a:solidFill>
                <a:latin typeface="Arial" panose="020B0604020202020204" pitchFamily="34" charset="0"/>
                <a:ea typeface="楷体_GB2312" pitchFamily="49" charset="-122"/>
              </a:defRPr>
            </a:lvl2pPr>
            <a:lvl3pPr marL="1143000" indent="-228600">
              <a:tabLst>
                <a:tab pos="2046288" algn="l"/>
              </a:tabLst>
              <a:defRPr sz="3000">
                <a:solidFill>
                  <a:srgbClr val="000066"/>
                </a:solidFill>
                <a:latin typeface="Arial" panose="020B0604020202020204" pitchFamily="34" charset="0"/>
                <a:ea typeface="楷体_GB2312" pitchFamily="49" charset="-122"/>
              </a:defRPr>
            </a:lvl3pPr>
            <a:lvl4pPr marL="1600200" indent="-228600">
              <a:tabLst>
                <a:tab pos="2046288" algn="l"/>
              </a:tabLst>
              <a:defRPr sz="3000">
                <a:solidFill>
                  <a:srgbClr val="000066"/>
                </a:solidFill>
                <a:latin typeface="Arial" panose="020B0604020202020204" pitchFamily="34" charset="0"/>
                <a:ea typeface="楷体_GB2312" pitchFamily="49" charset="-122"/>
              </a:defRPr>
            </a:lvl4pPr>
            <a:lvl5pPr marL="2057400" indent="-228600">
              <a:tabLst>
                <a:tab pos="2046288"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2000" dirty="0">
                <a:solidFill>
                  <a:schemeClr val="tx1"/>
                </a:solidFill>
                <a:latin typeface="+mj-ea"/>
                <a:ea typeface="+mj-ea"/>
              </a:rPr>
              <a:t>可增广路径：在残流网络中找到一条从</a:t>
            </a:r>
            <a:r>
              <a:rPr lang="zh-CN" altLang="zh-CN" sz="2000" i="1" dirty="0">
                <a:solidFill>
                  <a:schemeClr val="tx1"/>
                </a:solidFill>
                <a:latin typeface="+mj-ea"/>
                <a:ea typeface="+mj-ea"/>
                <a:cs typeface="Times New Roman" panose="02020603050405020304" pitchFamily="18" charset="0"/>
              </a:rPr>
              <a:t>s</a:t>
            </a:r>
            <a:r>
              <a:rPr lang="zh-CN" altLang="en-US" sz="2000" dirty="0">
                <a:solidFill>
                  <a:schemeClr val="tx1"/>
                </a:solidFill>
                <a:latin typeface="+mj-ea"/>
                <a:ea typeface="+mj-ea"/>
                <a:cs typeface="Times New Roman" panose="02020603050405020304" pitchFamily="18" charset="0"/>
              </a:rPr>
              <a:t>到</a:t>
            </a:r>
            <a:r>
              <a:rPr lang="zh-CN" altLang="zh-CN" sz="2000" i="1" dirty="0">
                <a:solidFill>
                  <a:schemeClr val="tx1"/>
                </a:solidFill>
                <a:latin typeface="+mj-ea"/>
                <a:ea typeface="+mj-ea"/>
                <a:cs typeface="Times New Roman" panose="02020603050405020304" pitchFamily="18" charset="0"/>
              </a:rPr>
              <a:t>t</a:t>
            </a:r>
            <a:r>
              <a:rPr lang="zh-CN" altLang="en-US" sz="2000" dirty="0">
                <a:solidFill>
                  <a:schemeClr val="tx1"/>
                </a:solidFill>
                <a:latin typeface="+mj-ea"/>
                <a:ea typeface="+mj-ea"/>
                <a:cs typeface="Times New Roman" panose="02020603050405020304" pitchFamily="18" charset="0"/>
              </a:rPr>
              <a:t>的</a:t>
            </a:r>
            <a:r>
              <a:rPr lang="zh-CN" altLang="en-US" sz="2000" dirty="0">
                <a:solidFill>
                  <a:schemeClr val="tx1"/>
                </a:solidFill>
                <a:latin typeface="+mj-ea"/>
                <a:ea typeface="+mj-ea"/>
              </a:rPr>
              <a:t>可增广路径，满足：增广路径上的每条边的剩余容量大于</a:t>
            </a:r>
            <a:r>
              <a:rPr lang="en-US" altLang="zh-CN" sz="2000" dirty="0">
                <a:solidFill>
                  <a:schemeClr val="tx1"/>
                </a:solidFill>
                <a:latin typeface="+mj-ea"/>
                <a:ea typeface="+mj-ea"/>
              </a:rPr>
              <a:t>0</a:t>
            </a:r>
            <a:endParaRPr lang="zh-CN" altLang="zh-CN" sz="2000" dirty="0">
              <a:solidFill>
                <a:schemeClr val="tx1"/>
              </a:solidFill>
              <a:latin typeface="+mj-ea"/>
              <a:ea typeface="+mj-ea"/>
            </a:endParaRPr>
          </a:p>
          <a:p>
            <a:pPr>
              <a:spcBef>
                <a:spcPts val="3188"/>
              </a:spcBef>
              <a:defRPr/>
            </a:pPr>
            <a:r>
              <a:rPr lang="en-US" altLang="zh-CN" sz="2000" b="1" dirty="0">
                <a:solidFill>
                  <a:schemeClr val="tx1"/>
                </a:solidFill>
                <a:latin typeface="+mj-ea"/>
                <a:ea typeface="+mj-ea"/>
                <a:cs typeface="Tahoma" panose="020B0604030504040204" pitchFamily="34" charset="0"/>
              </a:rPr>
              <a:t>2</a:t>
            </a:r>
            <a:r>
              <a:rPr lang="zh-CN" altLang="zh-CN" sz="2000" b="1" baseline="28000" dirty="0">
                <a:solidFill>
                  <a:schemeClr val="tx1"/>
                </a:solidFill>
                <a:latin typeface="+mj-ea"/>
                <a:ea typeface="+mj-ea"/>
                <a:cs typeface="Tahoma" panose="020B0604030504040204" pitchFamily="34" charset="0"/>
              </a:rPr>
              <a:t>st </a:t>
            </a:r>
            <a:r>
              <a:rPr lang="zh-CN" altLang="zh-CN" sz="2000" b="1" dirty="0">
                <a:solidFill>
                  <a:schemeClr val="tx1"/>
                </a:solidFill>
                <a:latin typeface="+mj-ea"/>
                <a:ea typeface="+mj-ea"/>
                <a:cs typeface="Tahoma" panose="020B0604030504040204" pitchFamily="34" charset="0"/>
              </a:rPr>
              <a:t>augmenting path</a:t>
            </a:r>
            <a:endParaRPr lang="zh-CN" altLang="zh-CN" sz="2000" dirty="0">
              <a:solidFill>
                <a:schemeClr val="tx1"/>
              </a:solidFill>
              <a:latin typeface="+mj-ea"/>
              <a:ea typeface="+mj-ea"/>
              <a:cs typeface="Tahoma" panose="020B0604030504040204" pitchFamily="34" charset="0"/>
            </a:endParaRPr>
          </a:p>
        </p:txBody>
      </p:sp>
      <p:sp>
        <p:nvSpPr>
          <p:cNvPr id="95" name="object 18">
            <a:extLst>
              <a:ext uri="{FF2B5EF4-FFF2-40B4-BE49-F238E27FC236}">
                <a16:creationId xmlns:a16="http://schemas.microsoft.com/office/drawing/2014/main" id="{238EA1CE-6DB9-6519-17DC-FB5F5A173F13}"/>
              </a:ext>
            </a:extLst>
          </p:cNvPr>
          <p:cNvSpPr/>
          <p:nvPr/>
        </p:nvSpPr>
        <p:spPr bwMode="auto">
          <a:xfrm rot="10800000">
            <a:off x="1349375" y="2898775"/>
            <a:ext cx="1571625" cy="1357313"/>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96" name="object 19">
            <a:extLst>
              <a:ext uri="{FF2B5EF4-FFF2-40B4-BE49-F238E27FC236}">
                <a16:creationId xmlns:a16="http://schemas.microsoft.com/office/drawing/2014/main" id="{77EAFDC1-4785-8EF5-2CA4-A367200D72E2}"/>
              </a:ext>
            </a:extLst>
          </p:cNvPr>
          <p:cNvSpPr/>
          <p:nvPr/>
        </p:nvSpPr>
        <p:spPr bwMode="auto">
          <a:xfrm rot="6299088" flipV="1">
            <a:off x="1273175" y="4219575"/>
            <a:ext cx="114300"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97" name="object 61">
            <a:extLst>
              <a:ext uri="{FF2B5EF4-FFF2-40B4-BE49-F238E27FC236}">
                <a16:creationId xmlns:a16="http://schemas.microsoft.com/office/drawing/2014/main" id="{8FD2285A-323E-BEE4-AD74-3729DF31EBC5}"/>
              </a:ext>
            </a:extLst>
          </p:cNvPr>
          <p:cNvSpPr txBox="1"/>
          <p:nvPr/>
        </p:nvSpPr>
        <p:spPr>
          <a:xfrm rot="19200000">
            <a:off x="1749425" y="34988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98" name="object 18">
            <a:extLst>
              <a:ext uri="{FF2B5EF4-FFF2-40B4-BE49-F238E27FC236}">
                <a16:creationId xmlns:a16="http://schemas.microsoft.com/office/drawing/2014/main" id="{4DD2A6D9-B79D-BB2D-82C2-DA68B2CB528D}"/>
              </a:ext>
            </a:extLst>
          </p:cNvPr>
          <p:cNvSpPr/>
          <p:nvPr/>
        </p:nvSpPr>
        <p:spPr bwMode="auto">
          <a:xfrm rot="15194489">
            <a:off x="3431381" y="3098007"/>
            <a:ext cx="1673225" cy="146526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99" name="object 19">
            <a:extLst>
              <a:ext uri="{FF2B5EF4-FFF2-40B4-BE49-F238E27FC236}">
                <a16:creationId xmlns:a16="http://schemas.microsoft.com/office/drawing/2014/main" id="{6F6CFE56-0AF1-F900-69D1-EE9A8601AA42}"/>
              </a:ext>
            </a:extLst>
          </p:cNvPr>
          <p:cNvSpPr/>
          <p:nvPr/>
        </p:nvSpPr>
        <p:spPr bwMode="auto">
          <a:xfrm rot="9923926" flipV="1">
            <a:off x="3313113" y="3222625"/>
            <a:ext cx="128587" cy="1016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00" name="object 63">
            <a:extLst>
              <a:ext uri="{FF2B5EF4-FFF2-40B4-BE49-F238E27FC236}">
                <a16:creationId xmlns:a16="http://schemas.microsoft.com/office/drawing/2014/main" id="{02C6B510-1FDB-505B-7305-AA76AACF8099}"/>
              </a:ext>
            </a:extLst>
          </p:cNvPr>
          <p:cNvSpPr txBox="1"/>
          <p:nvPr/>
        </p:nvSpPr>
        <p:spPr>
          <a:xfrm rot="1920000">
            <a:off x="3916363" y="3851275"/>
            <a:ext cx="512762" cy="141288"/>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102" name="object 61">
            <a:extLst>
              <a:ext uri="{FF2B5EF4-FFF2-40B4-BE49-F238E27FC236}">
                <a16:creationId xmlns:a16="http://schemas.microsoft.com/office/drawing/2014/main" id="{3A88B046-17AB-7C3F-002A-2CDD3EE9A91A}"/>
              </a:ext>
            </a:extLst>
          </p:cNvPr>
          <p:cNvSpPr txBox="1"/>
          <p:nvPr/>
        </p:nvSpPr>
        <p:spPr>
          <a:xfrm>
            <a:off x="6099175" y="4689475"/>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03" name="object 18">
            <a:extLst>
              <a:ext uri="{FF2B5EF4-FFF2-40B4-BE49-F238E27FC236}">
                <a16:creationId xmlns:a16="http://schemas.microsoft.com/office/drawing/2014/main" id="{D9A52B2E-6A98-7090-F77A-93B94F571E5F}"/>
              </a:ext>
            </a:extLst>
          </p:cNvPr>
          <p:cNvSpPr/>
          <p:nvPr/>
        </p:nvSpPr>
        <p:spPr bwMode="auto">
          <a:xfrm rot="13245356">
            <a:off x="5859463" y="4283075"/>
            <a:ext cx="877887" cy="75088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04" name="object 19">
            <a:extLst>
              <a:ext uri="{FF2B5EF4-FFF2-40B4-BE49-F238E27FC236}">
                <a16:creationId xmlns:a16="http://schemas.microsoft.com/office/drawing/2014/main" id="{8D5ED651-72E6-21A8-6933-EA7B9529BDD4}"/>
              </a:ext>
            </a:extLst>
          </p:cNvPr>
          <p:cNvSpPr/>
          <p:nvPr/>
        </p:nvSpPr>
        <p:spPr bwMode="auto">
          <a:xfrm rot="13301543">
            <a:off x="5619750" y="4595813"/>
            <a:ext cx="117475" cy="128587"/>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object 4">
            <a:extLst>
              <a:ext uri="{FF2B5EF4-FFF2-40B4-BE49-F238E27FC236}">
                <a16:creationId xmlns:a16="http://schemas.microsoft.com/office/drawing/2014/main" id="{28885BF0-5562-4853-D42C-FF1C28B076FA}"/>
              </a:ext>
            </a:extLst>
          </p:cNvPr>
          <p:cNvGrpSpPr>
            <a:grpSpLocks/>
          </p:cNvGrpSpPr>
          <p:nvPr/>
        </p:nvGrpSpPr>
        <p:grpSpPr bwMode="auto">
          <a:xfrm>
            <a:off x="1341438" y="2905125"/>
            <a:ext cx="5756275" cy="3225800"/>
            <a:chOff x="1368055" y="3293069"/>
            <a:chExt cx="6523990" cy="3655060"/>
          </a:xfrm>
        </p:grpSpPr>
        <p:sp>
          <p:nvSpPr>
            <p:cNvPr id="5" name="object 5">
              <a:extLst>
                <a:ext uri="{FF2B5EF4-FFF2-40B4-BE49-F238E27FC236}">
                  <a16:creationId xmlns:a16="http://schemas.microsoft.com/office/drawing/2014/main" id="{895F0C3F-FC5A-FEFB-9231-3BFF9F890CAA}"/>
                </a:ext>
              </a:extLst>
            </p:cNvPr>
            <p:cNvSpPr/>
            <p:nvPr/>
          </p:nvSpPr>
          <p:spPr>
            <a:xfrm>
              <a:off x="3591897" y="5278889"/>
              <a:ext cx="2401965" cy="1555919"/>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6" name="object 6">
              <a:extLst>
                <a:ext uri="{FF2B5EF4-FFF2-40B4-BE49-F238E27FC236}">
                  <a16:creationId xmlns:a16="http://schemas.microsoft.com/office/drawing/2014/main" id="{9AAEE1F2-98BC-6688-D47C-2AFAFB546060}"/>
                </a:ext>
              </a:extLst>
            </p:cNvPr>
            <p:cNvSpPr/>
            <p:nvPr/>
          </p:nvSpPr>
          <p:spPr>
            <a:xfrm>
              <a:off x="3543318" y="5246512"/>
              <a:ext cx="102556" cy="88139"/>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7" name="object 7">
              <a:extLst>
                <a:ext uri="{FF2B5EF4-FFF2-40B4-BE49-F238E27FC236}">
                  <a16:creationId xmlns:a16="http://schemas.microsoft.com/office/drawing/2014/main" id="{6E2F380B-8A70-BF93-19E7-C405173FCF33}"/>
                </a:ext>
              </a:extLst>
            </p:cNvPr>
            <p:cNvSpPr/>
            <p:nvPr/>
          </p:nvSpPr>
          <p:spPr>
            <a:xfrm>
              <a:off x="5079856" y="6901362"/>
              <a:ext cx="703498" cy="0"/>
            </a:xfrm>
            <a:custGeom>
              <a:avLst/>
              <a:gdLst/>
              <a:ahLst/>
              <a:cxnLst/>
              <a:rect l="l" t="t" r="r" b="b"/>
              <a:pathLst>
                <a:path w="704214">
                  <a:moveTo>
                    <a:pt x="0" y="0"/>
                  </a:moveTo>
                  <a:lnTo>
                    <a:pt x="703918" y="0"/>
                  </a:lnTo>
                </a:path>
              </a:pathLst>
            </a:custGeom>
            <a:ln w="19074">
              <a:solidFill>
                <a:srgbClr val="BABABA"/>
              </a:solidFill>
            </a:ln>
          </p:spPr>
          <p:txBody>
            <a:bodyPr lIns="0" tIns="0" rIns="0" bIns="0"/>
            <a:lstStyle/>
            <a:p>
              <a:pPr>
                <a:defRPr/>
              </a:pPr>
              <a:endParaRPr sz="2647"/>
            </a:p>
          </p:txBody>
        </p:sp>
        <p:sp>
          <p:nvSpPr>
            <p:cNvPr id="8" name="object 8">
              <a:extLst>
                <a:ext uri="{FF2B5EF4-FFF2-40B4-BE49-F238E27FC236}">
                  <a16:creationId xmlns:a16="http://schemas.microsoft.com/office/drawing/2014/main" id="{685D98E5-5DE6-E18C-31A0-637CCB89196D}"/>
                </a:ext>
              </a:extLst>
            </p:cNvPr>
            <p:cNvSpPr/>
            <p:nvPr/>
          </p:nvSpPr>
          <p:spPr>
            <a:xfrm>
              <a:off x="5750967" y="6856393"/>
              <a:ext cx="91760" cy="91736"/>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9" name="object 9">
              <a:extLst>
                <a:ext uri="{FF2B5EF4-FFF2-40B4-BE49-F238E27FC236}">
                  <a16:creationId xmlns:a16="http://schemas.microsoft.com/office/drawing/2014/main" id="{13D7B119-DCAF-B3B3-DE55-EBFD4BE87B4E}"/>
                </a:ext>
              </a:extLst>
            </p:cNvPr>
            <p:cNvSpPr/>
            <p:nvPr/>
          </p:nvSpPr>
          <p:spPr>
            <a:xfrm>
              <a:off x="6094619" y="5266298"/>
              <a:ext cx="1752445" cy="1530736"/>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10" name="object 10">
              <a:extLst>
                <a:ext uri="{FF2B5EF4-FFF2-40B4-BE49-F238E27FC236}">
                  <a16:creationId xmlns:a16="http://schemas.microsoft.com/office/drawing/2014/main" id="{6EEB0AB9-AC2A-EF24-D750-54B539431B6B}"/>
                </a:ext>
              </a:extLst>
            </p:cNvPr>
            <p:cNvSpPr/>
            <p:nvPr/>
          </p:nvSpPr>
          <p:spPr>
            <a:xfrm>
              <a:off x="7793087" y="5228524"/>
              <a:ext cx="98958" cy="95334"/>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1" name="object 11">
              <a:extLst>
                <a:ext uri="{FF2B5EF4-FFF2-40B4-BE49-F238E27FC236}">
                  <a16:creationId xmlns:a16="http://schemas.microsoft.com/office/drawing/2014/main" id="{CF9B77FE-6C36-F1CC-2AE7-930F23A06D39}"/>
                </a:ext>
              </a:extLst>
            </p:cNvPr>
            <p:cNvSpPr/>
            <p:nvPr/>
          </p:nvSpPr>
          <p:spPr>
            <a:xfrm>
              <a:off x="6044240" y="5176361"/>
              <a:ext cx="0" cy="1460585"/>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5815" name="object 12">
              <a:extLst>
                <a:ext uri="{FF2B5EF4-FFF2-40B4-BE49-F238E27FC236}">
                  <a16:creationId xmlns:a16="http://schemas.microsoft.com/office/drawing/2014/main" id="{51B0B90C-ECB7-5782-C135-494DADF9B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bject 13">
              <a:extLst>
                <a:ext uri="{FF2B5EF4-FFF2-40B4-BE49-F238E27FC236}">
                  <a16:creationId xmlns:a16="http://schemas.microsoft.com/office/drawing/2014/main" id="{538F393F-08FF-AF88-57BB-2087F3EFC9A0}"/>
                </a:ext>
              </a:extLst>
            </p:cNvPr>
            <p:cNvSpPr/>
            <p:nvPr/>
          </p:nvSpPr>
          <p:spPr>
            <a:xfrm>
              <a:off x="3431766" y="3383007"/>
              <a:ext cx="2407363" cy="1536133"/>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4" name="object 14">
              <a:extLst>
                <a:ext uri="{FF2B5EF4-FFF2-40B4-BE49-F238E27FC236}">
                  <a16:creationId xmlns:a16="http://schemas.microsoft.com/office/drawing/2014/main" id="{E40876F7-A437-F2C9-42A6-C155E1C55C0C}"/>
                </a:ext>
              </a:extLst>
            </p:cNvPr>
            <p:cNvSpPr/>
            <p:nvPr/>
          </p:nvSpPr>
          <p:spPr>
            <a:xfrm>
              <a:off x="5786952" y="4863378"/>
              <a:ext cx="102555" cy="88138"/>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5" name="object 15">
              <a:extLst>
                <a:ext uri="{FF2B5EF4-FFF2-40B4-BE49-F238E27FC236}">
                  <a16:creationId xmlns:a16="http://schemas.microsoft.com/office/drawing/2014/main" id="{98E3AE72-373D-C394-B470-0ABE06E33421}"/>
                </a:ext>
              </a:extLst>
            </p:cNvPr>
            <p:cNvSpPr/>
            <p:nvPr/>
          </p:nvSpPr>
          <p:spPr>
            <a:xfrm>
              <a:off x="3458754" y="3368617"/>
              <a:ext cx="2324599" cy="19787"/>
            </a:xfrm>
            <a:custGeom>
              <a:avLst/>
              <a:gdLst/>
              <a:ahLst/>
              <a:cxnLst/>
              <a:rect l="l" t="t" r="r" b="b"/>
              <a:pathLst>
                <a:path w="2324100" h="19685">
                  <a:moveTo>
                    <a:pt x="0" y="0"/>
                  </a:moveTo>
                  <a:lnTo>
                    <a:pt x="0" y="19074"/>
                  </a:lnTo>
                </a:path>
                <a:path w="2324100" h="19685">
                  <a:moveTo>
                    <a:pt x="2255314" y="9537"/>
                  </a:moveTo>
                  <a:lnTo>
                    <a:pt x="2323535" y="9537"/>
                  </a:lnTo>
                </a:path>
              </a:pathLst>
            </a:custGeom>
            <a:ln w="15708">
              <a:solidFill>
                <a:srgbClr val="BABABA"/>
              </a:solidFill>
            </a:ln>
          </p:spPr>
          <p:txBody>
            <a:bodyPr lIns="0" tIns="0" rIns="0" bIns="0"/>
            <a:lstStyle/>
            <a:p>
              <a:pPr>
                <a:defRPr/>
              </a:pPr>
              <a:endParaRPr sz="2647"/>
            </a:p>
          </p:txBody>
        </p:sp>
        <p:sp>
          <p:nvSpPr>
            <p:cNvPr id="16" name="object 16">
              <a:extLst>
                <a:ext uri="{FF2B5EF4-FFF2-40B4-BE49-F238E27FC236}">
                  <a16:creationId xmlns:a16="http://schemas.microsoft.com/office/drawing/2014/main" id="{9E20C72D-2BD7-E455-D217-A4BDDA07FCC2}"/>
                </a:ext>
              </a:extLst>
            </p:cNvPr>
            <p:cNvSpPr/>
            <p:nvPr/>
          </p:nvSpPr>
          <p:spPr>
            <a:xfrm>
              <a:off x="5749167" y="3332642"/>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7" name="object 17">
              <a:extLst>
                <a:ext uri="{FF2B5EF4-FFF2-40B4-BE49-F238E27FC236}">
                  <a16:creationId xmlns:a16="http://schemas.microsoft.com/office/drawing/2014/main" id="{27D336AE-4B1A-5162-A226-DC29D1625B12}"/>
                </a:ext>
              </a:extLst>
            </p:cNvPr>
            <p:cNvSpPr/>
            <p:nvPr/>
          </p:nvSpPr>
          <p:spPr>
            <a:xfrm>
              <a:off x="3420970" y="3357824"/>
              <a:ext cx="0" cy="1453390"/>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5821" name="object 18">
              <a:extLst>
                <a:ext uri="{FF2B5EF4-FFF2-40B4-BE49-F238E27FC236}">
                  <a16:creationId xmlns:a16="http://schemas.microsoft.com/office/drawing/2014/main" id="{C74E0247-B16E-4FDC-A672-C598E5C4D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object 19">
              <a:extLst>
                <a:ext uri="{FF2B5EF4-FFF2-40B4-BE49-F238E27FC236}">
                  <a16:creationId xmlns:a16="http://schemas.microsoft.com/office/drawing/2014/main" id="{169B4FA6-E0E1-6097-EF29-EF4527288C06}"/>
                </a:ext>
              </a:extLst>
            </p:cNvPr>
            <p:cNvSpPr/>
            <p:nvPr/>
          </p:nvSpPr>
          <p:spPr>
            <a:xfrm>
              <a:off x="1411236" y="3539498"/>
              <a:ext cx="1781233" cy="1539730"/>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20" name="object 20">
              <a:extLst>
                <a:ext uri="{FF2B5EF4-FFF2-40B4-BE49-F238E27FC236}">
                  <a16:creationId xmlns:a16="http://schemas.microsoft.com/office/drawing/2014/main" id="{70D2D183-71AB-AC65-7100-B7B521BE710A}"/>
                </a:ext>
              </a:extLst>
            </p:cNvPr>
            <p:cNvSpPr/>
            <p:nvPr/>
          </p:nvSpPr>
          <p:spPr>
            <a:xfrm>
              <a:off x="3138492" y="3501724"/>
              <a:ext cx="98957" cy="95334"/>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1" name="object 21">
              <a:extLst>
                <a:ext uri="{FF2B5EF4-FFF2-40B4-BE49-F238E27FC236}">
                  <a16:creationId xmlns:a16="http://schemas.microsoft.com/office/drawing/2014/main" id="{7855EB11-4710-89EA-C6F6-E9492E01262C}"/>
                </a:ext>
              </a:extLst>
            </p:cNvPr>
            <p:cNvSpPr/>
            <p:nvPr/>
          </p:nvSpPr>
          <p:spPr>
            <a:xfrm>
              <a:off x="1377051" y="5117002"/>
              <a:ext cx="19792" cy="0"/>
            </a:xfrm>
            <a:custGeom>
              <a:avLst/>
              <a:gdLst/>
              <a:ahLst/>
              <a:cxnLst/>
              <a:rect l="l" t="t" r="r" b="b"/>
              <a:pathLst>
                <a:path w="19684">
                  <a:moveTo>
                    <a:pt x="0" y="0"/>
                  </a:moveTo>
                  <a:lnTo>
                    <a:pt x="19075" y="0"/>
                  </a:lnTo>
                </a:path>
              </a:pathLst>
            </a:custGeom>
            <a:ln w="19074">
              <a:solidFill>
                <a:srgbClr val="BABABA"/>
              </a:solidFill>
            </a:ln>
          </p:spPr>
          <p:txBody>
            <a:bodyPr lIns="0" tIns="0" rIns="0" bIns="0"/>
            <a:lstStyle/>
            <a:p>
              <a:pPr>
                <a:defRPr/>
              </a:pPr>
              <a:endParaRPr sz="2647"/>
            </a:p>
          </p:txBody>
        </p:sp>
        <p:sp>
          <p:nvSpPr>
            <p:cNvPr id="22" name="object 22">
              <a:extLst>
                <a:ext uri="{FF2B5EF4-FFF2-40B4-BE49-F238E27FC236}">
                  <a16:creationId xmlns:a16="http://schemas.microsoft.com/office/drawing/2014/main" id="{CB96BE0A-47A5-54FF-D876-A00DD6AA6612}"/>
                </a:ext>
              </a:extLst>
            </p:cNvPr>
            <p:cNvSpPr/>
            <p:nvPr/>
          </p:nvSpPr>
          <p:spPr>
            <a:xfrm>
              <a:off x="1458016" y="5176361"/>
              <a:ext cx="1754244" cy="1563113"/>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3" name="object 23">
              <a:extLst>
                <a:ext uri="{FF2B5EF4-FFF2-40B4-BE49-F238E27FC236}">
                  <a16:creationId xmlns:a16="http://schemas.microsoft.com/office/drawing/2014/main" id="{DE857B47-EF0D-84E3-D0D3-105F0DF7B4B8}"/>
                </a:ext>
              </a:extLst>
            </p:cNvPr>
            <p:cNvSpPr/>
            <p:nvPr/>
          </p:nvSpPr>
          <p:spPr>
            <a:xfrm>
              <a:off x="3158283" y="6681914"/>
              <a:ext cx="98958" cy="95334"/>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4" name="object 24">
              <a:extLst>
                <a:ext uri="{FF2B5EF4-FFF2-40B4-BE49-F238E27FC236}">
                  <a16:creationId xmlns:a16="http://schemas.microsoft.com/office/drawing/2014/main" id="{73C9AC2E-E25C-A923-ED96-B408F8C6A8FE}"/>
                </a:ext>
              </a:extLst>
            </p:cNvPr>
            <p:cNvSpPr/>
            <p:nvPr/>
          </p:nvSpPr>
          <p:spPr>
            <a:xfrm>
              <a:off x="3095311" y="5117002"/>
              <a:ext cx="64772" cy="0"/>
            </a:xfrm>
            <a:custGeom>
              <a:avLst/>
              <a:gdLst/>
              <a:ahLst/>
              <a:cxnLst/>
              <a:rect l="l" t="t" r="r" b="b"/>
              <a:pathLst>
                <a:path w="65405">
                  <a:moveTo>
                    <a:pt x="0" y="0"/>
                  </a:moveTo>
                  <a:lnTo>
                    <a:pt x="64853" y="0"/>
                  </a:lnTo>
                </a:path>
              </a:pathLst>
            </a:custGeom>
            <a:ln w="19074">
              <a:solidFill>
                <a:srgbClr val="BABABA"/>
              </a:solidFill>
            </a:ln>
          </p:spPr>
          <p:txBody>
            <a:bodyPr lIns="0" tIns="0" rIns="0" bIns="0"/>
            <a:lstStyle/>
            <a:p>
              <a:pPr>
                <a:defRPr/>
              </a:pPr>
              <a:endParaRPr sz="2647"/>
            </a:p>
          </p:txBody>
        </p:sp>
        <p:sp>
          <p:nvSpPr>
            <p:cNvPr id="25" name="object 25">
              <a:extLst>
                <a:ext uri="{FF2B5EF4-FFF2-40B4-BE49-F238E27FC236}">
                  <a16:creationId xmlns:a16="http://schemas.microsoft.com/office/drawing/2014/main" id="{D1EE829C-D86D-2603-E8E5-6AA8377632DD}"/>
                </a:ext>
              </a:extLst>
            </p:cNvPr>
            <p:cNvSpPr/>
            <p:nvPr/>
          </p:nvSpPr>
          <p:spPr>
            <a:xfrm>
              <a:off x="3127697" y="5070234"/>
              <a:ext cx="91760" cy="91737"/>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6" name="object 26">
              <a:extLst>
                <a:ext uri="{FF2B5EF4-FFF2-40B4-BE49-F238E27FC236}">
                  <a16:creationId xmlns:a16="http://schemas.microsoft.com/office/drawing/2014/main" id="{65258A01-3F15-94D0-B784-56DF9C6785A9}"/>
                </a:ext>
              </a:extLst>
            </p:cNvPr>
            <p:cNvSpPr/>
            <p:nvPr/>
          </p:nvSpPr>
          <p:spPr>
            <a:xfrm>
              <a:off x="3161882" y="4053941"/>
              <a:ext cx="514578" cy="239233"/>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7" name="object 27">
              <a:extLst>
                <a:ext uri="{FF2B5EF4-FFF2-40B4-BE49-F238E27FC236}">
                  <a16:creationId xmlns:a16="http://schemas.microsoft.com/office/drawing/2014/main" id="{BC92F828-078C-426C-2CED-E374F99E0197}"/>
                </a:ext>
              </a:extLst>
            </p:cNvPr>
            <p:cNvSpPr/>
            <p:nvPr/>
          </p:nvSpPr>
          <p:spPr>
            <a:xfrm>
              <a:off x="3420970" y="6086528"/>
              <a:ext cx="0" cy="541423"/>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5831" name="object 28">
              <a:extLst>
                <a:ext uri="{FF2B5EF4-FFF2-40B4-BE49-F238E27FC236}">
                  <a16:creationId xmlns:a16="http://schemas.microsoft.com/office/drawing/2014/main" id="{9F0C9391-E203-A2FA-B58C-A28062CF1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object 29">
              <a:extLst>
                <a:ext uri="{FF2B5EF4-FFF2-40B4-BE49-F238E27FC236}">
                  <a16:creationId xmlns:a16="http://schemas.microsoft.com/office/drawing/2014/main" id="{AAF957FE-0C6D-4610-BD35-F662DAC357AD}"/>
                </a:ext>
              </a:extLst>
            </p:cNvPr>
            <p:cNvSpPr/>
            <p:nvPr/>
          </p:nvSpPr>
          <p:spPr>
            <a:xfrm>
              <a:off x="3420970" y="5196147"/>
              <a:ext cx="0" cy="652947"/>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30" name="object 30">
              <a:extLst>
                <a:ext uri="{FF2B5EF4-FFF2-40B4-BE49-F238E27FC236}">
                  <a16:creationId xmlns:a16="http://schemas.microsoft.com/office/drawing/2014/main" id="{2208BEAF-C0ED-63BB-055E-2DDD6B34C366}"/>
                </a:ext>
              </a:extLst>
            </p:cNvPr>
            <p:cNvSpPr/>
            <p:nvPr/>
          </p:nvSpPr>
          <p:spPr>
            <a:xfrm>
              <a:off x="3451558" y="6901362"/>
              <a:ext cx="921203" cy="0"/>
            </a:xfrm>
            <a:custGeom>
              <a:avLst/>
              <a:gdLst/>
              <a:ahLst/>
              <a:cxnLst/>
              <a:rect l="l" t="t" r="r" b="b"/>
              <a:pathLst>
                <a:path w="922020">
                  <a:moveTo>
                    <a:pt x="0" y="0"/>
                  </a:moveTo>
                  <a:lnTo>
                    <a:pt x="921760" y="0"/>
                  </a:lnTo>
                </a:path>
              </a:pathLst>
            </a:custGeom>
            <a:ln w="19074">
              <a:solidFill>
                <a:srgbClr val="BABABA"/>
              </a:solidFill>
            </a:ln>
          </p:spPr>
          <p:txBody>
            <a:bodyPr lIns="0" tIns="0" rIns="0" bIns="0"/>
            <a:lstStyle/>
            <a:p>
              <a:pPr>
                <a:defRPr/>
              </a:pPr>
              <a:endParaRPr sz="2647"/>
            </a:p>
          </p:txBody>
        </p:sp>
        <p:sp>
          <p:nvSpPr>
            <p:cNvPr id="31" name="object 31">
              <a:extLst>
                <a:ext uri="{FF2B5EF4-FFF2-40B4-BE49-F238E27FC236}">
                  <a16:creationId xmlns:a16="http://schemas.microsoft.com/office/drawing/2014/main" id="{2CA9CAA7-114B-982D-E534-55DDFC866592}"/>
                </a:ext>
              </a:extLst>
            </p:cNvPr>
            <p:cNvSpPr/>
            <p:nvPr/>
          </p:nvSpPr>
          <p:spPr>
            <a:xfrm>
              <a:off x="5986665" y="3302063"/>
              <a:ext cx="1851403" cy="159189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32" name="object 32">
              <a:extLst>
                <a:ext uri="{FF2B5EF4-FFF2-40B4-BE49-F238E27FC236}">
                  <a16:creationId xmlns:a16="http://schemas.microsoft.com/office/drawing/2014/main" id="{57C407FE-CF52-078D-C94E-88B1B7E40F11}"/>
                </a:ext>
              </a:extLst>
            </p:cNvPr>
            <p:cNvSpPr/>
            <p:nvPr/>
          </p:nvSpPr>
          <p:spPr>
            <a:xfrm>
              <a:off x="7782292" y="4838196"/>
              <a:ext cx="100757" cy="93535"/>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3" name="object 33">
              <a:extLst>
                <a:ext uri="{FF2B5EF4-FFF2-40B4-BE49-F238E27FC236}">
                  <a16:creationId xmlns:a16="http://schemas.microsoft.com/office/drawing/2014/main" id="{5C083CCB-0E09-3B3A-6FDF-235DE0D487B1}"/>
                </a:ext>
              </a:extLst>
            </p:cNvPr>
            <p:cNvSpPr/>
            <p:nvPr/>
          </p:nvSpPr>
          <p:spPr>
            <a:xfrm>
              <a:off x="6044240" y="3548492"/>
              <a:ext cx="0" cy="1273515"/>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5837" name="object 34">
              <a:extLst>
                <a:ext uri="{FF2B5EF4-FFF2-40B4-BE49-F238E27FC236}">
                  <a16:creationId xmlns:a16="http://schemas.microsoft.com/office/drawing/2014/main" id="{96844E30-B319-CA78-A7B8-12B143153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object 35">
              <a:extLst>
                <a:ext uri="{FF2B5EF4-FFF2-40B4-BE49-F238E27FC236}">
                  <a16:creationId xmlns:a16="http://schemas.microsoft.com/office/drawing/2014/main" id="{903F2C4E-9166-65E9-BE60-56706742EAF4}"/>
                </a:ext>
              </a:extLst>
            </p:cNvPr>
            <p:cNvSpPr/>
            <p:nvPr/>
          </p:nvSpPr>
          <p:spPr>
            <a:xfrm>
              <a:off x="3357998" y="5117002"/>
              <a:ext cx="2425355" cy="0"/>
            </a:xfrm>
            <a:custGeom>
              <a:avLst/>
              <a:gdLst/>
              <a:ahLst/>
              <a:cxnLst/>
              <a:rect l="l" t="t" r="r" b="b"/>
              <a:pathLst>
                <a:path w="2424429">
                  <a:moveTo>
                    <a:pt x="0" y="0"/>
                  </a:moveTo>
                  <a:lnTo>
                    <a:pt x="22401" y="0"/>
                  </a:lnTo>
                </a:path>
                <a:path w="2424429">
                  <a:moveTo>
                    <a:pt x="2362391" y="0"/>
                  </a:moveTo>
                  <a:lnTo>
                    <a:pt x="2423919" y="0"/>
                  </a:lnTo>
                </a:path>
              </a:pathLst>
            </a:custGeom>
            <a:ln w="19076">
              <a:solidFill>
                <a:srgbClr val="BABABA"/>
              </a:solidFill>
            </a:ln>
          </p:spPr>
          <p:txBody>
            <a:bodyPr lIns="0" tIns="0" rIns="0" bIns="0"/>
            <a:lstStyle/>
            <a:p>
              <a:pPr>
                <a:defRPr/>
              </a:pPr>
              <a:endParaRPr sz="2647"/>
            </a:p>
          </p:txBody>
        </p:sp>
        <p:sp>
          <p:nvSpPr>
            <p:cNvPr id="36" name="object 36">
              <a:extLst>
                <a:ext uri="{FF2B5EF4-FFF2-40B4-BE49-F238E27FC236}">
                  <a16:creationId xmlns:a16="http://schemas.microsoft.com/office/drawing/2014/main" id="{751C89B4-A511-FF3D-6B5C-2F031A1B9052}"/>
                </a:ext>
              </a:extLst>
            </p:cNvPr>
            <p:cNvSpPr/>
            <p:nvPr/>
          </p:nvSpPr>
          <p:spPr>
            <a:xfrm>
              <a:off x="5749167" y="5070234"/>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7" name="object 37">
              <a:extLst>
                <a:ext uri="{FF2B5EF4-FFF2-40B4-BE49-F238E27FC236}">
                  <a16:creationId xmlns:a16="http://schemas.microsoft.com/office/drawing/2014/main" id="{B395558D-4DDD-FAB6-F071-CD3CB26D605D}"/>
                </a:ext>
              </a:extLst>
            </p:cNvPr>
            <p:cNvSpPr/>
            <p:nvPr/>
          </p:nvSpPr>
          <p:spPr>
            <a:xfrm>
              <a:off x="6002859" y="5117002"/>
              <a:ext cx="1783031"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38" name="object 38">
              <a:extLst>
                <a:ext uri="{FF2B5EF4-FFF2-40B4-BE49-F238E27FC236}">
                  <a16:creationId xmlns:a16="http://schemas.microsoft.com/office/drawing/2014/main" id="{34D7AB91-6982-6A0F-5EE8-4611324A6C23}"/>
                </a:ext>
              </a:extLst>
            </p:cNvPr>
            <p:cNvSpPr/>
            <p:nvPr/>
          </p:nvSpPr>
          <p:spPr>
            <a:xfrm>
              <a:off x="7753504" y="5070234"/>
              <a:ext cx="91761" cy="91737"/>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39" name="object 39">
            <a:extLst>
              <a:ext uri="{FF2B5EF4-FFF2-40B4-BE49-F238E27FC236}">
                <a16:creationId xmlns:a16="http://schemas.microsoft.com/office/drawing/2014/main" id="{04CBED82-E257-6572-877B-9896DF49930A}"/>
              </a:ext>
            </a:extLst>
          </p:cNvPr>
          <p:cNvSpPr txBox="1"/>
          <p:nvPr/>
        </p:nvSpPr>
        <p:spPr>
          <a:xfrm>
            <a:off x="2994025" y="3575050"/>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0" name="object 40">
            <a:extLst>
              <a:ext uri="{FF2B5EF4-FFF2-40B4-BE49-F238E27FC236}">
                <a16:creationId xmlns:a16="http://schemas.microsoft.com/office/drawing/2014/main" id="{83C6F995-14A8-E03F-DF80-16BE4566DBB2}"/>
              </a:ext>
            </a:extLst>
          </p:cNvPr>
          <p:cNvSpPr/>
          <p:nvPr/>
        </p:nvSpPr>
        <p:spPr>
          <a:xfrm>
            <a:off x="2916238" y="5159375"/>
            <a:ext cx="452437"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1" name="object 41">
            <a:extLst>
              <a:ext uri="{FF2B5EF4-FFF2-40B4-BE49-F238E27FC236}">
                <a16:creationId xmlns:a16="http://schemas.microsoft.com/office/drawing/2014/main" id="{FE573A2E-08BE-E20A-50AF-92E276FDDF2D}"/>
              </a:ext>
            </a:extLst>
          </p:cNvPr>
          <p:cNvSpPr txBox="1"/>
          <p:nvPr/>
        </p:nvSpPr>
        <p:spPr>
          <a:xfrm>
            <a:off x="2984500" y="5157788"/>
            <a:ext cx="346075"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2" name="object 42">
            <a:extLst>
              <a:ext uri="{FF2B5EF4-FFF2-40B4-BE49-F238E27FC236}">
                <a16:creationId xmlns:a16="http://schemas.microsoft.com/office/drawing/2014/main" id="{DBBE870F-F5D8-F7AE-C176-956AEDF02E92}"/>
              </a:ext>
            </a:extLst>
          </p:cNvPr>
          <p:cNvSpPr/>
          <p:nvPr/>
        </p:nvSpPr>
        <p:spPr>
          <a:xfrm>
            <a:off x="5221288" y="51593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43" name="object 43">
            <a:extLst>
              <a:ext uri="{FF2B5EF4-FFF2-40B4-BE49-F238E27FC236}">
                <a16:creationId xmlns:a16="http://schemas.microsoft.com/office/drawing/2014/main" id="{304AEE14-7FE4-7F0D-10FE-7C6332CFC7C2}"/>
              </a:ext>
            </a:extLst>
          </p:cNvPr>
          <p:cNvSpPr txBox="1"/>
          <p:nvPr/>
        </p:nvSpPr>
        <p:spPr>
          <a:xfrm>
            <a:off x="5291138" y="5157788"/>
            <a:ext cx="430212"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44" name="object 44">
            <a:extLst>
              <a:ext uri="{FF2B5EF4-FFF2-40B4-BE49-F238E27FC236}">
                <a16:creationId xmlns:a16="http://schemas.microsoft.com/office/drawing/2014/main" id="{433F45A2-9EE7-F188-8BB1-7CB69FD9541F}"/>
              </a:ext>
            </a:extLst>
          </p:cNvPr>
          <p:cNvSpPr/>
          <p:nvPr/>
        </p:nvSpPr>
        <p:spPr>
          <a:xfrm>
            <a:off x="4121150" y="5105400"/>
            <a:ext cx="495300" cy="423863"/>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sp>
        <p:nvSpPr>
          <p:cNvPr id="45" name="object 45">
            <a:extLst>
              <a:ext uri="{FF2B5EF4-FFF2-40B4-BE49-F238E27FC236}">
                <a16:creationId xmlns:a16="http://schemas.microsoft.com/office/drawing/2014/main" id="{DCD02AC5-D170-D5AC-3AAC-BE89E59D8F6D}"/>
              </a:ext>
            </a:extLst>
          </p:cNvPr>
          <p:cNvSpPr txBox="1"/>
          <p:nvPr/>
        </p:nvSpPr>
        <p:spPr>
          <a:xfrm rot="1920000">
            <a:off x="4206875" y="5254625"/>
            <a:ext cx="352425" cy="141288"/>
          </a:xfrm>
          <a:prstGeom prst="rect">
            <a:avLst/>
          </a:prstGeom>
        </p:spPr>
        <p:txBody>
          <a:bodyPr lIns="0" tIns="0" rIns="0" bIns="0">
            <a:spAutoFit/>
          </a:bodyPr>
          <a:lstStyle/>
          <a:p>
            <a:pPr>
              <a:lnSpc>
                <a:spcPts val="1054"/>
              </a:lnSpc>
              <a:defRPr/>
            </a:pPr>
            <a:r>
              <a:rPr sz="1588" baseline="2314" dirty="0">
                <a:solidFill>
                  <a:srgbClr val="BABABA"/>
                </a:solidFill>
                <a:latin typeface="Lucida Sans"/>
                <a:cs typeface="Lucida Sans"/>
              </a:rPr>
              <a:t>0</a:t>
            </a:r>
            <a:r>
              <a:rPr sz="1588" spc="-33" baseline="2314" dirty="0">
                <a:solidFill>
                  <a:srgbClr val="BABABA"/>
                </a:solidFill>
                <a:latin typeface="Lucida Sans"/>
                <a:cs typeface="Lucida Sans"/>
              </a:rPr>
              <a:t> </a:t>
            </a:r>
            <a:r>
              <a:rPr sz="1059" dirty="0">
                <a:solidFill>
                  <a:srgbClr val="BABABA"/>
                </a:solidFill>
                <a:latin typeface="Lucida Sans"/>
                <a:cs typeface="Lucida Sans"/>
              </a:rPr>
              <a:t>/</a:t>
            </a:r>
            <a:r>
              <a:rPr sz="1059" spc="-22" dirty="0">
                <a:solidFill>
                  <a:srgbClr val="BABABA"/>
                </a:solidFill>
                <a:latin typeface="Lucida Sans"/>
                <a:cs typeface="Lucida Sans"/>
              </a:rPr>
              <a:t> </a:t>
            </a:r>
            <a:r>
              <a:rPr sz="1059" spc="-44" dirty="0">
                <a:solidFill>
                  <a:srgbClr val="BABABA"/>
                </a:solidFill>
                <a:latin typeface="Lucida Sans"/>
                <a:cs typeface="Lucida Sans"/>
              </a:rPr>
              <a:t>6</a:t>
            </a:r>
            <a:endParaRPr sz="1059">
              <a:latin typeface="Lucida Sans"/>
              <a:cs typeface="Lucida Sans"/>
            </a:endParaRPr>
          </a:p>
        </p:txBody>
      </p:sp>
      <p:sp>
        <p:nvSpPr>
          <p:cNvPr id="46" name="object 46">
            <a:extLst>
              <a:ext uri="{FF2B5EF4-FFF2-40B4-BE49-F238E27FC236}">
                <a16:creationId xmlns:a16="http://schemas.microsoft.com/office/drawing/2014/main" id="{3331C7D8-5622-D531-38F1-711672FF974A}"/>
              </a:ext>
            </a:extLst>
          </p:cNvPr>
          <p:cNvSpPr/>
          <p:nvPr/>
        </p:nvSpPr>
        <p:spPr>
          <a:xfrm>
            <a:off x="1905000" y="3490913"/>
            <a:ext cx="609600" cy="566737"/>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47" name="object 47">
            <a:extLst>
              <a:ext uri="{FF2B5EF4-FFF2-40B4-BE49-F238E27FC236}">
                <a16:creationId xmlns:a16="http://schemas.microsoft.com/office/drawing/2014/main" id="{D8B9B3D6-938B-BC19-36D1-E1C0FB11B67B}"/>
              </a:ext>
            </a:extLst>
          </p:cNvPr>
          <p:cNvSpPr txBox="1"/>
          <p:nvPr/>
        </p:nvSpPr>
        <p:spPr>
          <a:xfrm rot="19200000">
            <a:off x="1963738" y="3692525"/>
            <a:ext cx="512762"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a:latin typeface="Lucida Sans"/>
              <a:cs typeface="Lucida Sans"/>
            </a:endParaRPr>
          </a:p>
        </p:txBody>
      </p:sp>
      <p:sp>
        <p:nvSpPr>
          <p:cNvPr id="48" name="object 48">
            <a:extLst>
              <a:ext uri="{FF2B5EF4-FFF2-40B4-BE49-F238E27FC236}">
                <a16:creationId xmlns:a16="http://schemas.microsoft.com/office/drawing/2014/main" id="{0594C2DF-67A0-F1CC-8599-BAE059AC2CE0}"/>
              </a:ext>
            </a:extLst>
          </p:cNvPr>
          <p:cNvSpPr txBox="1"/>
          <p:nvPr/>
        </p:nvSpPr>
        <p:spPr>
          <a:xfrm>
            <a:off x="6099175" y="4383088"/>
            <a:ext cx="51593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10</a:t>
            </a:r>
            <a:endParaRPr sz="1059">
              <a:latin typeface="Lucida Sans"/>
              <a:cs typeface="Lucida Sans"/>
            </a:endParaRPr>
          </a:p>
        </p:txBody>
      </p:sp>
      <p:grpSp>
        <p:nvGrpSpPr>
          <p:cNvPr id="115725" name="object 49">
            <a:extLst>
              <a:ext uri="{FF2B5EF4-FFF2-40B4-BE49-F238E27FC236}">
                <a16:creationId xmlns:a16="http://schemas.microsoft.com/office/drawing/2014/main" id="{85022BDB-D3F7-E882-7019-8E31869F6ADB}"/>
              </a:ext>
            </a:extLst>
          </p:cNvPr>
          <p:cNvGrpSpPr>
            <a:grpSpLocks/>
          </p:cNvGrpSpPr>
          <p:nvPr/>
        </p:nvGrpSpPr>
        <p:grpSpPr bwMode="auto">
          <a:xfrm>
            <a:off x="1909763" y="4972050"/>
            <a:ext cx="3716337" cy="1246188"/>
            <a:chOff x="2012222" y="5634376"/>
            <a:chExt cx="4211320" cy="1413510"/>
          </a:xfrm>
        </p:grpSpPr>
        <p:sp>
          <p:nvSpPr>
            <p:cNvPr id="50" name="object 50">
              <a:extLst>
                <a:ext uri="{FF2B5EF4-FFF2-40B4-BE49-F238E27FC236}">
                  <a16:creationId xmlns:a16="http://schemas.microsoft.com/office/drawing/2014/main" id="{16BDB420-6156-E1A9-DE40-4070C5216958}"/>
                </a:ext>
              </a:extLst>
            </p:cNvPr>
            <p:cNvSpPr/>
            <p:nvPr/>
          </p:nvSpPr>
          <p:spPr>
            <a:xfrm>
              <a:off x="3242698" y="6689556"/>
              <a:ext cx="352592" cy="35292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51" name="object 51">
              <a:extLst>
                <a:ext uri="{FF2B5EF4-FFF2-40B4-BE49-F238E27FC236}">
                  <a16:creationId xmlns:a16="http://schemas.microsoft.com/office/drawing/2014/main" id="{6E5D3ECA-E882-A17A-4F46-AAE7E17A840B}"/>
                </a:ext>
              </a:extLst>
            </p:cNvPr>
            <p:cNvSpPr/>
            <p:nvPr/>
          </p:nvSpPr>
          <p:spPr>
            <a:xfrm>
              <a:off x="3242698" y="6689556"/>
              <a:ext cx="352592" cy="35292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52" name="object 52">
              <a:extLst>
                <a:ext uri="{FF2B5EF4-FFF2-40B4-BE49-F238E27FC236}">
                  <a16:creationId xmlns:a16="http://schemas.microsoft.com/office/drawing/2014/main" id="{F3FD9202-11A0-EA3D-B8E3-5F5FDAB0F2D4}"/>
                </a:ext>
              </a:extLst>
            </p:cNvPr>
            <p:cNvSpPr/>
            <p:nvPr/>
          </p:nvSpPr>
          <p:spPr>
            <a:xfrm>
              <a:off x="5865553" y="6689556"/>
              <a:ext cx="352592" cy="35292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53" name="object 53">
              <a:extLst>
                <a:ext uri="{FF2B5EF4-FFF2-40B4-BE49-F238E27FC236}">
                  <a16:creationId xmlns:a16="http://schemas.microsoft.com/office/drawing/2014/main" id="{632DD640-3D6C-3A39-A7EF-8C681CA78070}"/>
                </a:ext>
              </a:extLst>
            </p:cNvPr>
            <p:cNvSpPr/>
            <p:nvPr/>
          </p:nvSpPr>
          <p:spPr>
            <a:xfrm>
              <a:off x="5865553" y="6689556"/>
              <a:ext cx="352592" cy="35292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54" name="object 54">
              <a:extLst>
                <a:ext uri="{FF2B5EF4-FFF2-40B4-BE49-F238E27FC236}">
                  <a16:creationId xmlns:a16="http://schemas.microsoft.com/office/drawing/2014/main" id="{57DBFAF0-7593-F217-C26A-D281052E5DAF}"/>
                </a:ext>
              </a:extLst>
            </p:cNvPr>
            <p:cNvSpPr/>
            <p:nvPr/>
          </p:nvSpPr>
          <p:spPr>
            <a:xfrm>
              <a:off x="2012222" y="5634376"/>
              <a:ext cx="687195" cy="648234"/>
            </a:xfrm>
            <a:custGeom>
              <a:avLst/>
              <a:gdLst/>
              <a:ahLst/>
              <a:cxnLst/>
              <a:rect l="l" t="t" r="r" b="b"/>
              <a:pathLst>
                <a:path w="687069" h="648970">
                  <a:moveTo>
                    <a:pt x="158614" y="0"/>
                  </a:moveTo>
                  <a:lnTo>
                    <a:pt x="0" y="178024"/>
                  </a:lnTo>
                  <a:lnTo>
                    <a:pt x="528022" y="648475"/>
                  </a:lnTo>
                  <a:lnTo>
                    <a:pt x="686636" y="470451"/>
                  </a:lnTo>
                  <a:lnTo>
                    <a:pt x="158614" y="0"/>
                  </a:lnTo>
                  <a:close/>
                </a:path>
              </a:pathLst>
            </a:custGeom>
            <a:solidFill>
              <a:srgbClr val="F2F2F2"/>
            </a:solidFill>
          </p:spPr>
          <p:txBody>
            <a:bodyPr lIns="0" tIns="0" rIns="0" bIns="0"/>
            <a:lstStyle/>
            <a:p>
              <a:pPr>
                <a:defRPr/>
              </a:pPr>
              <a:endParaRPr sz="2647"/>
            </a:p>
          </p:txBody>
        </p:sp>
      </p:grpSp>
      <p:sp>
        <p:nvSpPr>
          <p:cNvPr id="55" name="object 55">
            <a:extLst>
              <a:ext uri="{FF2B5EF4-FFF2-40B4-BE49-F238E27FC236}">
                <a16:creationId xmlns:a16="http://schemas.microsoft.com/office/drawing/2014/main" id="{2549C83F-37D7-5924-8423-DDCE60993FEC}"/>
              </a:ext>
            </a:extLst>
          </p:cNvPr>
          <p:cNvSpPr txBox="1"/>
          <p:nvPr/>
        </p:nvSpPr>
        <p:spPr>
          <a:xfrm rot="2460000">
            <a:off x="1968500" y="5197475"/>
            <a:ext cx="512763" cy="141288"/>
          </a:xfrm>
          <a:prstGeom prst="rect">
            <a:avLst/>
          </a:prstGeom>
        </p:spPr>
        <p:txBody>
          <a:bodyPr lIns="0" tIns="0" rIns="0" bIns="0">
            <a:spAutoFit/>
          </a:bodyPr>
          <a:lstStyle/>
          <a:p>
            <a:pPr>
              <a:lnSpc>
                <a:spcPts val="1050"/>
              </a:lnSpc>
              <a:defRPr/>
            </a:pPr>
            <a:r>
              <a:rPr sz="1588" baseline="2314" dirty="0">
                <a:solidFill>
                  <a:srgbClr val="BABABA"/>
                </a:solidFill>
                <a:latin typeface="Lucida Sans"/>
                <a:cs typeface="Lucida Sans"/>
              </a:rPr>
              <a:t>10</a:t>
            </a:r>
            <a:r>
              <a:rPr sz="1588" spc="-39" baseline="2314" dirty="0">
                <a:solidFill>
                  <a:srgbClr val="BABABA"/>
                </a:solidFill>
                <a:latin typeface="Lucida Sans"/>
                <a:cs typeface="Lucida Sans"/>
              </a:rPr>
              <a:t> </a:t>
            </a:r>
            <a:r>
              <a:rPr sz="1059" dirty="0">
                <a:solidFill>
                  <a:srgbClr val="BABABA"/>
                </a:solidFill>
                <a:latin typeface="Lucida Sans"/>
                <a:cs typeface="Lucida Sans"/>
              </a:rPr>
              <a:t>/</a:t>
            </a:r>
            <a:r>
              <a:rPr sz="1059" spc="-18" dirty="0">
                <a:solidFill>
                  <a:srgbClr val="BABABA"/>
                </a:solidFill>
                <a:latin typeface="Lucida Sans"/>
                <a:cs typeface="Lucida Sans"/>
              </a:rPr>
              <a:t> </a:t>
            </a:r>
            <a:r>
              <a:rPr sz="1059" spc="-22" dirty="0">
                <a:solidFill>
                  <a:srgbClr val="BABABA"/>
                </a:solidFill>
                <a:latin typeface="Lucida Sans"/>
                <a:cs typeface="Lucida Sans"/>
              </a:rPr>
              <a:t>15</a:t>
            </a:r>
            <a:endParaRPr sz="1059">
              <a:latin typeface="Lucida Sans"/>
              <a:cs typeface="Lucida Sans"/>
            </a:endParaRPr>
          </a:p>
        </p:txBody>
      </p:sp>
      <p:sp>
        <p:nvSpPr>
          <p:cNvPr id="56" name="object 56">
            <a:extLst>
              <a:ext uri="{FF2B5EF4-FFF2-40B4-BE49-F238E27FC236}">
                <a16:creationId xmlns:a16="http://schemas.microsoft.com/office/drawing/2014/main" id="{49E91913-6962-809F-7EDB-DB8BCF4E7D5C}"/>
              </a:ext>
            </a:extLst>
          </p:cNvPr>
          <p:cNvSpPr/>
          <p:nvPr/>
        </p:nvSpPr>
        <p:spPr>
          <a:xfrm>
            <a:off x="6096000" y="4926013"/>
            <a:ext cx="608013" cy="569912"/>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sp>
        <p:nvSpPr>
          <p:cNvPr id="57" name="object 57">
            <a:extLst>
              <a:ext uri="{FF2B5EF4-FFF2-40B4-BE49-F238E27FC236}">
                <a16:creationId xmlns:a16="http://schemas.microsoft.com/office/drawing/2014/main" id="{89A5A9C1-723E-C21E-54EC-A5CDDACA8C3A}"/>
              </a:ext>
            </a:extLst>
          </p:cNvPr>
          <p:cNvSpPr txBox="1"/>
          <p:nvPr/>
        </p:nvSpPr>
        <p:spPr>
          <a:xfrm rot="19140000">
            <a:off x="6154738" y="5129213"/>
            <a:ext cx="511175" cy="139700"/>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58" name="object 58">
            <a:extLst>
              <a:ext uri="{FF2B5EF4-FFF2-40B4-BE49-F238E27FC236}">
                <a16:creationId xmlns:a16="http://schemas.microsoft.com/office/drawing/2014/main" id="{58825E44-33BC-40F6-24FB-C1239CF39267}"/>
              </a:ext>
            </a:extLst>
          </p:cNvPr>
          <p:cNvSpPr/>
          <p:nvPr/>
        </p:nvSpPr>
        <p:spPr>
          <a:xfrm>
            <a:off x="3992563" y="5967413"/>
            <a:ext cx="623887" cy="211137"/>
          </a:xfrm>
          <a:custGeom>
            <a:avLst/>
            <a:gdLst/>
            <a:ahLst/>
            <a:cxnLst/>
            <a:rect l="l" t="t" r="r" b="b"/>
            <a:pathLst>
              <a:path w="707389" h="238759">
                <a:moveTo>
                  <a:pt x="0" y="0"/>
                </a:moveTo>
                <a:lnTo>
                  <a:pt x="707199" y="0"/>
                </a:lnTo>
                <a:lnTo>
                  <a:pt x="707199" y="238435"/>
                </a:lnTo>
                <a:lnTo>
                  <a:pt x="0" y="238435"/>
                </a:lnTo>
                <a:lnTo>
                  <a:pt x="0" y="0"/>
                </a:lnTo>
                <a:close/>
              </a:path>
            </a:pathLst>
          </a:custGeom>
          <a:solidFill>
            <a:srgbClr val="F2F2F2"/>
          </a:solidFill>
        </p:spPr>
        <p:txBody>
          <a:bodyPr lIns="0" tIns="0" rIns="0" bIns="0"/>
          <a:lstStyle/>
          <a:p>
            <a:pPr>
              <a:defRPr/>
            </a:pPr>
            <a:endParaRPr sz="2647"/>
          </a:p>
        </p:txBody>
      </p:sp>
      <p:sp>
        <p:nvSpPr>
          <p:cNvPr id="59" name="object 59">
            <a:extLst>
              <a:ext uri="{FF2B5EF4-FFF2-40B4-BE49-F238E27FC236}">
                <a16:creationId xmlns:a16="http://schemas.microsoft.com/office/drawing/2014/main" id="{79D2CBA7-FF14-1E8B-63B1-8A52E040EFA1}"/>
              </a:ext>
            </a:extLst>
          </p:cNvPr>
          <p:cNvSpPr txBox="1"/>
          <p:nvPr/>
        </p:nvSpPr>
        <p:spPr>
          <a:xfrm>
            <a:off x="4062413" y="5964238"/>
            <a:ext cx="515937"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16</a:t>
            </a:r>
            <a:endParaRPr sz="1059">
              <a:latin typeface="Lucida Sans"/>
              <a:cs typeface="Lucida Sans"/>
            </a:endParaRPr>
          </a:p>
        </p:txBody>
      </p:sp>
      <p:grpSp>
        <p:nvGrpSpPr>
          <p:cNvPr id="115731" name="object 60">
            <a:extLst>
              <a:ext uri="{FF2B5EF4-FFF2-40B4-BE49-F238E27FC236}">
                <a16:creationId xmlns:a16="http://schemas.microsoft.com/office/drawing/2014/main" id="{C3C1F338-B220-4AF7-9808-1206B9456FF4}"/>
              </a:ext>
            </a:extLst>
          </p:cNvPr>
          <p:cNvGrpSpPr>
            <a:grpSpLocks/>
          </p:cNvGrpSpPr>
          <p:nvPr/>
        </p:nvGrpSpPr>
        <p:grpSpPr bwMode="auto">
          <a:xfrm>
            <a:off x="1219200" y="2809875"/>
            <a:ext cx="5883275" cy="1836738"/>
            <a:chOff x="1231593" y="3182881"/>
            <a:chExt cx="6668134" cy="2082800"/>
          </a:xfrm>
        </p:grpSpPr>
        <p:sp>
          <p:nvSpPr>
            <p:cNvPr id="61" name="object 61">
              <a:extLst>
                <a:ext uri="{FF2B5EF4-FFF2-40B4-BE49-F238E27FC236}">
                  <a16:creationId xmlns:a16="http://schemas.microsoft.com/office/drawing/2014/main" id="{1BD68A2F-A541-5BDA-0FB2-7D10ACED401D}"/>
                </a:ext>
              </a:extLst>
            </p:cNvPr>
            <p:cNvSpPr/>
            <p:nvPr/>
          </p:nvSpPr>
          <p:spPr>
            <a:xfrm>
              <a:off x="6003285" y="3310694"/>
              <a:ext cx="1788485" cy="1535546"/>
            </a:xfrm>
            <a:custGeom>
              <a:avLst/>
              <a:gdLst/>
              <a:ahLst/>
              <a:cxnLst/>
              <a:rect l="l" t="t" r="r" b="b"/>
              <a:pathLst>
                <a:path w="1787525" h="1536064">
                  <a:moveTo>
                    <a:pt x="1787510" y="1536051"/>
                  </a:moveTo>
                  <a:lnTo>
                    <a:pt x="1765810" y="1517403"/>
                  </a:lnTo>
                  <a:lnTo>
                    <a:pt x="0" y="0"/>
                  </a:lnTo>
                </a:path>
              </a:pathLst>
            </a:custGeom>
            <a:ln w="57224">
              <a:solidFill>
                <a:srgbClr val="000000"/>
              </a:solidFill>
            </a:ln>
          </p:spPr>
          <p:txBody>
            <a:bodyPr lIns="0" tIns="0" rIns="0" bIns="0"/>
            <a:lstStyle/>
            <a:p>
              <a:pPr>
                <a:defRPr/>
              </a:pPr>
              <a:endParaRPr sz="2647"/>
            </a:p>
          </p:txBody>
        </p:sp>
        <p:sp>
          <p:nvSpPr>
            <p:cNvPr id="62" name="object 62">
              <a:extLst>
                <a:ext uri="{FF2B5EF4-FFF2-40B4-BE49-F238E27FC236}">
                  <a16:creationId xmlns:a16="http://schemas.microsoft.com/office/drawing/2014/main" id="{AB1786ED-1B26-33E2-2335-4DA36CB832B8}"/>
                </a:ext>
              </a:extLst>
            </p:cNvPr>
            <p:cNvSpPr/>
            <p:nvPr/>
          </p:nvSpPr>
          <p:spPr>
            <a:xfrm>
              <a:off x="7651426" y="4704027"/>
              <a:ext cx="248301" cy="235822"/>
            </a:xfrm>
            <a:custGeom>
              <a:avLst/>
              <a:gdLst/>
              <a:ahLst/>
              <a:cxnLst/>
              <a:rect l="l" t="t" r="r" b="b"/>
              <a:pathLst>
                <a:path w="248284" h="236220">
                  <a:moveTo>
                    <a:pt x="149183" y="0"/>
                  </a:moveTo>
                  <a:lnTo>
                    <a:pt x="117993" y="124098"/>
                  </a:lnTo>
                  <a:lnTo>
                    <a:pt x="0" y="173603"/>
                  </a:lnTo>
                  <a:lnTo>
                    <a:pt x="248196" y="235985"/>
                  </a:lnTo>
                  <a:lnTo>
                    <a:pt x="149183" y="0"/>
                  </a:lnTo>
                  <a:close/>
                </a:path>
              </a:pathLst>
            </a:custGeom>
            <a:solidFill>
              <a:srgbClr val="000000"/>
            </a:solidFill>
          </p:spPr>
          <p:txBody>
            <a:bodyPr lIns="0" tIns="0" rIns="0" bIns="0"/>
            <a:lstStyle/>
            <a:p>
              <a:pPr>
                <a:defRPr/>
              </a:pPr>
              <a:endParaRPr sz="2647"/>
            </a:p>
          </p:txBody>
        </p:sp>
        <p:sp>
          <p:nvSpPr>
            <p:cNvPr id="63" name="object 63">
              <a:extLst>
                <a:ext uri="{FF2B5EF4-FFF2-40B4-BE49-F238E27FC236}">
                  <a16:creationId xmlns:a16="http://schemas.microsoft.com/office/drawing/2014/main" id="{79893CEC-1E57-EC2D-BD7E-9095649511B2}"/>
                </a:ext>
              </a:extLst>
            </p:cNvPr>
            <p:cNvSpPr/>
            <p:nvPr/>
          </p:nvSpPr>
          <p:spPr>
            <a:xfrm>
              <a:off x="3448307" y="3397102"/>
              <a:ext cx="2335466" cy="1490543"/>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64" name="object 64">
              <a:extLst>
                <a:ext uri="{FF2B5EF4-FFF2-40B4-BE49-F238E27FC236}">
                  <a16:creationId xmlns:a16="http://schemas.microsoft.com/office/drawing/2014/main" id="{BBE09E30-5396-4036-B4D2-994979EF6FCC}"/>
                </a:ext>
              </a:extLst>
            </p:cNvPr>
            <p:cNvSpPr/>
            <p:nvPr/>
          </p:nvSpPr>
          <p:spPr>
            <a:xfrm>
              <a:off x="5650626" y="4745431"/>
              <a:ext cx="253699" cy="219621"/>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65" name="object 65">
              <a:extLst>
                <a:ext uri="{FF2B5EF4-FFF2-40B4-BE49-F238E27FC236}">
                  <a16:creationId xmlns:a16="http://schemas.microsoft.com/office/drawing/2014/main" id="{7BE51297-C76D-A252-E9F3-D01B23DF42FD}"/>
                </a:ext>
              </a:extLst>
            </p:cNvPr>
            <p:cNvSpPr/>
            <p:nvPr/>
          </p:nvSpPr>
          <p:spPr>
            <a:xfrm>
              <a:off x="1397127" y="5123467"/>
              <a:ext cx="1698521" cy="0"/>
            </a:xfrm>
            <a:custGeom>
              <a:avLst/>
              <a:gdLst/>
              <a:ahLst/>
              <a:cxnLst/>
              <a:rect l="l" t="t" r="r" b="b"/>
              <a:pathLst>
                <a:path w="1697989">
                  <a:moveTo>
                    <a:pt x="0" y="0"/>
                  </a:moveTo>
                  <a:lnTo>
                    <a:pt x="696230" y="0"/>
                  </a:lnTo>
                </a:path>
                <a:path w="1697989">
                  <a:moveTo>
                    <a:pt x="1210240" y="0"/>
                  </a:moveTo>
                  <a:lnTo>
                    <a:pt x="1697659" y="0"/>
                  </a:lnTo>
                </a:path>
              </a:pathLst>
            </a:custGeom>
            <a:ln w="57224">
              <a:solidFill>
                <a:srgbClr val="000000"/>
              </a:solidFill>
            </a:ln>
          </p:spPr>
          <p:txBody>
            <a:bodyPr lIns="0" tIns="0" rIns="0" bIns="0"/>
            <a:lstStyle/>
            <a:p>
              <a:pPr>
                <a:defRPr/>
              </a:pPr>
              <a:endParaRPr sz="2647"/>
            </a:p>
          </p:txBody>
        </p:sp>
        <p:sp>
          <p:nvSpPr>
            <p:cNvPr id="66" name="object 66">
              <a:extLst>
                <a:ext uri="{FF2B5EF4-FFF2-40B4-BE49-F238E27FC236}">
                  <a16:creationId xmlns:a16="http://schemas.microsoft.com/office/drawing/2014/main" id="{C39E0045-CD35-9DAE-42C3-5DDE29C97E88}"/>
                </a:ext>
              </a:extLst>
            </p:cNvPr>
            <p:cNvSpPr/>
            <p:nvPr/>
          </p:nvSpPr>
          <p:spPr>
            <a:xfrm>
              <a:off x="3009282" y="5008256"/>
              <a:ext cx="228509" cy="228622"/>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67" name="object 67">
              <a:extLst>
                <a:ext uri="{FF2B5EF4-FFF2-40B4-BE49-F238E27FC236}">
                  <a16:creationId xmlns:a16="http://schemas.microsoft.com/office/drawing/2014/main" id="{AE4890C8-557F-96DF-547C-C21677F6624C}"/>
                </a:ext>
              </a:extLst>
            </p:cNvPr>
            <p:cNvSpPr/>
            <p:nvPr/>
          </p:nvSpPr>
          <p:spPr>
            <a:xfrm>
              <a:off x="3379934" y="5123467"/>
              <a:ext cx="2340865" cy="0"/>
            </a:xfrm>
            <a:custGeom>
              <a:avLst/>
              <a:gdLst/>
              <a:ahLst/>
              <a:cxnLst/>
              <a:rect l="l" t="t" r="r" b="b"/>
              <a:pathLst>
                <a:path w="2340610">
                  <a:moveTo>
                    <a:pt x="0" y="0"/>
                  </a:moveTo>
                  <a:lnTo>
                    <a:pt x="1154025" y="0"/>
                  </a:lnTo>
                </a:path>
                <a:path w="2340610">
                  <a:moveTo>
                    <a:pt x="1668036" y="0"/>
                  </a:moveTo>
                  <a:lnTo>
                    <a:pt x="2339990" y="0"/>
                  </a:lnTo>
                </a:path>
              </a:pathLst>
            </a:custGeom>
            <a:ln w="57226">
              <a:solidFill>
                <a:srgbClr val="000000"/>
              </a:solidFill>
            </a:ln>
          </p:spPr>
          <p:txBody>
            <a:bodyPr lIns="0" tIns="0" rIns="0" bIns="0"/>
            <a:lstStyle/>
            <a:p>
              <a:pPr>
                <a:defRPr/>
              </a:pPr>
              <a:endParaRPr sz="2647"/>
            </a:p>
          </p:txBody>
        </p:sp>
        <p:sp>
          <p:nvSpPr>
            <p:cNvPr id="68" name="object 68">
              <a:extLst>
                <a:ext uri="{FF2B5EF4-FFF2-40B4-BE49-F238E27FC236}">
                  <a16:creationId xmlns:a16="http://schemas.microsoft.com/office/drawing/2014/main" id="{12029F2D-D006-C1E0-CE8F-D7FFD171C7F9}"/>
                </a:ext>
              </a:extLst>
            </p:cNvPr>
            <p:cNvSpPr/>
            <p:nvPr/>
          </p:nvSpPr>
          <p:spPr>
            <a:xfrm>
              <a:off x="5634433" y="5008256"/>
              <a:ext cx="230308" cy="228622"/>
            </a:xfrm>
            <a:custGeom>
              <a:avLst/>
              <a:gdLst/>
              <a:ahLst/>
              <a:cxnLst/>
              <a:rect l="l" t="t" r="r" b="b"/>
              <a:pathLst>
                <a:path w="229235" h="229235">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69" name="object 69">
              <a:extLst>
                <a:ext uri="{FF2B5EF4-FFF2-40B4-BE49-F238E27FC236}">
                  <a16:creationId xmlns:a16="http://schemas.microsoft.com/office/drawing/2014/main" id="{5B17FE17-F7ED-C4F5-E3DD-4F1B70B85515}"/>
                </a:ext>
              </a:extLst>
            </p:cNvPr>
            <p:cNvSpPr/>
            <p:nvPr/>
          </p:nvSpPr>
          <p:spPr>
            <a:xfrm>
              <a:off x="3466300" y="3386301"/>
              <a:ext cx="2247302" cy="0"/>
            </a:xfrm>
            <a:custGeom>
              <a:avLst/>
              <a:gdLst/>
              <a:ahLst/>
              <a:cxnLst/>
              <a:rect l="l" t="t" r="r" b="b"/>
              <a:pathLst>
                <a:path w="2247900">
                  <a:moveTo>
                    <a:pt x="0" y="0"/>
                  </a:moveTo>
                  <a:lnTo>
                    <a:pt x="1068188" y="0"/>
                  </a:lnTo>
                </a:path>
                <a:path w="2247900">
                  <a:moveTo>
                    <a:pt x="1582199" y="0"/>
                  </a:moveTo>
                  <a:lnTo>
                    <a:pt x="2247460" y="0"/>
                  </a:lnTo>
                </a:path>
              </a:pathLst>
            </a:custGeom>
            <a:ln w="57224">
              <a:solidFill>
                <a:srgbClr val="000000"/>
              </a:solidFill>
            </a:ln>
          </p:spPr>
          <p:txBody>
            <a:bodyPr lIns="0" tIns="0" rIns="0" bIns="0"/>
            <a:lstStyle/>
            <a:p>
              <a:pPr>
                <a:defRPr/>
              </a:pPr>
              <a:endParaRPr sz="2647"/>
            </a:p>
          </p:txBody>
        </p:sp>
        <p:sp>
          <p:nvSpPr>
            <p:cNvPr id="70" name="object 70">
              <a:extLst>
                <a:ext uri="{FF2B5EF4-FFF2-40B4-BE49-F238E27FC236}">
                  <a16:creationId xmlns:a16="http://schemas.microsoft.com/office/drawing/2014/main" id="{4390F80C-9DFD-D818-8E8B-DAA997CA2791}"/>
                </a:ext>
              </a:extLst>
            </p:cNvPr>
            <p:cNvSpPr/>
            <p:nvPr/>
          </p:nvSpPr>
          <p:spPr>
            <a:xfrm>
              <a:off x="5629035" y="3272890"/>
              <a:ext cx="228509" cy="228622"/>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71" name="object 71">
              <a:extLst>
                <a:ext uri="{FF2B5EF4-FFF2-40B4-BE49-F238E27FC236}">
                  <a16:creationId xmlns:a16="http://schemas.microsoft.com/office/drawing/2014/main" id="{47065463-E8F6-9404-5E26-55615527F286}"/>
                </a:ext>
              </a:extLst>
            </p:cNvPr>
            <p:cNvSpPr/>
            <p:nvPr/>
          </p:nvSpPr>
          <p:spPr>
            <a:xfrm>
              <a:off x="3241390" y="4907446"/>
              <a:ext cx="352659" cy="352834"/>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72" name="object 72">
              <a:extLst>
                <a:ext uri="{FF2B5EF4-FFF2-40B4-BE49-F238E27FC236}">
                  <a16:creationId xmlns:a16="http://schemas.microsoft.com/office/drawing/2014/main" id="{A8AB2E84-B5B2-2B11-22A6-A69B916FA72E}"/>
                </a:ext>
              </a:extLst>
            </p:cNvPr>
            <p:cNvSpPr/>
            <p:nvPr/>
          </p:nvSpPr>
          <p:spPr>
            <a:xfrm>
              <a:off x="3241390" y="4907446"/>
              <a:ext cx="352659" cy="352834"/>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73" name="object 73">
              <a:extLst>
                <a:ext uri="{FF2B5EF4-FFF2-40B4-BE49-F238E27FC236}">
                  <a16:creationId xmlns:a16="http://schemas.microsoft.com/office/drawing/2014/main" id="{E3141DD6-E890-837C-CC3A-A0AB77803429}"/>
                </a:ext>
              </a:extLst>
            </p:cNvPr>
            <p:cNvSpPr/>
            <p:nvPr/>
          </p:nvSpPr>
          <p:spPr>
            <a:xfrm>
              <a:off x="5864741" y="3188282"/>
              <a:ext cx="352659" cy="352834"/>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74" name="object 74">
              <a:extLst>
                <a:ext uri="{FF2B5EF4-FFF2-40B4-BE49-F238E27FC236}">
                  <a16:creationId xmlns:a16="http://schemas.microsoft.com/office/drawing/2014/main" id="{81DD60D8-ED0D-83AD-FB70-C9613CD8919D}"/>
                </a:ext>
              </a:extLst>
            </p:cNvPr>
            <p:cNvSpPr/>
            <p:nvPr/>
          </p:nvSpPr>
          <p:spPr>
            <a:xfrm>
              <a:off x="5864741" y="3188282"/>
              <a:ext cx="352659" cy="352834"/>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75" name="object 75">
              <a:extLst>
                <a:ext uri="{FF2B5EF4-FFF2-40B4-BE49-F238E27FC236}">
                  <a16:creationId xmlns:a16="http://schemas.microsoft.com/office/drawing/2014/main" id="{0201988B-6B11-F54D-47AC-F876B71213F1}"/>
                </a:ext>
              </a:extLst>
            </p:cNvPr>
            <p:cNvSpPr/>
            <p:nvPr/>
          </p:nvSpPr>
          <p:spPr>
            <a:xfrm>
              <a:off x="3241390" y="3188282"/>
              <a:ext cx="352659" cy="352834"/>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76" name="object 76">
              <a:extLst>
                <a:ext uri="{FF2B5EF4-FFF2-40B4-BE49-F238E27FC236}">
                  <a16:creationId xmlns:a16="http://schemas.microsoft.com/office/drawing/2014/main" id="{C5F899D2-CF89-0F22-AF2D-B87B19A08661}"/>
                </a:ext>
              </a:extLst>
            </p:cNvPr>
            <p:cNvSpPr/>
            <p:nvPr/>
          </p:nvSpPr>
          <p:spPr>
            <a:xfrm>
              <a:off x="3241390" y="3188282"/>
              <a:ext cx="352659" cy="352834"/>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77" name="object 77">
              <a:extLst>
                <a:ext uri="{FF2B5EF4-FFF2-40B4-BE49-F238E27FC236}">
                  <a16:creationId xmlns:a16="http://schemas.microsoft.com/office/drawing/2014/main" id="{C82085F1-E653-7703-FF54-2E83CED7BFD6}"/>
                </a:ext>
              </a:extLst>
            </p:cNvPr>
            <p:cNvSpPr/>
            <p:nvPr/>
          </p:nvSpPr>
          <p:spPr>
            <a:xfrm>
              <a:off x="5864741" y="4907446"/>
              <a:ext cx="352659" cy="352834"/>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78" name="object 78">
              <a:extLst>
                <a:ext uri="{FF2B5EF4-FFF2-40B4-BE49-F238E27FC236}">
                  <a16:creationId xmlns:a16="http://schemas.microsoft.com/office/drawing/2014/main" id="{AA195E6E-134B-5358-7582-6E64CEC38A61}"/>
                </a:ext>
              </a:extLst>
            </p:cNvPr>
            <p:cNvSpPr/>
            <p:nvPr/>
          </p:nvSpPr>
          <p:spPr>
            <a:xfrm>
              <a:off x="5864741" y="4907446"/>
              <a:ext cx="352659" cy="352834"/>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79" name="object 79">
              <a:extLst>
                <a:ext uri="{FF2B5EF4-FFF2-40B4-BE49-F238E27FC236}">
                  <a16:creationId xmlns:a16="http://schemas.microsoft.com/office/drawing/2014/main" id="{E0699332-5098-A6EB-A18F-FC5F942BDDF9}"/>
                </a:ext>
              </a:extLst>
            </p:cNvPr>
            <p:cNvSpPr/>
            <p:nvPr/>
          </p:nvSpPr>
          <p:spPr>
            <a:xfrm>
              <a:off x="1236991" y="4900245"/>
              <a:ext cx="352659" cy="352834"/>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80" name="object 80">
              <a:extLst>
                <a:ext uri="{FF2B5EF4-FFF2-40B4-BE49-F238E27FC236}">
                  <a16:creationId xmlns:a16="http://schemas.microsoft.com/office/drawing/2014/main" id="{8727C888-5C7E-6C4E-7E75-3F9F4EC3D7E6}"/>
                </a:ext>
              </a:extLst>
            </p:cNvPr>
            <p:cNvSpPr/>
            <p:nvPr/>
          </p:nvSpPr>
          <p:spPr>
            <a:xfrm>
              <a:off x="1236991" y="4900245"/>
              <a:ext cx="352659" cy="352834"/>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81" name="object 81">
            <a:extLst>
              <a:ext uri="{FF2B5EF4-FFF2-40B4-BE49-F238E27FC236}">
                <a16:creationId xmlns:a16="http://schemas.microsoft.com/office/drawing/2014/main" id="{44F19530-7BE9-F7A6-3551-54FED93E429A}"/>
              </a:ext>
            </a:extLst>
          </p:cNvPr>
          <p:cNvSpPr txBox="1"/>
          <p:nvPr/>
        </p:nvSpPr>
        <p:spPr>
          <a:xfrm>
            <a:off x="1327150" y="4338638"/>
            <a:ext cx="109538"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15733" name="object 82">
            <a:extLst>
              <a:ext uri="{FF2B5EF4-FFF2-40B4-BE49-F238E27FC236}">
                <a16:creationId xmlns:a16="http://schemas.microsoft.com/office/drawing/2014/main" id="{8B2FF2AB-DE21-D816-E413-A6ABFE9760AC}"/>
              </a:ext>
            </a:extLst>
          </p:cNvPr>
          <p:cNvGrpSpPr>
            <a:grpSpLocks/>
          </p:cNvGrpSpPr>
          <p:nvPr/>
        </p:nvGrpSpPr>
        <p:grpSpPr bwMode="auto">
          <a:xfrm>
            <a:off x="7065963" y="4322763"/>
            <a:ext cx="320675" cy="320675"/>
            <a:chOff x="7856122" y="4898969"/>
            <a:chExt cx="363220" cy="363220"/>
          </a:xfrm>
        </p:grpSpPr>
        <p:sp>
          <p:nvSpPr>
            <p:cNvPr id="83" name="object 83">
              <a:extLst>
                <a:ext uri="{FF2B5EF4-FFF2-40B4-BE49-F238E27FC236}">
                  <a16:creationId xmlns:a16="http://schemas.microsoft.com/office/drawing/2014/main" id="{31925357-65E3-32CE-3488-E878F929580E}"/>
                </a:ext>
              </a:extLst>
            </p:cNvPr>
            <p:cNvSpPr/>
            <p:nvPr/>
          </p:nvSpPr>
          <p:spPr>
            <a:xfrm>
              <a:off x="7861516" y="4904363"/>
              <a:ext cx="352431" cy="352431"/>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84" name="object 84">
              <a:extLst>
                <a:ext uri="{FF2B5EF4-FFF2-40B4-BE49-F238E27FC236}">
                  <a16:creationId xmlns:a16="http://schemas.microsoft.com/office/drawing/2014/main" id="{894F8FCB-EBF7-79AB-2135-3A7C2E89B195}"/>
                </a:ext>
              </a:extLst>
            </p:cNvPr>
            <p:cNvSpPr/>
            <p:nvPr/>
          </p:nvSpPr>
          <p:spPr>
            <a:xfrm>
              <a:off x="7861516" y="4904363"/>
              <a:ext cx="352431" cy="352431"/>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grpSp>
      <p:sp>
        <p:nvSpPr>
          <p:cNvPr id="85" name="object 85">
            <a:extLst>
              <a:ext uri="{FF2B5EF4-FFF2-40B4-BE49-F238E27FC236}">
                <a16:creationId xmlns:a16="http://schemas.microsoft.com/office/drawing/2014/main" id="{7FD71D7A-80B1-5057-1E26-1F4816356EE2}"/>
              </a:ext>
            </a:extLst>
          </p:cNvPr>
          <p:cNvSpPr txBox="1"/>
          <p:nvPr/>
        </p:nvSpPr>
        <p:spPr>
          <a:xfrm>
            <a:off x="2062163" y="4402138"/>
            <a:ext cx="322262"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5</a:t>
            </a:r>
            <a:endParaRPr sz="1059">
              <a:latin typeface="Lucida Sans"/>
              <a:cs typeface="Lucida Sans"/>
            </a:endParaRPr>
          </a:p>
        </p:txBody>
      </p:sp>
      <p:sp>
        <p:nvSpPr>
          <p:cNvPr id="86" name="object 86">
            <a:extLst>
              <a:ext uri="{FF2B5EF4-FFF2-40B4-BE49-F238E27FC236}">
                <a16:creationId xmlns:a16="http://schemas.microsoft.com/office/drawing/2014/main" id="{1BE3376C-541B-032E-4085-5577085BAC46}"/>
              </a:ext>
            </a:extLst>
          </p:cNvPr>
          <p:cNvSpPr/>
          <p:nvPr/>
        </p:nvSpPr>
        <p:spPr>
          <a:xfrm>
            <a:off x="6075363" y="3438525"/>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87" name="object 87">
            <a:extLst>
              <a:ext uri="{FF2B5EF4-FFF2-40B4-BE49-F238E27FC236}">
                <a16:creationId xmlns:a16="http://schemas.microsoft.com/office/drawing/2014/main" id="{5C521ED1-54B9-F6DC-5898-C75C39C7FCED}"/>
              </a:ext>
            </a:extLst>
          </p:cNvPr>
          <p:cNvSpPr txBox="1"/>
          <p:nvPr/>
        </p:nvSpPr>
        <p:spPr>
          <a:xfrm>
            <a:off x="4216400" y="2871788"/>
            <a:ext cx="322263" cy="152400"/>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9</a:t>
            </a:r>
            <a:endParaRPr sz="1059">
              <a:latin typeface="Lucida Sans"/>
              <a:cs typeface="Lucida Sans"/>
            </a:endParaRPr>
          </a:p>
        </p:txBody>
      </p:sp>
      <p:sp>
        <p:nvSpPr>
          <p:cNvPr id="88" name="object 88">
            <a:extLst>
              <a:ext uri="{FF2B5EF4-FFF2-40B4-BE49-F238E27FC236}">
                <a16:creationId xmlns:a16="http://schemas.microsoft.com/office/drawing/2014/main" id="{F52EFD80-96B9-81F3-E66F-AFD935A63AD0}"/>
              </a:ext>
            </a:extLst>
          </p:cNvPr>
          <p:cNvSpPr txBox="1"/>
          <p:nvPr/>
        </p:nvSpPr>
        <p:spPr>
          <a:xfrm>
            <a:off x="4216400" y="4411663"/>
            <a:ext cx="322263"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0 / </a:t>
            </a:r>
            <a:r>
              <a:rPr sz="1059" spc="-44" dirty="0">
                <a:solidFill>
                  <a:srgbClr val="BABABA"/>
                </a:solidFill>
                <a:latin typeface="Lucida Sans"/>
                <a:cs typeface="Lucida Sans"/>
              </a:rPr>
              <a:t>8</a:t>
            </a:r>
            <a:endParaRPr sz="1059">
              <a:latin typeface="Lucida Sans"/>
              <a:cs typeface="Lucida Sans"/>
            </a:endParaRPr>
          </a:p>
        </p:txBody>
      </p:sp>
      <p:sp>
        <p:nvSpPr>
          <p:cNvPr id="89" name="object 89">
            <a:extLst>
              <a:ext uri="{FF2B5EF4-FFF2-40B4-BE49-F238E27FC236}">
                <a16:creationId xmlns:a16="http://schemas.microsoft.com/office/drawing/2014/main" id="{5D59DE2B-06FA-FC15-9B40-23127DFDD72B}"/>
              </a:ext>
            </a:extLst>
          </p:cNvPr>
          <p:cNvSpPr/>
          <p:nvPr/>
        </p:nvSpPr>
        <p:spPr>
          <a:xfrm>
            <a:off x="1981200" y="2854325"/>
            <a:ext cx="4643438" cy="1751013"/>
          </a:xfrm>
          <a:custGeom>
            <a:avLst/>
            <a:gdLst/>
            <a:ahLst/>
            <a:cxnLst/>
            <a:rect l="l" t="t" r="r" b="b"/>
            <a:pathLst>
              <a:path w="5262880" h="1984375">
                <a:moveTo>
                  <a:pt x="514007" y="1735810"/>
                </a:moveTo>
                <a:lnTo>
                  <a:pt x="245592" y="1735810"/>
                </a:lnTo>
                <a:lnTo>
                  <a:pt x="245592" y="1516443"/>
                </a:lnTo>
                <a:lnTo>
                  <a:pt x="0" y="1516443"/>
                </a:lnTo>
                <a:lnTo>
                  <a:pt x="0" y="1735810"/>
                </a:lnTo>
                <a:lnTo>
                  <a:pt x="0" y="1754886"/>
                </a:lnTo>
                <a:lnTo>
                  <a:pt x="0" y="1974240"/>
                </a:lnTo>
                <a:lnTo>
                  <a:pt x="514007" y="1974240"/>
                </a:lnTo>
                <a:lnTo>
                  <a:pt x="514007" y="1735810"/>
                </a:lnTo>
                <a:close/>
              </a:path>
              <a:path w="5262880" h="1984375">
                <a:moveTo>
                  <a:pt x="2955582" y="1745348"/>
                </a:moveTo>
                <a:lnTo>
                  <a:pt x="2441575" y="1745348"/>
                </a:lnTo>
                <a:lnTo>
                  <a:pt x="2441575" y="1983778"/>
                </a:lnTo>
                <a:lnTo>
                  <a:pt x="2955582" y="1983778"/>
                </a:lnTo>
                <a:lnTo>
                  <a:pt x="2955582" y="1745348"/>
                </a:lnTo>
                <a:close/>
              </a:path>
              <a:path w="5262880" h="1984375">
                <a:moveTo>
                  <a:pt x="2955582" y="0"/>
                </a:moveTo>
                <a:lnTo>
                  <a:pt x="2441575" y="0"/>
                </a:lnTo>
                <a:lnTo>
                  <a:pt x="2441575" y="238429"/>
                </a:lnTo>
                <a:lnTo>
                  <a:pt x="2955582" y="238429"/>
                </a:lnTo>
                <a:lnTo>
                  <a:pt x="2955582" y="0"/>
                </a:lnTo>
                <a:close/>
              </a:path>
              <a:path w="5262880" h="1984375">
                <a:moveTo>
                  <a:pt x="3062186" y="1095260"/>
                </a:moveTo>
                <a:lnTo>
                  <a:pt x="2465743" y="715276"/>
                </a:lnTo>
                <a:lnTo>
                  <a:pt x="2464371" y="717423"/>
                </a:lnTo>
                <a:lnTo>
                  <a:pt x="2461069" y="715302"/>
                </a:lnTo>
                <a:lnTo>
                  <a:pt x="2332964" y="916393"/>
                </a:lnTo>
                <a:lnTo>
                  <a:pt x="2929407" y="1296377"/>
                </a:lnTo>
                <a:lnTo>
                  <a:pt x="2930766" y="1294244"/>
                </a:lnTo>
                <a:lnTo>
                  <a:pt x="2934081" y="1296352"/>
                </a:lnTo>
                <a:lnTo>
                  <a:pt x="3062186" y="1095260"/>
                </a:lnTo>
                <a:close/>
              </a:path>
              <a:path w="5262880" h="1984375">
                <a:moveTo>
                  <a:pt x="5262702" y="1065796"/>
                </a:moveTo>
                <a:lnTo>
                  <a:pt x="4799774" y="667613"/>
                </a:lnTo>
                <a:lnTo>
                  <a:pt x="4644301" y="848385"/>
                </a:lnTo>
                <a:lnTo>
                  <a:pt x="5107216" y="1246555"/>
                </a:lnTo>
                <a:lnTo>
                  <a:pt x="5262702" y="1065796"/>
                </a:lnTo>
                <a:close/>
              </a:path>
            </a:pathLst>
          </a:custGeom>
          <a:solidFill>
            <a:srgbClr val="F2F2F2"/>
          </a:solidFill>
        </p:spPr>
        <p:txBody>
          <a:bodyPr lIns="0" tIns="0" rIns="0" bIns="0"/>
          <a:lstStyle/>
          <a:p>
            <a:pPr>
              <a:defRPr/>
            </a:pPr>
            <a:endParaRPr sz="2647"/>
          </a:p>
        </p:txBody>
      </p:sp>
      <p:sp>
        <p:nvSpPr>
          <p:cNvPr id="90" name="object 90">
            <a:extLst>
              <a:ext uri="{FF2B5EF4-FFF2-40B4-BE49-F238E27FC236}">
                <a16:creationId xmlns:a16="http://schemas.microsoft.com/office/drawing/2014/main" id="{E1A8372A-0C19-A473-BCA7-FB66FC2954BF}"/>
              </a:ext>
            </a:extLst>
          </p:cNvPr>
          <p:cNvSpPr txBox="1"/>
          <p:nvPr/>
        </p:nvSpPr>
        <p:spPr>
          <a:xfrm>
            <a:off x="723900" y="2413000"/>
            <a:ext cx="2906713" cy="319088"/>
          </a:xfrm>
          <a:prstGeom prst="rect">
            <a:avLst/>
          </a:prstGeom>
        </p:spPr>
        <p:txBody>
          <a:bodyPr lIns="0" tIns="11206" rIns="0" bIns="0">
            <a:spAutoFit/>
          </a:bodyPr>
          <a:lstStyle/>
          <a:p>
            <a:pPr marL="33619">
              <a:spcBef>
                <a:spcPts val="88"/>
              </a:spcBef>
              <a:defRPr/>
            </a:pPr>
            <a:r>
              <a:rPr sz="2000" b="1" dirty="0">
                <a:solidFill>
                  <a:schemeClr val="tx1"/>
                </a:solidFill>
                <a:latin typeface="Tahoma"/>
                <a:cs typeface="Tahoma"/>
              </a:rPr>
              <a:t>3</a:t>
            </a:r>
            <a:r>
              <a:rPr sz="2000" b="1" baseline="27777" dirty="0">
                <a:solidFill>
                  <a:schemeClr val="tx1"/>
                </a:solidFill>
                <a:latin typeface="Tahoma"/>
                <a:cs typeface="Tahoma"/>
              </a:rPr>
              <a:t>rd</a:t>
            </a:r>
            <a:r>
              <a:rPr sz="2000" b="1" spc="344" baseline="27777" dirty="0">
                <a:solidFill>
                  <a:schemeClr val="tx1"/>
                </a:solidFill>
                <a:latin typeface="Tahoma"/>
                <a:cs typeface="Tahoma"/>
              </a:rPr>
              <a:t> </a:t>
            </a:r>
            <a:r>
              <a:rPr sz="2000" b="1" dirty="0">
                <a:solidFill>
                  <a:schemeClr val="tx1"/>
                </a:solidFill>
                <a:latin typeface="Tahoma"/>
                <a:cs typeface="Tahoma"/>
              </a:rPr>
              <a:t>augmenting</a:t>
            </a:r>
            <a:r>
              <a:rPr sz="2000" b="1" spc="119" dirty="0">
                <a:solidFill>
                  <a:schemeClr val="tx1"/>
                </a:solidFill>
                <a:latin typeface="Tahoma"/>
                <a:cs typeface="Tahoma"/>
              </a:rPr>
              <a:t> </a:t>
            </a:r>
            <a:r>
              <a:rPr sz="2000" b="1" spc="-18" dirty="0">
                <a:solidFill>
                  <a:schemeClr val="tx1"/>
                </a:solidFill>
                <a:latin typeface="Tahoma"/>
                <a:cs typeface="Tahoma"/>
              </a:rPr>
              <a:t>path</a:t>
            </a:r>
            <a:endParaRPr sz="2000" dirty="0">
              <a:solidFill>
                <a:schemeClr val="tx1"/>
              </a:solidFill>
              <a:latin typeface="Tahoma"/>
              <a:cs typeface="Tahoma"/>
            </a:endParaRPr>
          </a:p>
        </p:txBody>
      </p:sp>
      <p:sp>
        <p:nvSpPr>
          <p:cNvPr id="91" name="object 91">
            <a:extLst>
              <a:ext uri="{FF2B5EF4-FFF2-40B4-BE49-F238E27FC236}">
                <a16:creationId xmlns:a16="http://schemas.microsoft.com/office/drawing/2014/main" id="{8F9B2210-1610-726C-5E8C-8D71B03335A9}"/>
              </a:ext>
            </a:extLst>
          </p:cNvPr>
          <p:cNvSpPr txBox="1"/>
          <p:nvPr/>
        </p:nvSpPr>
        <p:spPr>
          <a:xfrm>
            <a:off x="7183438" y="4341813"/>
            <a:ext cx="1252537" cy="214312"/>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dirty="0">
                <a:latin typeface="Lucida Sans"/>
                <a:cs typeface="Lucida Sans"/>
              </a:rPr>
              <a:t>20</a:t>
            </a:r>
            <a:r>
              <a:rPr sz="1191" spc="296" dirty="0">
                <a:latin typeface="Lucida Sans"/>
                <a:cs typeface="Lucida Sans"/>
              </a:rPr>
              <a:t> </a:t>
            </a:r>
            <a:r>
              <a:rPr sz="1191" dirty="0">
                <a:solidFill>
                  <a:srgbClr val="8D3124"/>
                </a:solidFill>
                <a:latin typeface="Lucida Sans"/>
                <a:cs typeface="Lucida Sans"/>
              </a:rPr>
              <a:t>+ 5 = </a:t>
            </a:r>
            <a:r>
              <a:rPr sz="1191" spc="-22" dirty="0">
                <a:solidFill>
                  <a:srgbClr val="8D3124"/>
                </a:solidFill>
                <a:latin typeface="Lucida Sans"/>
                <a:cs typeface="Lucida Sans"/>
              </a:rPr>
              <a:t>25</a:t>
            </a:r>
            <a:endParaRPr sz="1191">
              <a:latin typeface="Lucida Sans"/>
              <a:cs typeface="Lucida Sans"/>
            </a:endParaRPr>
          </a:p>
        </p:txBody>
      </p:sp>
      <p:sp>
        <p:nvSpPr>
          <p:cNvPr id="92" name="object 92">
            <a:extLst>
              <a:ext uri="{FF2B5EF4-FFF2-40B4-BE49-F238E27FC236}">
                <a16:creationId xmlns:a16="http://schemas.microsoft.com/office/drawing/2014/main" id="{36A7A729-7BAD-F5F0-F019-DE1FFC6C352E}"/>
              </a:ext>
            </a:extLst>
          </p:cNvPr>
          <p:cNvSpPr txBox="1"/>
          <p:nvPr/>
        </p:nvSpPr>
        <p:spPr>
          <a:xfrm>
            <a:off x="2051050" y="4189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a:latin typeface="Lucida Sans"/>
              <a:cs typeface="Lucida Sans"/>
            </a:endParaRPr>
          </a:p>
        </p:txBody>
      </p:sp>
      <p:sp>
        <p:nvSpPr>
          <p:cNvPr id="93" name="object 93">
            <a:extLst>
              <a:ext uri="{FF2B5EF4-FFF2-40B4-BE49-F238E27FC236}">
                <a16:creationId xmlns:a16="http://schemas.microsoft.com/office/drawing/2014/main" id="{C75B4026-7A65-BC84-B68A-E9A11DE70907}"/>
              </a:ext>
            </a:extLst>
          </p:cNvPr>
          <p:cNvSpPr txBox="1"/>
          <p:nvPr/>
        </p:nvSpPr>
        <p:spPr>
          <a:xfrm>
            <a:off x="2017713" y="4383088"/>
            <a:ext cx="377825" cy="174625"/>
          </a:xfrm>
          <a:prstGeom prst="rect">
            <a:avLst/>
          </a:prstGeom>
        </p:spPr>
        <p:txBody>
          <a:bodyPr lIns="0" tIns="11206" rIns="0" bIns="0">
            <a:spAutoFit/>
          </a:bodyPr>
          <a:lstStyle/>
          <a:p>
            <a:pPr marL="11206">
              <a:spcBef>
                <a:spcPts val="88"/>
              </a:spcBef>
              <a:defRPr/>
            </a:pPr>
            <a:r>
              <a:rPr sz="1059" b="1" spc="-799"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5</a:t>
            </a:r>
            <a:endParaRPr sz="1059">
              <a:latin typeface="Lucida Sans"/>
              <a:cs typeface="Lucida Sans"/>
            </a:endParaRPr>
          </a:p>
        </p:txBody>
      </p:sp>
      <p:sp>
        <p:nvSpPr>
          <p:cNvPr id="94" name="object 94">
            <a:extLst>
              <a:ext uri="{FF2B5EF4-FFF2-40B4-BE49-F238E27FC236}">
                <a16:creationId xmlns:a16="http://schemas.microsoft.com/office/drawing/2014/main" id="{5AB0B9C9-D6A0-73F2-6CE8-EF48A18C9F18}"/>
              </a:ext>
            </a:extLst>
          </p:cNvPr>
          <p:cNvSpPr/>
          <p:nvPr/>
        </p:nvSpPr>
        <p:spPr>
          <a:xfrm>
            <a:off x="4135438" y="4192588"/>
            <a:ext cx="217487" cy="209550"/>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95" name="object 95">
            <a:extLst>
              <a:ext uri="{FF2B5EF4-FFF2-40B4-BE49-F238E27FC236}">
                <a16:creationId xmlns:a16="http://schemas.microsoft.com/office/drawing/2014/main" id="{1FCBC04E-9571-12A0-07AC-2EC5D73FCABA}"/>
              </a:ext>
            </a:extLst>
          </p:cNvPr>
          <p:cNvSpPr txBox="1"/>
          <p:nvPr/>
        </p:nvSpPr>
        <p:spPr>
          <a:xfrm>
            <a:off x="4205288" y="4189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a:latin typeface="Lucida Sans"/>
              <a:cs typeface="Lucida Sans"/>
            </a:endParaRPr>
          </a:p>
        </p:txBody>
      </p:sp>
      <p:sp>
        <p:nvSpPr>
          <p:cNvPr id="96" name="object 96">
            <a:extLst>
              <a:ext uri="{FF2B5EF4-FFF2-40B4-BE49-F238E27FC236}">
                <a16:creationId xmlns:a16="http://schemas.microsoft.com/office/drawing/2014/main" id="{58D3FA47-7DE3-1478-20EC-046AD3F1639F}"/>
              </a:ext>
            </a:extLst>
          </p:cNvPr>
          <p:cNvSpPr txBox="1"/>
          <p:nvPr/>
        </p:nvSpPr>
        <p:spPr>
          <a:xfrm>
            <a:off x="4171950" y="4391025"/>
            <a:ext cx="377825" cy="174625"/>
          </a:xfrm>
          <a:prstGeom prst="rect">
            <a:avLst/>
          </a:prstGeom>
        </p:spPr>
        <p:txBody>
          <a:bodyPr lIns="0" tIns="11206" rIns="0" bIns="0">
            <a:spAutoFit/>
          </a:bodyPr>
          <a:lstStyle/>
          <a:p>
            <a:pPr marL="11206">
              <a:spcBef>
                <a:spcPts val="88"/>
              </a:spcBef>
              <a:defRPr/>
            </a:pPr>
            <a:r>
              <a:rPr sz="1588" b="1" spc="-1197" baseline="4629"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8</a:t>
            </a:r>
            <a:endParaRPr sz="1059">
              <a:latin typeface="Lucida Sans"/>
              <a:cs typeface="Lucida Sans"/>
            </a:endParaRPr>
          </a:p>
        </p:txBody>
      </p:sp>
      <p:sp>
        <p:nvSpPr>
          <p:cNvPr id="97" name="object 97">
            <a:extLst>
              <a:ext uri="{FF2B5EF4-FFF2-40B4-BE49-F238E27FC236}">
                <a16:creationId xmlns:a16="http://schemas.microsoft.com/office/drawing/2014/main" id="{516CBEAD-4FB3-C24D-6F42-34E62BB04AC5}"/>
              </a:ext>
            </a:extLst>
          </p:cNvPr>
          <p:cNvSpPr/>
          <p:nvPr/>
        </p:nvSpPr>
        <p:spPr>
          <a:xfrm>
            <a:off x="4135438" y="2668588"/>
            <a:ext cx="217487" cy="211137"/>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98" name="object 98">
            <a:extLst>
              <a:ext uri="{FF2B5EF4-FFF2-40B4-BE49-F238E27FC236}">
                <a16:creationId xmlns:a16="http://schemas.microsoft.com/office/drawing/2014/main" id="{EAC4FE67-64B2-7AA6-A1E0-1495141D9C61}"/>
              </a:ext>
            </a:extLst>
          </p:cNvPr>
          <p:cNvSpPr txBox="1"/>
          <p:nvPr/>
        </p:nvSpPr>
        <p:spPr>
          <a:xfrm>
            <a:off x="4205288" y="2665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5</a:t>
            </a:r>
            <a:endParaRPr sz="1059">
              <a:latin typeface="Lucida Sans"/>
              <a:cs typeface="Lucida Sans"/>
            </a:endParaRPr>
          </a:p>
        </p:txBody>
      </p:sp>
      <p:sp>
        <p:nvSpPr>
          <p:cNvPr id="99" name="object 99">
            <a:extLst>
              <a:ext uri="{FF2B5EF4-FFF2-40B4-BE49-F238E27FC236}">
                <a16:creationId xmlns:a16="http://schemas.microsoft.com/office/drawing/2014/main" id="{E573C411-1989-44AB-EA07-DD8598FE75FD}"/>
              </a:ext>
            </a:extLst>
          </p:cNvPr>
          <p:cNvSpPr txBox="1"/>
          <p:nvPr/>
        </p:nvSpPr>
        <p:spPr>
          <a:xfrm>
            <a:off x="4179888" y="2851150"/>
            <a:ext cx="369887" cy="174625"/>
          </a:xfrm>
          <a:prstGeom prst="rect">
            <a:avLst/>
          </a:prstGeom>
        </p:spPr>
        <p:txBody>
          <a:bodyPr lIns="0" tIns="11206" rIns="0" bIns="0">
            <a:spAutoFit/>
          </a:bodyPr>
          <a:lstStyle/>
          <a:p>
            <a:pPr marL="11206">
              <a:spcBef>
                <a:spcPts val="88"/>
              </a:spcBef>
              <a:defRPr/>
            </a:pPr>
            <a:r>
              <a:rPr sz="1059" b="1" spc="-865" dirty="0">
                <a:solidFill>
                  <a:srgbClr val="8D3124"/>
                </a:solidFill>
                <a:latin typeface="Lucida Sans"/>
                <a:cs typeface="Lucida Sans"/>
              </a:rPr>
              <a:t>—</a:t>
            </a:r>
            <a:r>
              <a:rPr sz="1059" dirty="0">
                <a:latin typeface="Lucida Sans"/>
                <a:cs typeface="Lucida Sans"/>
              </a:rPr>
              <a:t>0 / </a:t>
            </a:r>
            <a:r>
              <a:rPr sz="1059" spc="-44" dirty="0">
                <a:latin typeface="Lucida Sans"/>
                <a:cs typeface="Lucida Sans"/>
              </a:rPr>
              <a:t>9</a:t>
            </a:r>
            <a:endParaRPr sz="1059">
              <a:latin typeface="Lucida Sans"/>
              <a:cs typeface="Lucida Sans"/>
            </a:endParaRPr>
          </a:p>
        </p:txBody>
      </p:sp>
      <p:sp>
        <p:nvSpPr>
          <p:cNvPr id="100" name="object 100">
            <a:extLst>
              <a:ext uri="{FF2B5EF4-FFF2-40B4-BE49-F238E27FC236}">
                <a16:creationId xmlns:a16="http://schemas.microsoft.com/office/drawing/2014/main" id="{E1AE676E-A4ED-2765-54A4-51C2E939D8BC}"/>
              </a:ext>
            </a:extLst>
          </p:cNvPr>
          <p:cNvSpPr/>
          <p:nvPr/>
        </p:nvSpPr>
        <p:spPr>
          <a:xfrm>
            <a:off x="4191000" y="3351213"/>
            <a:ext cx="296863" cy="293687"/>
          </a:xfrm>
          <a:custGeom>
            <a:avLst/>
            <a:gdLst/>
            <a:ahLst/>
            <a:cxnLst/>
            <a:rect l="l" t="t" r="r" b="b"/>
            <a:pathLst>
              <a:path w="335279" h="333375">
                <a:moveTo>
                  <a:pt x="128111" y="0"/>
                </a:moveTo>
                <a:lnTo>
                  <a:pt x="0" y="201094"/>
                </a:lnTo>
                <a:lnTo>
                  <a:pt x="207128" y="333049"/>
                </a:lnTo>
                <a:lnTo>
                  <a:pt x="335239" y="131955"/>
                </a:lnTo>
                <a:lnTo>
                  <a:pt x="128111" y="0"/>
                </a:lnTo>
                <a:close/>
              </a:path>
            </a:pathLst>
          </a:custGeom>
          <a:solidFill>
            <a:srgbClr val="F2F2F2"/>
          </a:solidFill>
        </p:spPr>
        <p:txBody>
          <a:bodyPr lIns="0" tIns="0" rIns="0" bIns="0"/>
          <a:lstStyle/>
          <a:p>
            <a:pPr>
              <a:defRPr/>
            </a:pPr>
            <a:endParaRPr sz="2647"/>
          </a:p>
        </p:txBody>
      </p:sp>
      <p:sp>
        <p:nvSpPr>
          <p:cNvPr id="101" name="object 101">
            <a:extLst>
              <a:ext uri="{FF2B5EF4-FFF2-40B4-BE49-F238E27FC236}">
                <a16:creationId xmlns:a16="http://schemas.microsoft.com/office/drawing/2014/main" id="{54423E33-9E61-50B3-D34C-329B3370D604}"/>
              </a:ext>
            </a:extLst>
          </p:cNvPr>
          <p:cNvSpPr txBox="1"/>
          <p:nvPr/>
        </p:nvSpPr>
        <p:spPr>
          <a:xfrm rot="1920000">
            <a:off x="4273550" y="3433763"/>
            <a:ext cx="160338"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5</a:t>
            </a:r>
            <a:endParaRPr sz="1059">
              <a:latin typeface="Lucida Sans"/>
              <a:cs typeface="Lucida Sans"/>
            </a:endParaRPr>
          </a:p>
        </p:txBody>
      </p:sp>
      <p:sp>
        <p:nvSpPr>
          <p:cNvPr id="102" name="object 102">
            <a:extLst>
              <a:ext uri="{FF2B5EF4-FFF2-40B4-BE49-F238E27FC236}">
                <a16:creationId xmlns:a16="http://schemas.microsoft.com/office/drawing/2014/main" id="{07D5E601-CA0D-DE75-EBBC-1A00795C14A3}"/>
              </a:ext>
            </a:extLst>
          </p:cNvPr>
          <p:cNvSpPr txBox="1"/>
          <p:nvPr/>
        </p:nvSpPr>
        <p:spPr>
          <a:xfrm rot="1920000">
            <a:off x="4114800" y="3681413"/>
            <a:ext cx="512763" cy="141287"/>
          </a:xfrm>
          <a:prstGeom prst="rect">
            <a:avLst/>
          </a:prstGeom>
        </p:spPr>
        <p:txBody>
          <a:bodyPr lIns="0" tIns="0" rIns="0" bIns="0">
            <a:spAutoFit/>
          </a:bodyPr>
          <a:lstStyle/>
          <a:p>
            <a:pPr>
              <a:lnSpc>
                <a:spcPts val="1059"/>
              </a:lnSpc>
              <a:defRPr/>
            </a:pPr>
            <a:r>
              <a:rPr sz="1588" spc="-814" baseline="2314" dirty="0">
                <a:latin typeface="Lucida Sans"/>
                <a:cs typeface="Lucida Sans"/>
              </a:rPr>
              <a:t>1</a:t>
            </a:r>
            <a:r>
              <a:rPr sz="1059" b="1" spc="-543" dirty="0">
                <a:solidFill>
                  <a:srgbClr val="8D3124"/>
                </a:solidFill>
                <a:latin typeface="Lucida Sans"/>
                <a:cs typeface="Lucida Sans"/>
              </a:rPr>
              <a:t>—</a:t>
            </a:r>
            <a:r>
              <a:rPr sz="1588" baseline="2314" dirty="0">
                <a:latin typeface="Lucida Sans"/>
                <a:cs typeface="Lucida Sans"/>
              </a:rPr>
              <a:t>0</a:t>
            </a:r>
            <a:r>
              <a:rPr sz="1588" spc="-26" baseline="2314" dirty="0">
                <a:latin typeface="Lucida Sans"/>
                <a:cs typeface="Lucida Sans"/>
              </a:rPr>
              <a:t> </a:t>
            </a:r>
            <a:r>
              <a:rPr sz="1588" baseline="2314" dirty="0">
                <a:latin typeface="Lucida Sans"/>
                <a:cs typeface="Lucida Sans"/>
              </a:rPr>
              <a:t>/</a:t>
            </a:r>
            <a:r>
              <a:rPr sz="1588" spc="-19" baseline="2314" dirty="0">
                <a:latin typeface="Lucida Sans"/>
                <a:cs typeface="Lucida Sans"/>
              </a:rPr>
              <a:t> </a:t>
            </a:r>
            <a:r>
              <a:rPr sz="1588" spc="-33" baseline="2314" dirty="0">
                <a:latin typeface="Lucida Sans"/>
                <a:cs typeface="Lucida Sans"/>
              </a:rPr>
              <a:t>15</a:t>
            </a:r>
            <a:endParaRPr sz="1588" baseline="2314" dirty="0">
              <a:latin typeface="Lucida Sans"/>
              <a:cs typeface="Lucida Sans"/>
            </a:endParaRPr>
          </a:p>
        </p:txBody>
      </p:sp>
      <p:sp>
        <p:nvSpPr>
          <p:cNvPr id="103" name="object 103">
            <a:extLst>
              <a:ext uri="{FF2B5EF4-FFF2-40B4-BE49-F238E27FC236}">
                <a16:creationId xmlns:a16="http://schemas.microsoft.com/office/drawing/2014/main" id="{3BEB6E32-FC47-F0F8-EED1-E88A52041FB2}"/>
              </a:ext>
            </a:extLst>
          </p:cNvPr>
          <p:cNvSpPr/>
          <p:nvPr/>
        </p:nvSpPr>
        <p:spPr>
          <a:xfrm>
            <a:off x="6202363" y="3287713"/>
            <a:ext cx="303212" cy="301625"/>
          </a:xfrm>
          <a:custGeom>
            <a:avLst/>
            <a:gdLst/>
            <a:ahLst/>
            <a:cxnLst/>
            <a:rect l="l" t="t" r="r" b="b"/>
            <a:pathLst>
              <a:path w="342265" h="340995">
                <a:moveTo>
                  <a:pt x="155483" y="0"/>
                </a:moveTo>
                <a:lnTo>
                  <a:pt x="0" y="180765"/>
                </a:lnTo>
                <a:lnTo>
                  <a:pt x="186190" y="340914"/>
                </a:lnTo>
                <a:lnTo>
                  <a:pt x="341673" y="160149"/>
                </a:lnTo>
                <a:lnTo>
                  <a:pt x="155483" y="0"/>
                </a:lnTo>
                <a:close/>
              </a:path>
            </a:pathLst>
          </a:custGeom>
          <a:solidFill>
            <a:srgbClr val="F2F2F2"/>
          </a:solidFill>
        </p:spPr>
        <p:txBody>
          <a:bodyPr lIns="0" tIns="0" rIns="0" bIns="0"/>
          <a:lstStyle/>
          <a:p>
            <a:pPr>
              <a:defRPr/>
            </a:pPr>
            <a:endParaRPr sz="2647"/>
          </a:p>
        </p:txBody>
      </p:sp>
      <p:sp>
        <p:nvSpPr>
          <p:cNvPr id="104" name="object 104">
            <a:extLst>
              <a:ext uri="{FF2B5EF4-FFF2-40B4-BE49-F238E27FC236}">
                <a16:creationId xmlns:a16="http://schemas.microsoft.com/office/drawing/2014/main" id="{B9383315-16E0-B804-B0BF-0243391DE7C4}"/>
              </a:ext>
            </a:extLst>
          </p:cNvPr>
          <p:cNvSpPr txBox="1"/>
          <p:nvPr/>
        </p:nvSpPr>
        <p:spPr>
          <a:xfrm rot="2400000">
            <a:off x="6286500" y="3376613"/>
            <a:ext cx="160338"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5</a:t>
            </a:r>
            <a:endParaRPr sz="1059">
              <a:latin typeface="Lucida Sans"/>
              <a:cs typeface="Lucida Sans"/>
            </a:endParaRPr>
          </a:p>
        </p:txBody>
      </p:sp>
      <p:sp>
        <p:nvSpPr>
          <p:cNvPr id="105" name="object 105">
            <a:extLst>
              <a:ext uri="{FF2B5EF4-FFF2-40B4-BE49-F238E27FC236}">
                <a16:creationId xmlns:a16="http://schemas.microsoft.com/office/drawing/2014/main" id="{19C9C61B-8C38-0F1B-9435-830ED53E03C1}"/>
              </a:ext>
            </a:extLst>
          </p:cNvPr>
          <p:cNvSpPr txBox="1"/>
          <p:nvPr/>
        </p:nvSpPr>
        <p:spPr>
          <a:xfrm rot="2400000">
            <a:off x="6129338" y="3630613"/>
            <a:ext cx="452437" cy="141287"/>
          </a:xfrm>
          <a:prstGeom prst="rect">
            <a:avLst/>
          </a:prstGeom>
        </p:spPr>
        <p:txBody>
          <a:bodyPr lIns="0" tIns="0" rIns="0" bIns="0">
            <a:spAutoFit/>
          </a:bodyPr>
          <a:lstStyle/>
          <a:p>
            <a:pPr>
              <a:lnSpc>
                <a:spcPts val="1050"/>
              </a:lnSpc>
              <a:defRPr/>
            </a:pPr>
            <a:r>
              <a:rPr sz="1588" b="1" spc="-1350" baseline="2314" dirty="0">
                <a:solidFill>
                  <a:srgbClr val="8D3124"/>
                </a:solidFill>
                <a:latin typeface="Lucida Sans"/>
                <a:cs typeface="Lucida Sans"/>
              </a:rPr>
              <a:t>—</a:t>
            </a:r>
            <a:r>
              <a:rPr sz="1588" baseline="2314" dirty="0">
                <a:latin typeface="Lucida Sans"/>
                <a:cs typeface="Lucida Sans"/>
              </a:rPr>
              <a:t>0</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106" name="object 106">
            <a:extLst>
              <a:ext uri="{FF2B5EF4-FFF2-40B4-BE49-F238E27FC236}">
                <a16:creationId xmlns:a16="http://schemas.microsoft.com/office/drawing/2014/main" id="{DD355004-D02F-92D2-2F5A-8BD346A31D5A}"/>
              </a:ext>
            </a:extLst>
          </p:cNvPr>
          <p:cNvSpPr/>
          <p:nvPr/>
        </p:nvSpPr>
        <p:spPr>
          <a:xfrm>
            <a:off x="5229225" y="3578225"/>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107" name="object 107">
            <a:extLst>
              <a:ext uri="{FF2B5EF4-FFF2-40B4-BE49-F238E27FC236}">
                <a16:creationId xmlns:a16="http://schemas.microsoft.com/office/drawing/2014/main" id="{8EF24E16-35A1-B919-2925-3F5D015BCABD}"/>
              </a:ext>
            </a:extLst>
          </p:cNvPr>
          <p:cNvSpPr txBox="1"/>
          <p:nvPr/>
        </p:nvSpPr>
        <p:spPr>
          <a:xfrm>
            <a:off x="5299075" y="3575050"/>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115757" name="object 108">
            <a:extLst>
              <a:ext uri="{FF2B5EF4-FFF2-40B4-BE49-F238E27FC236}">
                <a16:creationId xmlns:a16="http://schemas.microsoft.com/office/drawing/2014/main" id="{DBF61DF1-20A1-7686-7CB5-8A5329416DC9}"/>
              </a:ext>
            </a:extLst>
          </p:cNvPr>
          <p:cNvSpPr txBox="1">
            <a:spLocks noChangeArrowheads="1"/>
          </p:cNvSpPr>
          <p:nvPr/>
        </p:nvSpPr>
        <p:spPr bwMode="auto">
          <a:xfrm>
            <a:off x="6727825" y="2511425"/>
            <a:ext cx="11398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42875" indent="-131763">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21000"/>
              </a:lnSpc>
              <a:spcBef>
                <a:spcPts val="88"/>
              </a:spcBef>
            </a:pPr>
            <a:r>
              <a:rPr lang="zh-CN" altLang="zh-CN" sz="1100">
                <a:solidFill>
                  <a:srgbClr val="8D3124"/>
                </a:solidFill>
                <a:latin typeface="Lucida Sans" panose="020B0602030504020204" pitchFamily="34" charset="0"/>
              </a:rPr>
              <a:t>backward edge (not empty)</a:t>
            </a:r>
            <a:endParaRPr lang="zh-CN" altLang="zh-CN" sz="1100">
              <a:latin typeface="Lucida Sans" panose="020B0602030504020204" pitchFamily="34" charset="0"/>
            </a:endParaRPr>
          </a:p>
        </p:txBody>
      </p:sp>
      <p:grpSp>
        <p:nvGrpSpPr>
          <p:cNvPr id="115758" name="object 109">
            <a:extLst>
              <a:ext uri="{FF2B5EF4-FFF2-40B4-BE49-F238E27FC236}">
                <a16:creationId xmlns:a16="http://schemas.microsoft.com/office/drawing/2014/main" id="{5B42521F-4526-8CB4-9710-D4E8785E381F}"/>
              </a:ext>
            </a:extLst>
          </p:cNvPr>
          <p:cNvGrpSpPr>
            <a:grpSpLocks/>
          </p:cNvGrpSpPr>
          <p:nvPr/>
        </p:nvGrpSpPr>
        <p:grpSpPr bwMode="auto">
          <a:xfrm>
            <a:off x="4489450" y="2854325"/>
            <a:ext cx="2219325" cy="790575"/>
            <a:chOff x="4935350" y="3234013"/>
            <a:chExt cx="2515235" cy="895985"/>
          </a:xfrm>
        </p:grpSpPr>
        <p:sp>
          <p:nvSpPr>
            <p:cNvPr id="110" name="object 110">
              <a:extLst>
                <a:ext uri="{FF2B5EF4-FFF2-40B4-BE49-F238E27FC236}">
                  <a16:creationId xmlns:a16="http://schemas.microsoft.com/office/drawing/2014/main" id="{22C83053-416D-B370-CBC9-78690A82B29C}"/>
                </a:ext>
              </a:extLst>
            </p:cNvPr>
            <p:cNvSpPr/>
            <p:nvPr/>
          </p:nvSpPr>
          <p:spPr>
            <a:xfrm>
              <a:off x="4991125" y="3243009"/>
              <a:ext cx="2450465" cy="854604"/>
            </a:xfrm>
            <a:custGeom>
              <a:avLst/>
              <a:gdLst/>
              <a:ahLst/>
              <a:cxnLst/>
              <a:rect l="l" t="t" r="r" b="b"/>
              <a:pathLst>
                <a:path w="2449829" h="854075">
                  <a:moveTo>
                    <a:pt x="0" y="853671"/>
                  </a:moveTo>
                  <a:lnTo>
                    <a:pt x="9006" y="850532"/>
                  </a:lnTo>
                  <a:lnTo>
                    <a:pt x="2449359" y="0"/>
                  </a:lnTo>
                </a:path>
              </a:pathLst>
            </a:custGeom>
            <a:ln w="19074">
              <a:solidFill>
                <a:srgbClr val="8D3124"/>
              </a:solidFill>
            </a:ln>
          </p:spPr>
          <p:txBody>
            <a:bodyPr lIns="0" tIns="0" rIns="0" bIns="0"/>
            <a:lstStyle/>
            <a:p>
              <a:pPr>
                <a:defRPr/>
              </a:pPr>
              <a:endParaRPr sz="2647"/>
            </a:p>
          </p:txBody>
        </p:sp>
        <p:sp>
          <p:nvSpPr>
            <p:cNvPr id="111" name="object 111">
              <a:extLst>
                <a:ext uri="{FF2B5EF4-FFF2-40B4-BE49-F238E27FC236}">
                  <a16:creationId xmlns:a16="http://schemas.microsoft.com/office/drawing/2014/main" id="{BADAD065-9C8C-1D1E-4784-352D9EF00B04}"/>
                </a:ext>
              </a:extLst>
            </p:cNvPr>
            <p:cNvSpPr/>
            <p:nvPr/>
          </p:nvSpPr>
          <p:spPr>
            <a:xfrm>
              <a:off x="4935350" y="4043638"/>
              <a:ext cx="100753" cy="86360"/>
            </a:xfrm>
            <a:custGeom>
              <a:avLst/>
              <a:gdLst/>
              <a:ahLst/>
              <a:cxnLst/>
              <a:rect l="l" t="t" r="r" b="b"/>
              <a:pathLst>
                <a:path w="101600" h="86995">
                  <a:moveTo>
                    <a:pt x="71393" y="0"/>
                  </a:moveTo>
                  <a:lnTo>
                    <a:pt x="0" y="73360"/>
                  </a:lnTo>
                  <a:lnTo>
                    <a:pt x="101523" y="86459"/>
                  </a:lnTo>
                  <a:lnTo>
                    <a:pt x="64843" y="50761"/>
                  </a:lnTo>
                  <a:lnTo>
                    <a:pt x="71393" y="0"/>
                  </a:lnTo>
                  <a:close/>
                </a:path>
              </a:pathLst>
            </a:custGeom>
            <a:solidFill>
              <a:srgbClr val="8D3124"/>
            </a:solidFill>
          </p:spPr>
          <p:txBody>
            <a:bodyPr lIns="0" tIns="0" rIns="0" bIns="0"/>
            <a:lstStyle/>
            <a:p>
              <a:pPr>
                <a:defRPr/>
              </a:pPr>
              <a:endParaRPr sz="2647"/>
            </a:p>
          </p:txBody>
        </p:sp>
      </p:grpSp>
      <p:sp>
        <p:nvSpPr>
          <p:cNvPr id="115759" name="object 2">
            <a:extLst>
              <a:ext uri="{FF2B5EF4-FFF2-40B4-BE49-F238E27FC236}">
                <a16:creationId xmlns:a16="http://schemas.microsoft.com/office/drawing/2014/main" id="{2AFF56FB-E2D2-B473-9ED4-5038EAF45D1D}"/>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sp>
        <p:nvSpPr>
          <p:cNvPr id="112" name="object 18">
            <a:extLst>
              <a:ext uri="{FF2B5EF4-FFF2-40B4-BE49-F238E27FC236}">
                <a16:creationId xmlns:a16="http://schemas.microsoft.com/office/drawing/2014/main" id="{FD1F92B1-1D13-25B0-02EC-BF8DD26631CC}"/>
              </a:ext>
            </a:extLst>
          </p:cNvPr>
          <p:cNvSpPr/>
          <p:nvPr/>
        </p:nvSpPr>
        <p:spPr bwMode="auto">
          <a:xfrm rot="10800000">
            <a:off x="1349375" y="2898775"/>
            <a:ext cx="1571625" cy="1357313"/>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13" name="object 19">
            <a:extLst>
              <a:ext uri="{FF2B5EF4-FFF2-40B4-BE49-F238E27FC236}">
                <a16:creationId xmlns:a16="http://schemas.microsoft.com/office/drawing/2014/main" id="{655431EC-0B5E-9264-7F32-35108E053560}"/>
              </a:ext>
            </a:extLst>
          </p:cNvPr>
          <p:cNvSpPr/>
          <p:nvPr/>
        </p:nvSpPr>
        <p:spPr bwMode="auto">
          <a:xfrm rot="6299088" flipV="1">
            <a:off x="1273175" y="4219575"/>
            <a:ext cx="114300"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14" name="object 61">
            <a:extLst>
              <a:ext uri="{FF2B5EF4-FFF2-40B4-BE49-F238E27FC236}">
                <a16:creationId xmlns:a16="http://schemas.microsoft.com/office/drawing/2014/main" id="{148A51AA-C7B2-AB04-9E82-323CE3E377D6}"/>
              </a:ext>
            </a:extLst>
          </p:cNvPr>
          <p:cNvSpPr txBox="1"/>
          <p:nvPr/>
        </p:nvSpPr>
        <p:spPr>
          <a:xfrm rot="19200000">
            <a:off x="1749425" y="34988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15" name="object 18">
            <a:extLst>
              <a:ext uri="{FF2B5EF4-FFF2-40B4-BE49-F238E27FC236}">
                <a16:creationId xmlns:a16="http://schemas.microsoft.com/office/drawing/2014/main" id="{4D931627-D216-6C4A-CA6C-3F1DAEBFCE1B}"/>
              </a:ext>
            </a:extLst>
          </p:cNvPr>
          <p:cNvSpPr/>
          <p:nvPr/>
        </p:nvSpPr>
        <p:spPr bwMode="auto">
          <a:xfrm rot="15194489">
            <a:off x="3444081" y="3123407"/>
            <a:ext cx="1673225" cy="146526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16" name="object 19">
            <a:extLst>
              <a:ext uri="{FF2B5EF4-FFF2-40B4-BE49-F238E27FC236}">
                <a16:creationId xmlns:a16="http://schemas.microsoft.com/office/drawing/2014/main" id="{A921B41F-BBC9-D7E1-C351-F6B562DD0956}"/>
              </a:ext>
            </a:extLst>
          </p:cNvPr>
          <p:cNvSpPr/>
          <p:nvPr/>
        </p:nvSpPr>
        <p:spPr bwMode="auto">
          <a:xfrm rot="9923926" flipV="1">
            <a:off x="3313113" y="3222625"/>
            <a:ext cx="128587" cy="1016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17" name="object 63">
            <a:extLst>
              <a:ext uri="{FF2B5EF4-FFF2-40B4-BE49-F238E27FC236}">
                <a16:creationId xmlns:a16="http://schemas.microsoft.com/office/drawing/2014/main" id="{17FD01AB-17CE-1288-48EE-8D4170298DDF}"/>
              </a:ext>
            </a:extLst>
          </p:cNvPr>
          <p:cNvSpPr txBox="1"/>
          <p:nvPr/>
        </p:nvSpPr>
        <p:spPr>
          <a:xfrm rot="1920000">
            <a:off x="3916363" y="3851275"/>
            <a:ext cx="512762" cy="141288"/>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118" name="object 61">
            <a:extLst>
              <a:ext uri="{FF2B5EF4-FFF2-40B4-BE49-F238E27FC236}">
                <a16:creationId xmlns:a16="http://schemas.microsoft.com/office/drawing/2014/main" id="{D6B13314-83D3-09D5-AB12-DB4548E6F339}"/>
              </a:ext>
            </a:extLst>
          </p:cNvPr>
          <p:cNvSpPr txBox="1"/>
          <p:nvPr/>
        </p:nvSpPr>
        <p:spPr>
          <a:xfrm>
            <a:off x="6099175" y="4689475"/>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19" name="object 18">
            <a:extLst>
              <a:ext uri="{FF2B5EF4-FFF2-40B4-BE49-F238E27FC236}">
                <a16:creationId xmlns:a16="http://schemas.microsoft.com/office/drawing/2014/main" id="{C72F72FC-6EEC-A092-8D1E-B3E443609F8E}"/>
              </a:ext>
            </a:extLst>
          </p:cNvPr>
          <p:cNvSpPr/>
          <p:nvPr/>
        </p:nvSpPr>
        <p:spPr bwMode="auto">
          <a:xfrm rot="13245356">
            <a:off x="5859463" y="4283075"/>
            <a:ext cx="877887" cy="75088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0" name="object 19">
            <a:extLst>
              <a:ext uri="{FF2B5EF4-FFF2-40B4-BE49-F238E27FC236}">
                <a16:creationId xmlns:a16="http://schemas.microsoft.com/office/drawing/2014/main" id="{159C8B74-1839-3C43-C3F2-AB166A3ADADC}"/>
              </a:ext>
            </a:extLst>
          </p:cNvPr>
          <p:cNvSpPr/>
          <p:nvPr/>
        </p:nvSpPr>
        <p:spPr bwMode="auto">
          <a:xfrm rot="13301543">
            <a:off x="5619750" y="4595813"/>
            <a:ext cx="117475" cy="128587"/>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1" name="object 18">
            <a:extLst>
              <a:ext uri="{FF2B5EF4-FFF2-40B4-BE49-F238E27FC236}">
                <a16:creationId xmlns:a16="http://schemas.microsoft.com/office/drawing/2014/main" id="{E7EA761B-DF98-427B-16D7-E98C22C7C0B0}"/>
              </a:ext>
            </a:extLst>
          </p:cNvPr>
          <p:cNvSpPr/>
          <p:nvPr/>
        </p:nvSpPr>
        <p:spPr bwMode="auto">
          <a:xfrm rot="15194489">
            <a:off x="1267619" y="4876006"/>
            <a:ext cx="1773238" cy="1120775"/>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2" name="object 19">
            <a:extLst>
              <a:ext uri="{FF2B5EF4-FFF2-40B4-BE49-F238E27FC236}">
                <a16:creationId xmlns:a16="http://schemas.microsoft.com/office/drawing/2014/main" id="{0CD9B8C6-986E-F139-7BA1-7805633D19C9}"/>
              </a:ext>
            </a:extLst>
          </p:cNvPr>
          <p:cNvSpPr/>
          <p:nvPr/>
        </p:nvSpPr>
        <p:spPr bwMode="auto">
          <a:xfrm rot="9923926" flipV="1">
            <a:off x="1338263" y="4710113"/>
            <a:ext cx="98425" cy="106362"/>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3" name="object 63">
            <a:extLst>
              <a:ext uri="{FF2B5EF4-FFF2-40B4-BE49-F238E27FC236}">
                <a16:creationId xmlns:a16="http://schemas.microsoft.com/office/drawing/2014/main" id="{27B1D0FB-4583-755B-7543-EE4E41EE0F03}"/>
              </a:ext>
            </a:extLst>
          </p:cNvPr>
          <p:cNvSpPr txBox="1"/>
          <p:nvPr/>
        </p:nvSpPr>
        <p:spPr>
          <a:xfrm rot="1920000">
            <a:off x="1592263" y="5443538"/>
            <a:ext cx="512762" cy="141287"/>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124" name="object 61">
            <a:extLst>
              <a:ext uri="{FF2B5EF4-FFF2-40B4-BE49-F238E27FC236}">
                <a16:creationId xmlns:a16="http://schemas.microsoft.com/office/drawing/2014/main" id="{130EDE7A-667B-4DC4-46A7-FE2B543CC7CC}"/>
              </a:ext>
            </a:extLst>
          </p:cNvPr>
          <p:cNvSpPr txBox="1"/>
          <p:nvPr/>
        </p:nvSpPr>
        <p:spPr>
          <a:xfrm>
            <a:off x="4111625" y="6300788"/>
            <a:ext cx="512763" cy="141287"/>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25" name="object 18">
            <a:extLst>
              <a:ext uri="{FF2B5EF4-FFF2-40B4-BE49-F238E27FC236}">
                <a16:creationId xmlns:a16="http://schemas.microsoft.com/office/drawing/2014/main" id="{3A11A3E2-7068-CE19-B3E4-F9A9734821C7}"/>
              </a:ext>
            </a:extLst>
          </p:cNvPr>
          <p:cNvSpPr/>
          <p:nvPr/>
        </p:nvSpPr>
        <p:spPr bwMode="auto">
          <a:xfrm rot="13245356">
            <a:off x="3903663" y="5808663"/>
            <a:ext cx="1155700" cy="95091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6" name="object 19">
            <a:extLst>
              <a:ext uri="{FF2B5EF4-FFF2-40B4-BE49-F238E27FC236}">
                <a16:creationId xmlns:a16="http://schemas.microsoft.com/office/drawing/2014/main" id="{AD6CC941-4597-3474-BF7E-7683CED5D891}"/>
              </a:ext>
            </a:extLst>
          </p:cNvPr>
          <p:cNvSpPr/>
          <p:nvPr/>
        </p:nvSpPr>
        <p:spPr bwMode="auto">
          <a:xfrm rot="13301543">
            <a:off x="3632200" y="6208713"/>
            <a:ext cx="117475" cy="1270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7" name="object 18">
            <a:extLst>
              <a:ext uri="{FF2B5EF4-FFF2-40B4-BE49-F238E27FC236}">
                <a16:creationId xmlns:a16="http://schemas.microsoft.com/office/drawing/2014/main" id="{0CD7F624-E751-E8EA-2A28-D88ED11B246B}"/>
              </a:ext>
            </a:extLst>
          </p:cNvPr>
          <p:cNvSpPr/>
          <p:nvPr/>
        </p:nvSpPr>
        <p:spPr bwMode="auto">
          <a:xfrm rot="10800000">
            <a:off x="5800725" y="4808538"/>
            <a:ext cx="1360488" cy="1246187"/>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8" name="object 19">
            <a:extLst>
              <a:ext uri="{FF2B5EF4-FFF2-40B4-BE49-F238E27FC236}">
                <a16:creationId xmlns:a16="http://schemas.microsoft.com/office/drawing/2014/main" id="{B1AECCB3-3E73-7F43-13E4-895CA3D27FA8}"/>
              </a:ext>
            </a:extLst>
          </p:cNvPr>
          <p:cNvSpPr/>
          <p:nvPr/>
        </p:nvSpPr>
        <p:spPr bwMode="auto">
          <a:xfrm rot="6299088" flipV="1">
            <a:off x="5725319" y="6017419"/>
            <a:ext cx="112712"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9" name="object 61">
            <a:extLst>
              <a:ext uri="{FF2B5EF4-FFF2-40B4-BE49-F238E27FC236}">
                <a16:creationId xmlns:a16="http://schemas.microsoft.com/office/drawing/2014/main" id="{329E312E-163E-4714-828E-D9D5CCD0114B}"/>
              </a:ext>
            </a:extLst>
          </p:cNvPr>
          <p:cNvSpPr txBox="1"/>
          <p:nvPr/>
        </p:nvSpPr>
        <p:spPr>
          <a:xfrm rot="19200000">
            <a:off x="6427788" y="5381625"/>
            <a:ext cx="525462"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17826" name="object 95">
            <a:extLst>
              <a:ext uri="{FF2B5EF4-FFF2-40B4-BE49-F238E27FC236}">
                <a16:creationId xmlns:a16="http://schemas.microsoft.com/office/drawing/2014/main" id="{D11C5D75-3891-814D-3CF2-6141FC6F9930}"/>
              </a:ext>
            </a:extLst>
          </p:cNvPr>
          <p:cNvSpPr txBox="1">
            <a:spLocks noChangeArrowheads="1"/>
          </p:cNvSpPr>
          <p:nvPr/>
        </p:nvSpPr>
        <p:spPr bwMode="auto">
          <a:xfrm>
            <a:off x="690563" y="1084263"/>
            <a:ext cx="75565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50813">
              <a:tabLst>
                <a:tab pos="2046288" algn="l"/>
              </a:tabLst>
              <a:defRPr sz="3000">
                <a:solidFill>
                  <a:srgbClr val="000066"/>
                </a:solidFill>
                <a:latin typeface="Arial" panose="020B0604020202020204" pitchFamily="34" charset="0"/>
                <a:ea typeface="楷体_GB2312" pitchFamily="49" charset="-122"/>
              </a:defRPr>
            </a:lvl1pPr>
            <a:lvl2pPr marL="742950" indent="-285750">
              <a:tabLst>
                <a:tab pos="2046288" algn="l"/>
              </a:tabLst>
              <a:defRPr sz="3000">
                <a:solidFill>
                  <a:srgbClr val="000066"/>
                </a:solidFill>
                <a:latin typeface="Arial" panose="020B0604020202020204" pitchFamily="34" charset="0"/>
                <a:ea typeface="楷体_GB2312" pitchFamily="49" charset="-122"/>
              </a:defRPr>
            </a:lvl2pPr>
            <a:lvl3pPr marL="1143000" indent="-228600">
              <a:tabLst>
                <a:tab pos="2046288" algn="l"/>
              </a:tabLst>
              <a:defRPr sz="3000">
                <a:solidFill>
                  <a:srgbClr val="000066"/>
                </a:solidFill>
                <a:latin typeface="Arial" panose="020B0604020202020204" pitchFamily="34" charset="0"/>
                <a:ea typeface="楷体_GB2312" pitchFamily="49" charset="-122"/>
              </a:defRPr>
            </a:lvl3pPr>
            <a:lvl4pPr marL="1600200" indent="-228600">
              <a:tabLst>
                <a:tab pos="2046288" algn="l"/>
              </a:tabLst>
              <a:defRPr sz="3000">
                <a:solidFill>
                  <a:srgbClr val="000066"/>
                </a:solidFill>
                <a:latin typeface="Arial" panose="020B0604020202020204" pitchFamily="34" charset="0"/>
                <a:ea typeface="楷体_GB2312" pitchFamily="49" charset="-122"/>
              </a:defRPr>
            </a:lvl4pPr>
            <a:lvl5pPr marL="2057400" indent="-228600">
              <a:tabLst>
                <a:tab pos="2046288"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2000">
                <a:solidFill>
                  <a:schemeClr val="tx1"/>
                </a:solidFill>
                <a:latin typeface="+mj-ea"/>
                <a:ea typeface="+mj-ea"/>
              </a:rPr>
              <a:t>可增广路径：在残流网络中找到一条从</a:t>
            </a:r>
            <a:r>
              <a:rPr lang="zh-CN" altLang="zh-CN" sz="2000" i="1">
                <a:solidFill>
                  <a:schemeClr val="tx1"/>
                </a:solidFill>
                <a:latin typeface="+mj-ea"/>
                <a:ea typeface="+mj-ea"/>
                <a:cs typeface="Times New Roman" panose="02020603050405020304" pitchFamily="18" charset="0"/>
              </a:rPr>
              <a:t>s</a:t>
            </a:r>
            <a:r>
              <a:rPr lang="zh-CN" altLang="en-US" sz="2000">
                <a:solidFill>
                  <a:schemeClr val="tx1"/>
                </a:solidFill>
                <a:latin typeface="+mj-ea"/>
                <a:ea typeface="+mj-ea"/>
                <a:cs typeface="Times New Roman" panose="02020603050405020304" pitchFamily="18" charset="0"/>
              </a:rPr>
              <a:t>到</a:t>
            </a:r>
            <a:r>
              <a:rPr lang="zh-CN" altLang="zh-CN" sz="2000" i="1">
                <a:solidFill>
                  <a:schemeClr val="tx1"/>
                </a:solidFill>
                <a:latin typeface="+mj-ea"/>
                <a:ea typeface="+mj-ea"/>
                <a:cs typeface="Times New Roman" panose="02020603050405020304" pitchFamily="18" charset="0"/>
              </a:rPr>
              <a:t>t</a:t>
            </a:r>
            <a:r>
              <a:rPr lang="zh-CN" altLang="en-US" sz="2000">
                <a:solidFill>
                  <a:schemeClr val="tx1"/>
                </a:solidFill>
                <a:latin typeface="+mj-ea"/>
                <a:ea typeface="+mj-ea"/>
                <a:cs typeface="Times New Roman" panose="02020603050405020304" pitchFamily="18" charset="0"/>
              </a:rPr>
              <a:t>的</a:t>
            </a:r>
            <a:r>
              <a:rPr lang="zh-CN" altLang="en-US" sz="2000">
                <a:solidFill>
                  <a:schemeClr val="tx1"/>
                </a:solidFill>
                <a:latin typeface="+mj-ea"/>
                <a:ea typeface="+mj-ea"/>
              </a:rPr>
              <a:t>可增广路径，满足：增广路径上的每条边的剩余容量大于</a:t>
            </a:r>
            <a:r>
              <a:rPr lang="en-US" altLang="zh-CN" sz="2000">
                <a:solidFill>
                  <a:schemeClr val="tx1"/>
                </a:solidFill>
                <a:latin typeface="+mj-ea"/>
                <a:ea typeface="+mj-ea"/>
              </a:rPr>
              <a:t>0</a:t>
            </a:r>
            <a:endParaRPr lang="zh-CN" altLang="zh-CN" sz="2000">
              <a:solidFill>
                <a:schemeClr val="tx1"/>
              </a:solidFill>
              <a:latin typeface="+mj-ea"/>
              <a:ea typeface="+mj-ea"/>
              <a:cs typeface="Tahoma" panose="020B060403050404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object 4">
            <a:extLst>
              <a:ext uri="{FF2B5EF4-FFF2-40B4-BE49-F238E27FC236}">
                <a16:creationId xmlns:a16="http://schemas.microsoft.com/office/drawing/2014/main" id="{59EFBB8F-AE38-ACB5-2C42-9C3390581132}"/>
              </a:ext>
            </a:extLst>
          </p:cNvPr>
          <p:cNvGrpSpPr>
            <a:grpSpLocks/>
          </p:cNvGrpSpPr>
          <p:nvPr/>
        </p:nvGrpSpPr>
        <p:grpSpPr bwMode="auto">
          <a:xfrm>
            <a:off x="1341438" y="2905125"/>
            <a:ext cx="5756275" cy="3225800"/>
            <a:chOff x="1368055" y="3293069"/>
            <a:chExt cx="6523990" cy="3655060"/>
          </a:xfrm>
        </p:grpSpPr>
        <p:sp>
          <p:nvSpPr>
            <p:cNvPr id="5" name="object 5">
              <a:extLst>
                <a:ext uri="{FF2B5EF4-FFF2-40B4-BE49-F238E27FC236}">
                  <a16:creationId xmlns:a16="http://schemas.microsoft.com/office/drawing/2014/main" id="{C42E5CD2-C97D-0574-A12F-8D1AEAA4150F}"/>
                </a:ext>
              </a:extLst>
            </p:cNvPr>
            <p:cNvSpPr/>
            <p:nvPr/>
          </p:nvSpPr>
          <p:spPr>
            <a:xfrm>
              <a:off x="3591897" y="5278889"/>
              <a:ext cx="2401965" cy="1555919"/>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6" name="object 6">
              <a:extLst>
                <a:ext uri="{FF2B5EF4-FFF2-40B4-BE49-F238E27FC236}">
                  <a16:creationId xmlns:a16="http://schemas.microsoft.com/office/drawing/2014/main" id="{955F27CF-2E3F-8CD9-DCFC-E0F6BA7CD4D8}"/>
                </a:ext>
              </a:extLst>
            </p:cNvPr>
            <p:cNvSpPr/>
            <p:nvPr/>
          </p:nvSpPr>
          <p:spPr>
            <a:xfrm>
              <a:off x="3543318" y="5246512"/>
              <a:ext cx="102556" cy="88139"/>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7" name="object 7">
              <a:extLst>
                <a:ext uri="{FF2B5EF4-FFF2-40B4-BE49-F238E27FC236}">
                  <a16:creationId xmlns:a16="http://schemas.microsoft.com/office/drawing/2014/main" id="{1FA637B7-2B39-B4E6-9CCF-3EB326A41C32}"/>
                </a:ext>
              </a:extLst>
            </p:cNvPr>
            <p:cNvSpPr/>
            <p:nvPr/>
          </p:nvSpPr>
          <p:spPr>
            <a:xfrm>
              <a:off x="5686195" y="6901362"/>
              <a:ext cx="97158" cy="0"/>
            </a:xfrm>
            <a:custGeom>
              <a:avLst/>
              <a:gdLst/>
              <a:ahLst/>
              <a:cxnLst/>
              <a:rect l="l" t="t" r="r" b="b"/>
              <a:pathLst>
                <a:path w="97154">
                  <a:moveTo>
                    <a:pt x="0" y="0"/>
                  </a:moveTo>
                  <a:lnTo>
                    <a:pt x="96832" y="0"/>
                  </a:lnTo>
                </a:path>
              </a:pathLst>
            </a:custGeom>
            <a:ln w="19074">
              <a:solidFill>
                <a:srgbClr val="BABABA"/>
              </a:solidFill>
            </a:ln>
          </p:spPr>
          <p:txBody>
            <a:bodyPr lIns="0" tIns="0" rIns="0" bIns="0"/>
            <a:lstStyle/>
            <a:p>
              <a:pPr>
                <a:defRPr/>
              </a:pPr>
              <a:endParaRPr sz="2647"/>
            </a:p>
          </p:txBody>
        </p:sp>
        <p:sp>
          <p:nvSpPr>
            <p:cNvPr id="8" name="object 8">
              <a:extLst>
                <a:ext uri="{FF2B5EF4-FFF2-40B4-BE49-F238E27FC236}">
                  <a16:creationId xmlns:a16="http://schemas.microsoft.com/office/drawing/2014/main" id="{68C9A6AD-158A-C720-2EB7-9E7504189888}"/>
                </a:ext>
              </a:extLst>
            </p:cNvPr>
            <p:cNvSpPr/>
            <p:nvPr/>
          </p:nvSpPr>
          <p:spPr>
            <a:xfrm>
              <a:off x="5750967" y="6856393"/>
              <a:ext cx="91760" cy="91736"/>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9" name="object 9">
              <a:extLst>
                <a:ext uri="{FF2B5EF4-FFF2-40B4-BE49-F238E27FC236}">
                  <a16:creationId xmlns:a16="http://schemas.microsoft.com/office/drawing/2014/main" id="{575205AE-5517-8779-C4BB-0C80386F1D12}"/>
                </a:ext>
              </a:extLst>
            </p:cNvPr>
            <p:cNvSpPr/>
            <p:nvPr/>
          </p:nvSpPr>
          <p:spPr>
            <a:xfrm>
              <a:off x="6094619" y="5266298"/>
              <a:ext cx="1752445" cy="1530736"/>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10" name="object 10">
              <a:extLst>
                <a:ext uri="{FF2B5EF4-FFF2-40B4-BE49-F238E27FC236}">
                  <a16:creationId xmlns:a16="http://schemas.microsoft.com/office/drawing/2014/main" id="{FBB3F3F8-0C25-00AE-047D-D2B11B0C98CC}"/>
                </a:ext>
              </a:extLst>
            </p:cNvPr>
            <p:cNvSpPr/>
            <p:nvPr/>
          </p:nvSpPr>
          <p:spPr>
            <a:xfrm>
              <a:off x="7793087" y="5228524"/>
              <a:ext cx="98958" cy="95334"/>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1" name="object 11">
              <a:extLst>
                <a:ext uri="{FF2B5EF4-FFF2-40B4-BE49-F238E27FC236}">
                  <a16:creationId xmlns:a16="http://schemas.microsoft.com/office/drawing/2014/main" id="{A7A7AFD0-2CE1-35A7-E7AB-55D30BE29969}"/>
                </a:ext>
              </a:extLst>
            </p:cNvPr>
            <p:cNvSpPr/>
            <p:nvPr/>
          </p:nvSpPr>
          <p:spPr>
            <a:xfrm>
              <a:off x="6044240" y="5176361"/>
              <a:ext cx="0" cy="1460585"/>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6859" name="object 12">
              <a:extLst>
                <a:ext uri="{FF2B5EF4-FFF2-40B4-BE49-F238E27FC236}">
                  <a16:creationId xmlns:a16="http://schemas.microsoft.com/office/drawing/2014/main" id="{853ECC49-BC10-E4CB-74E3-F02149C69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bject 13">
              <a:extLst>
                <a:ext uri="{FF2B5EF4-FFF2-40B4-BE49-F238E27FC236}">
                  <a16:creationId xmlns:a16="http://schemas.microsoft.com/office/drawing/2014/main" id="{E0703387-913A-3595-04C2-362E446CFBD7}"/>
                </a:ext>
              </a:extLst>
            </p:cNvPr>
            <p:cNvSpPr/>
            <p:nvPr/>
          </p:nvSpPr>
          <p:spPr>
            <a:xfrm>
              <a:off x="3431766" y="3383007"/>
              <a:ext cx="2407363" cy="1536133"/>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4" name="object 14">
              <a:extLst>
                <a:ext uri="{FF2B5EF4-FFF2-40B4-BE49-F238E27FC236}">
                  <a16:creationId xmlns:a16="http://schemas.microsoft.com/office/drawing/2014/main" id="{C7363B20-BFA2-8DBC-BF93-C4C8EF93D0F7}"/>
                </a:ext>
              </a:extLst>
            </p:cNvPr>
            <p:cNvSpPr/>
            <p:nvPr/>
          </p:nvSpPr>
          <p:spPr>
            <a:xfrm>
              <a:off x="5786952" y="4863378"/>
              <a:ext cx="102555" cy="88138"/>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5" name="object 15">
              <a:extLst>
                <a:ext uri="{FF2B5EF4-FFF2-40B4-BE49-F238E27FC236}">
                  <a16:creationId xmlns:a16="http://schemas.microsoft.com/office/drawing/2014/main" id="{6F4CA70F-6853-8A33-1F87-DB9952072A88}"/>
                </a:ext>
              </a:extLst>
            </p:cNvPr>
            <p:cNvSpPr/>
            <p:nvPr/>
          </p:nvSpPr>
          <p:spPr>
            <a:xfrm>
              <a:off x="3458754" y="3368617"/>
              <a:ext cx="2324599" cy="19787"/>
            </a:xfrm>
            <a:custGeom>
              <a:avLst/>
              <a:gdLst/>
              <a:ahLst/>
              <a:cxnLst/>
              <a:rect l="l" t="t" r="r" b="b"/>
              <a:pathLst>
                <a:path w="2324100" h="19685">
                  <a:moveTo>
                    <a:pt x="0" y="0"/>
                  </a:moveTo>
                  <a:lnTo>
                    <a:pt x="0" y="19074"/>
                  </a:lnTo>
                </a:path>
                <a:path w="2324100" h="19685">
                  <a:moveTo>
                    <a:pt x="2255314" y="9537"/>
                  </a:moveTo>
                  <a:lnTo>
                    <a:pt x="2323535" y="9537"/>
                  </a:lnTo>
                </a:path>
              </a:pathLst>
            </a:custGeom>
            <a:ln w="15708">
              <a:solidFill>
                <a:srgbClr val="BABABA"/>
              </a:solidFill>
            </a:ln>
          </p:spPr>
          <p:txBody>
            <a:bodyPr lIns="0" tIns="0" rIns="0" bIns="0"/>
            <a:lstStyle/>
            <a:p>
              <a:pPr>
                <a:defRPr/>
              </a:pPr>
              <a:endParaRPr sz="2647"/>
            </a:p>
          </p:txBody>
        </p:sp>
        <p:sp>
          <p:nvSpPr>
            <p:cNvPr id="16" name="object 16">
              <a:extLst>
                <a:ext uri="{FF2B5EF4-FFF2-40B4-BE49-F238E27FC236}">
                  <a16:creationId xmlns:a16="http://schemas.microsoft.com/office/drawing/2014/main" id="{E5120236-FF93-A4B0-73AF-720D12103BFC}"/>
                </a:ext>
              </a:extLst>
            </p:cNvPr>
            <p:cNvSpPr/>
            <p:nvPr/>
          </p:nvSpPr>
          <p:spPr>
            <a:xfrm>
              <a:off x="5749167" y="3332642"/>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7" name="object 17">
              <a:extLst>
                <a:ext uri="{FF2B5EF4-FFF2-40B4-BE49-F238E27FC236}">
                  <a16:creationId xmlns:a16="http://schemas.microsoft.com/office/drawing/2014/main" id="{E2780872-764F-90CA-FFD8-365BD3F2422D}"/>
                </a:ext>
              </a:extLst>
            </p:cNvPr>
            <p:cNvSpPr/>
            <p:nvPr/>
          </p:nvSpPr>
          <p:spPr>
            <a:xfrm>
              <a:off x="3420970" y="3357824"/>
              <a:ext cx="0" cy="1453390"/>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6865" name="object 18">
              <a:extLst>
                <a:ext uri="{FF2B5EF4-FFF2-40B4-BE49-F238E27FC236}">
                  <a16:creationId xmlns:a16="http://schemas.microsoft.com/office/drawing/2014/main" id="{2F7FAF62-9C2B-2D4D-5239-163E3A276C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object 19">
              <a:extLst>
                <a:ext uri="{FF2B5EF4-FFF2-40B4-BE49-F238E27FC236}">
                  <a16:creationId xmlns:a16="http://schemas.microsoft.com/office/drawing/2014/main" id="{F2173E04-5348-7E4E-5940-82FE97A61454}"/>
                </a:ext>
              </a:extLst>
            </p:cNvPr>
            <p:cNvSpPr/>
            <p:nvPr/>
          </p:nvSpPr>
          <p:spPr>
            <a:xfrm>
              <a:off x="1411236" y="3539498"/>
              <a:ext cx="1781233" cy="1539730"/>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20" name="object 20">
              <a:extLst>
                <a:ext uri="{FF2B5EF4-FFF2-40B4-BE49-F238E27FC236}">
                  <a16:creationId xmlns:a16="http://schemas.microsoft.com/office/drawing/2014/main" id="{B5673ECA-0213-94A7-187C-77ECEDFA916E}"/>
                </a:ext>
              </a:extLst>
            </p:cNvPr>
            <p:cNvSpPr/>
            <p:nvPr/>
          </p:nvSpPr>
          <p:spPr>
            <a:xfrm>
              <a:off x="3138492" y="3501724"/>
              <a:ext cx="98957" cy="95334"/>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1" name="object 21">
              <a:extLst>
                <a:ext uri="{FF2B5EF4-FFF2-40B4-BE49-F238E27FC236}">
                  <a16:creationId xmlns:a16="http://schemas.microsoft.com/office/drawing/2014/main" id="{AA6ED9D4-ED9D-7915-511C-515D6966890C}"/>
                </a:ext>
              </a:extLst>
            </p:cNvPr>
            <p:cNvSpPr/>
            <p:nvPr/>
          </p:nvSpPr>
          <p:spPr>
            <a:xfrm>
              <a:off x="1458016" y="5176361"/>
              <a:ext cx="1754244" cy="1563113"/>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2" name="object 22">
              <a:extLst>
                <a:ext uri="{FF2B5EF4-FFF2-40B4-BE49-F238E27FC236}">
                  <a16:creationId xmlns:a16="http://schemas.microsoft.com/office/drawing/2014/main" id="{D66C7403-FFE2-1646-B307-8BF7A9FA28DD}"/>
                </a:ext>
              </a:extLst>
            </p:cNvPr>
            <p:cNvSpPr/>
            <p:nvPr/>
          </p:nvSpPr>
          <p:spPr>
            <a:xfrm>
              <a:off x="3158283" y="6681914"/>
              <a:ext cx="98958" cy="95334"/>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3" name="object 23">
              <a:extLst>
                <a:ext uri="{FF2B5EF4-FFF2-40B4-BE49-F238E27FC236}">
                  <a16:creationId xmlns:a16="http://schemas.microsoft.com/office/drawing/2014/main" id="{68D4AF93-6BC2-7347-314D-B1BF6ACEAAD1}"/>
                </a:ext>
              </a:extLst>
            </p:cNvPr>
            <p:cNvSpPr/>
            <p:nvPr/>
          </p:nvSpPr>
          <p:spPr>
            <a:xfrm>
              <a:off x="1377051" y="5117002"/>
              <a:ext cx="1783033"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4" name="object 24">
              <a:extLst>
                <a:ext uri="{FF2B5EF4-FFF2-40B4-BE49-F238E27FC236}">
                  <a16:creationId xmlns:a16="http://schemas.microsoft.com/office/drawing/2014/main" id="{E873D391-EA29-E617-21FC-443BC7B8DAFB}"/>
                </a:ext>
              </a:extLst>
            </p:cNvPr>
            <p:cNvSpPr/>
            <p:nvPr/>
          </p:nvSpPr>
          <p:spPr>
            <a:xfrm>
              <a:off x="3127697" y="5070234"/>
              <a:ext cx="91760" cy="91737"/>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5" name="object 25">
              <a:extLst>
                <a:ext uri="{FF2B5EF4-FFF2-40B4-BE49-F238E27FC236}">
                  <a16:creationId xmlns:a16="http://schemas.microsoft.com/office/drawing/2014/main" id="{4534FA14-02EB-C9EB-9E17-20A2977EE10C}"/>
                </a:ext>
              </a:extLst>
            </p:cNvPr>
            <p:cNvSpPr/>
            <p:nvPr/>
          </p:nvSpPr>
          <p:spPr>
            <a:xfrm>
              <a:off x="3161882" y="4053941"/>
              <a:ext cx="514578" cy="239233"/>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6" name="object 26">
              <a:extLst>
                <a:ext uri="{FF2B5EF4-FFF2-40B4-BE49-F238E27FC236}">
                  <a16:creationId xmlns:a16="http://schemas.microsoft.com/office/drawing/2014/main" id="{C2DF52CC-5C43-30FC-A26C-9ACC78A0E09E}"/>
                </a:ext>
              </a:extLst>
            </p:cNvPr>
            <p:cNvSpPr/>
            <p:nvPr/>
          </p:nvSpPr>
          <p:spPr>
            <a:xfrm>
              <a:off x="3420970" y="6086528"/>
              <a:ext cx="0" cy="541423"/>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6874" name="object 27">
              <a:extLst>
                <a:ext uri="{FF2B5EF4-FFF2-40B4-BE49-F238E27FC236}">
                  <a16:creationId xmlns:a16="http://schemas.microsoft.com/office/drawing/2014/main" id="{97C90E70-3BF5-5347-54FB-5B7109C6E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object 28">
              <a:extLst>
                <a:ext uri="{FF2B5EF4-FFF2-40B4-BE49-F238E27FC236}">
                  <a16:creationId xmlns:a16="http://schemas.microsoft.com/office/drawing/2014/main" id="{83BD0DEE-4EBE-0C18-93D1-56A4217FE958}"/>
                </a:ext>
              </a:extLst>
            </p:cNvPr>
            <p:cNvSpPr/>
            <p:nvPr/>
          </p:nvSpPr>
          <p:spPr>
            <a:xfrm>
              <a:off x="3420970" y="5196147"/>
              <a:ext cx="0" cy="652947"/>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9" name="object 29">
              <a:extLst>
                <a:ext uri="{FF2B5EF4-FFF2-40B4-BE49-F238E27FC236}">
                  <a16:creationId xmlns:a16="http://schemas.microsoft.com/office/drawing/2014/main" id="{1C7E1F8A-A21D-B698-0FEE-29375C1710A6}"/>
                </a:ext>
              </a:extLst>
            </p:cNvPr>
            <p:cNvSpPr/>
            <p:nvPr/>
          </p:nvSpPr>
          <p:spPr>
            <a:xfrm>
              <a:off x="5986665" y="3302063"/>
              <a:ext cx="1851403" cy="159189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30" name="object 30">
              <a:extLst>
                <a:ext uri="{FF2B5EF4-FFF2-40B4-BE49-F238E27FC236}">
                  <a16:creationId xmlns:a16="http://schemas.microsoft.com/office/drawing/2014/main" id="{C2ACE43F-C415-CE27-720F-B44A0683FDC6}"/>
                </a:ext>
              </a:extLst>
            </p:cNvPr>
            <p:cNvSpPr/>
            <p:nvPr/>
          </p:nvSpPr>
          <p:spPr>
            <a:xfrm>
              <a:off x="7782292" y="4838196"/>
              <a:ext cx="100757" cy="93535"/>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1" name="object 31">
              <a:extLst>
                <a:ext uri="{FF2B5EF4-FFF2-40B4-BE49-F238E27FC236}">
                  <a16:creationId xmlns:a16="http://schemas.microsoft.com/office/drawing/2014/main" id="{0BC45CC1-504A-A480-5291-C887DABFA873}"/>
                </a:ext>
              </a:extLst>
            </p:cNvPr>
            <p:cNvSpPr/>
            <p:nvPr/>
          </p:nvSpPr>
          <p:spPr>
            <a:xfrm>
              <a:off x="6044240" y="3548492"/>
              <a:ext cx="0" cy="1273515"/>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6879" name="object 32">
              <a:extLst>
                <a:ext uri="{FF2B5EF4-FFF2-40B4-BE49-F238E27FC236}">
                  <a16:creationId xmlns:a16="http://schemas.microsoft.com/office/drawing/2014/main" id="{E2002DE0-AC81-119D-BBDD-29012141B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object 33">
              <a:extLst>
                <a:ext uri="{FF2B5EF4-FFF2-40B4-BE49-F238E27FC236}">
                  <a16:creationId xmlns:a16="http://schemas.microsoft.com/office/drawing/2014/main" id="{A2826360-A652-2812-E127-CD7C74D23643}"/>
                </a:ext>
              </a:extLst>
            </p:cNvPr>
            <p:cNvSpPr/>
            <p:nvPr/>
          </p:nvSpPr>
          <p:spPr>
            <a:xfrm>
              <a:off x="3357998" y="5117002"/>
              <a:ext cx="2425355" cy="0"/>
            </a:xfrm>
            <a:custGeom>
              <a:avLst/>
              <a:gdLst/>
              <a:ahLst/>
              <a:cxnLst/>
              <a:rect l="l" t="t" r="r" b="b"/>
              <a:pathLst>
                <a:path w="2424429">
                  <a:moveTo>
                    <a:pt x="0" y="0"/>
                  </a:moveTo>
                  <a:lnTo>
                    <a:pt x="22401" y="0"/>
                  </a:lnTo>
                </a:path>
                <a:path w="2424429">
                  <a:moveTo>
                    <a:pt x="2362391" y="0"/>
                  </a:moveTo>
                  <a:lnTo>
                    <a:pt x="2423919" y="0"/>
                  </a:lnTo>
                </a:path>
              </a:pathLst>
            </a:custGeom>
            <a:ln w="19076">
              <a:solidFill>
                <a:srgbClr val="BABABA"/>
              </a:solidFill>
            </a:ln>
          </p:spPr>
          <p:txBody>
            <a:bodyPr lIns="0" tIns="0" rIns="0" bIns="0"/>
            <a:lstStyle/>
            <a:p>
              <a:pPr>
                <a:defRPr/>
              </a:pPr>
              <a:endParaRPr sz="2647"/>
            </a:p>
          </p:txBody>
        </p:sp>
        <p:sp>
          <p:nvSpPr>
            <p:cNvPr id="34" name="object 34">
              <a:extLst>
                <a:ext uri="{FF2B5EF4-FFF2-40B4-BE49-F238E27FC236}">
                  <a16:creationId xmlns:a16="http://schemas.microsoft.com/office/drawing/2014/main" id="{FC2797D1-797A-6568-E015-52BB900C83AA}"/>
                </a:ext>
              </a:extLst>
            </p:cNvPr>
            <p:cNvSpPr/>
            <p:nvPr/>
          </p:nvSpPr>
          <p:spPr>
            <a:xfrm>
              <a:off x="5749167" y="5070234"/>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5" name="object 35">
              <a:extLst>
                <a:ext uri="{FF2B5EF4-FFF2-40B4-BE49-F238E27FC236}">
                  <a16:creationId xmlns:a16="http://schemas.microsoft.com/office/drawing/2014/main" id="{81820EE5-CD5B-F12B-F0F4-28A5A2E7049A}"/>
                </a:ext>
              </a:extLst>
            </p:cNvPr>
            <p:cNvSpPr/>
            <p:nvPr/>
          </p:nvSpPr>
          <p:spPr>
            <a:xfrm>
              <a:off x="6002859" y="5117002"/>
              <a:ext cx="1783031"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36" name="object 36">
              <a:extLst>
                <a:ext uri="{FF2B5EF4-FFF2-40B4-BE49-F238E27FC236}">
                  <a16:creationId xmlns:a16="http://schemas.microsoft.com/office/drawing/2014/main" id="{1C6FB493-AD8A-F45F-2810-57014E1E6DEA}"/>
                </a:ext>
              </a:extLst>
            </p:cNvPr>
            <p:cNvSpPr/>
            <p:nvPr/>
          </p:nvSpPr>
          <p:spPr>
            <a:xfrm>
              <a:off x="7753504" y="5070234"/>
              <a:ext cx="91761" cy="91737"/>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37" name="object 37">
            <a:extLst>
              <a:ext uri="{FF2B5EF4-FFF2-40B4-BE49-F238E27FC236}">
                <a16:creationId xmlns:a16="http://schemas.microsoft.com/office/drawing/2014/main" id="{44A40193-ACF4-D152-E2D0-4536F8739850}"/>
              </a:ext>
            </a:extLst>
          </p:cNvPr>
          <p:cNvSpPr txBox="1"/>
          <p:nvPr/>
        </p:nvSpPr>
        <p:spPr>
          <a:xfrm>
            <a:off x="2994025" y="3575050"/>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38" name="object 38">
            <a:extLst>
              <a:ext uri="{FF2B5EF4-FFF2-40B4-BE49-F238E27FC236}">
                <a16:creationId xmlns:a16="http://schemas.microsoft.com/office/drawing/2014/main" id="{0D73519F-EAD7-AFF2-F8C0-5E5DEA85E7B8}"/>
              </a:ext>
            </a:extLst>
          </p:cNvPr>
          <p:cNvSpPr/>
          <p:nvPr/>
        </p:nvSpPr>
        <p:spPr>
          <a:xfrm>
            <a:off x="2916238" y="5159375"/>
            <a:ext cx="452437"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9" name="object 39">
            <a:extLst>
              <a:ext uri="{FF2B5EF4-FFF2-40B4-BE49-F238E27FC236}">
                <a16:creationId xmlns:a16="http://schemas.microsoft.com/office/drawing/2014/main" id="{0FB50F0A-36F9-36EE-B04A-FF621B6B2304}"/>
              </a:ext>
            </a:extLst>
          </p:cNvPr>
          <p:cNvSpPr txBox="1"/>
          <p:nvPr/>
        </p:nvSpPr>
        <p:spPr>
          <a:xfrm>
            <a:off x="2984500" y="5157788"/>
            <a:ext cx="346075"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0" name="object 40">
            <a:extLst>
              <a:ext uri="{FF2B5EF4-FFF2-40B4-BE49-F238E27FC236}">
                <a16:creationId xmlns:a16="http://schemas.microsoft.com/office/drawing/2014/main" id="{22EE05DB-B7AD-DD39-7AF4-2C34FBA2A56E}"/>
              </a:ext>
            </a:extLst>
          </p:cNvPr>
          <p:cNvSpPr/>
          <p:nvPr/>
        </p:nvSpPr>
        <p:spPr>
          <a:xfrm>
            <a:off x="5221288" y="51593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41" name="object 41">
            <a:extLst>
              <a:ext uri="{FF2B5EF4-FFF2-40B4-BE49-F238E27FC236}">
                <a16:creationId xmlns:a16="http://schemas.microsoft.com/office/drawing/2014/main" id="{FD47C6DB-D6A4-1D63-9856-85DEE9C91032}"/>
              </a:ext>
            </a:extLst>
          </p:cNvPr>
          <p:cNvSpPr txBox="1"/>
          <p:nvPr/>
        </p:nvSpPr>
        <p:spPr>
          <a:xfrm>
            <a:off x="5291138" y="5157788"/>
            <a:ext cx="430212"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42" name="object 42">
            <a:extLst>
              <a:ext uri="{FF2B5EF4-FFF2-40B4-BE49-F238E27FC236}">
                <a16:creationId xmlns:a16="http://schemas.microsoft.com/office/drawing/2014/main" id="{67BD67C5-4303-E224-6E5C-9E3C90013A51}"/>
              </a:ext>
            </a:extLst>
          </p:cNvPr>
          <p:cNvSpPr/>
          <p:nvPr/>
        </p:nvSpPr>
        <p:spPr>
          <a:xfrm>
            <a:off x="1905000" y="3490913"/>
            <a:ext cx="609600" cy="566737"/>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43" name="object 43">
            <a:extLst>
              <a:ext uri="{FF2B5EF4-FFF2-40B4-BE49-F238E27FC236}">
                <a16:creationId xmlns:a16="http://schemas.microsoft.com/office/drawing/2014/main" id="{F143A84C-7951-8324-EA6D-8640E7751D3D}"/>
              </a:ext>
            </a:extLst>
          </p:cNvPr>
          <p:cNvSpPr txBox="1"/>
          <p:nvPr/>
        </p:nvSpPr>
        <p:spPr>
          <a:xfrm rot="19200000">
            <a:off x="1963738" y="3692525"/>
            <a:ext cx="512762"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a:latin typeface="Lucida Sans"/>
              <a:cs typeface="Lucida Sans"/>
            </a:endParaRPr>
          </a:p>
        </p:txBody>
      </p:sp>
      <p:sp>
        <p:nvSpPr>
          <p:cNvPr id="44" name="object 44">
            <a:extLst>
              <a:ext uri="{FF2B5EF4-FFF2-40B4-BE49-F238E27FC236}">
                <a16:creationId xmlns:a16="http://schemas.microsoft.com/office/drawing/2014/main" id="{B0F860C2-3B1A-EFB0-ED4B-4F0F660A7F1E}"/>
              </a:ext>
            </a:extLst>
          </p:cNvPr>
          <p:cNvSpPr txBox="1"/>
          <p:nvPr/>
        </p:nvSpPr>
        <p:spPr>
          <a:xfrm>
            <a:off x="6099175" y="4383088"/>
            <a:ext cx="51593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10</a:t>
            </a:r>
            <a:endParaRPr sz="1059">
              <a:latin typeface="Lucida Sans"/>
              <a:cs typeface="Lucida Sans"/>
            </a:endParaRPr>
          </a:p>
        </p:txBody>
      </p:sp>
      <p:sp>
        <p:nvSpPr>
          <p:cNvPr id="45" name="object 45">
            <a:extLst>
              <a:ext uri="{FF2B5EF4-FFF2-40B4-BE49-F238E27FC236}">
                <a16:creationId xmlns:a16="http://schemas.microsoft.com/office/drawing/2014/main" id="{ED8DB01E-6AF4-FD92-5E82-C61FA2E9F35D}"/>
              </a:ext>
            </a:extLst>
          </p:cNvPr>
          <p:cNvSpPr/>
          <p:nvPr/>
        </p:nvSpPr>
        <p:spPr>
          <a:xfrm>
            <a:off x="1981200" y="4386263"/>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6" name="object 46">
            <a:extLst>
              <a:ext uri="{FF2B5EF4-FFF2-40B4-BE49-F238E27FC236}">
                <a16:creationId xmlns:a16="http://schemas.microsoft.com/office/drawing/2014/main" id="{4DCA622C-4E65-7B00-7AD3-15A7AFDF8776}"/>
              </a:ext>
            </a:extLst>
          </p:cNvPr>
          <p:cNvSpPr txBox="1"/>
          <p:nvPr/>
        </p:nvSpPr>
        <p:spPr>
          <a:xfrm>
            <a:off x="2051050" y="4383088"/>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5 / </a:t>
            </a:r>
            <a:r>
              <a:rPr sz="1059" spc="-44" dirty="0">
                <a:solidFill>
                  <a:srgbClr val="BABABA"/>
                </a:solidFill>
                <a:latin typeface="Lucida Sans"/>
                <a:cs typeface="Lucida Sans"/>
              </a:rPr>
              <a:t>5</a:t>
            </a:r>
            <a:endParaRPr sz="1059">
              <a:latin typeface="Lucida Sans"/>
              <a:cs typeface="Lucida Sans"/>
            </a:endParaRPr>
          </a:p>
        </p:txBody>
      </p:sp>
      <p:grpSp>
        <p:nvGrpSpPr>
          <p:cNvPr id="116749" name="object 47">
            <a:extLst>
              <a:ext uri="{FF2B5EF4-FFF2-40B4-BE49-F238E27FC236}">
                <a16:creationId xmlns:a16="http://schemas.microsoft.com/office/drawing/2014/main" id="{EC7891C6-A94A-D3BD-830B-C03A9B50E149}"/>
              </a:ext>
            </a:extLst>
          </p:cNvPr>
          <p:cNvGrpSpPr>
            <a:grpSpLocks/>
          </p:cNvGrpSpPr>
          <p:nvPr/>
        </p:nvGrpSpPr>
        <p:grpSpPr bwMode="auto">
          <a:xfrm>
            <a:off x="1220788" y="2808288"/>
            <a:ext cx="5883275" cy="3409950"/>
            <a:chOff x="1231593" y="3182881"/>
            <a:chExt cx="6668134" cy="3864610"/>
          </a:xfrm>
        </p:grpSpPr>
        <p:sp>
          <p:nvSpPr>
            <p:cNvPr id="48" name="object 48">
              <a:extLst>
                <a:ext uri="{FF2B5EF4-FFF2-40B4-BE49-F238E27FC236}">
                  <a16:creationId xmlns:a16="http://schemas.microsoft.com/office/drawing/2014/main" id="{CDA8DA40-8D59-D516-77BB-B447DD45DA80}"/>
                </a:ext>
              </a:extLst>
            </p:cNvPr>
            <p:cNvSpPr/>
            <p:nvPr/>
          </p:nvSpPr>
          <p:spPr>
            <a:xfrm>
              <a:off x="3653425" y="5323889"/>
              <a:ext cx="2331868" cy="1511300"/>
            </a:xfrm>
            <a:custGeom>
              <a:avLst/>
              <a:gdLst/>
              <a:ahLst/>
              <a:cxnLst/>
              <a:rect l="l" t="t" r="r" b="b"/>
              <a:pathLst>
                <a:path w="2331085" h="1510665">
                  <a:moveTo>
                    <a:pt x="0" y="0"/>
                  </a:moveTo>
                  <a:lnTo>
                    <a:pt x="24010" y="15562"/>
                  </a:lnTo>
                  <a:lnTo>
                    <a:pt x="2330660" y="1510654"/>
                  </a:lnTo>
                </a:path>
              </a:pathLst>
            </a:custGeom>
            <a:ln w="57224">
              <a:solidFill>
                <a:srgbClr val="000000"/>
              </a:solidFill>
            </a:ln>
          </p:spPr>
          <p:txBody>
            <a:bodyPr lIns="0" tIns="0" rIns="0" bIns="0"/>
            <a:lstStyle/>
            <a:p>
              <a:pPr>
                <a:defRPr/>
              </a:pPr>
              <a:endParaRPr sz="2647"/>
            </a:p>
          </p:txBody>
        </p:sp>
        <p:sp>
          <p:nvSpPr>
            <p:cNvPr id="49" name="object 49">
              <a:extLst>
                <a:ext uri="{FF2B5EF4-FFF2-40B4-BE49-F238E27FC236}">
                  <a16:creationId xmlns:a16="http://schemas.microsoft.com/office/drawing/2014/main" id="{35919B8A-C471-B5EC-FB18-A60B0EC715DB}"/>
                </a:ext>
              </a:extLst>
            </p:cNvPr>
            <p:cNvSpPr/>
            <p:nvPr/>
          </p:nvSpPr>
          <p:spPr>
            <a:xfrm>
              <a:off x="3532872" y="5246525"/>
              <a:ext cx="255498" cy="221298"/>
            </a:xfrm>
            <a:custGeom>
              <a:avLst/>
              <a:gdLst/>
              <a:ahLst/>
              <a:cxnLst/>
              <a:rect l="l" t="t" r="r" b="b"/>
              <a:pathLst>
                <a:path w="254635" h="220979">
                  <a:moveTo>
                    <a:pt x="0" y="0"/>
                  </a:moveTo>
                  <a:lnTo>
                    <a:pt x="129829" y="220536"/>
                  </a:lnTo>
                  <a:lnTo>
                    <a:pt x="144058" y="93372"/>
                  </a:lnTo>
                  <a:lnTo>
                    <a:pt x="254327" y="28456"/>
                  </a:lnTo>
                  <a:lnTo>
                    <a:pt x="0" y="0"/>
                  </a:lnTo>
                  <a:close/>
                </a:path>
              </a:pathLst>
            </a:custGeom>
            <a:solidFill>
              <a:srgbClr val="000000"/>
            </a:solidFill>
          </p:spPr>
          <p:txBody>
            <a:bodyPr lIns="0" tIns="0" rIns="0" bIns="0"/>
            <a:lstStyle/>
            <a:p>
              <a:pPr>
                <a:defRPr/>
              </a:pPr>
              <a:endParaRPr sz="2647"/>
            </a:p>
          </p:txBody>
        </p:sp>
        <p:sp>
          <p:nvSpPr>
            <p:cNvPr id="50" name="object 50">
              <a:extLst>
                <a:ext uri="{FF2B5EF4-FFF2-40B4-BE49-F238E27FC236}">
                  <a16:creationId xmlns:a16="http://schemas.microsoft.com/office/drawing/2014/main" id="{3D9319BF-4BA2-9EE8-C852-E8C69355F149}"/>
                </a:ext>
              </a:extLst>
            </p:cNvPr>
            <p:cNvSpPr/>
            <p:nvPr/>
          </p:nvSpPr>
          <p:spPr>
            <a:xfrm>
              <a:off x="6003285" y="3310621"/>
              <a:ext cx="1788485" cy="1536488"/>
            </a:xfrm>
            <a:custGeom>
              <a:avLst/>
              <a:gdLst/>
              <a:ahLst/>
              <a:cxnLst/>
              <a:rect l="l" t="t" r="r" b="b"/>
              <a:pathLst>
                <a:path w="1787525" h="1536064">
                  <a:moveTo>
                    <a:pt x="1787510" y="1536051"/>
                  </a:moveTo>
                  <a:lnTo>
                    <a:pt x="1765810" y="1517403"/>
                  </a:lnTo>
                  <a:lnTo>
                    <a:pt x="0" y="0"/>
                  </a:lnTo>
                </a:path>
              </a:pathLst>
            </a:custGeom>
            <a:ln w="57224">
              <a:solidFill>
                <a:srgbClr val="000000"/>
              </a:solidFill>
            </a:ln>
          </p:spPr>
          <p:txBody>
            <a:bodyPr lIns="0" tIns="0" rIns="0" bIns="0"/>
            <a:lstStyle/>
            <a:p>
              <a:pPr>
                <a:defRPr/>
              </a:pPr>
              <a:endParaRPr sz="2647"/>
            </a:p>
          </p:txBody>
        </p:sp>
        <p:sp>
          <p:nvSpPr>
            <p:cNvPr id="51" name="object 51">
              <a:extLst>
                <a:ext uri="{FF2B5EF4-FFF2-40B4-BE49-F238E27FC236}">
                  <a16:creationId xmlns:a16="http://schemas.microsoft.com/office/drawing/2014/main" id="{5C2E91C0-C1C9-88EB-F551-5AD436FF0ADA}"/>
                </a:ext>
              </a:extLst>
            </p:cNvPr>
            <p:cNvSpPr/>
            <p:nvPr/>
          </p:nvSpPr>
          <p:spPr>
            <a:xfrm>
              <a:off x="7651426" y="4704976"/>
              <a:ext cx="248301" cy="235690"/>
            </a:xfrm>
            <a:custGeom>
              <a:avLst/>
              <a:gdLst/>
              <a:ahLst/>
              <a:cxnLst/>
              <a:rect l="l" t="t" r="r" b="b"/>
              <a:pathLst>
                <a:path w="248284" h="236220">
                  <a:moveTo>
                    <a:pt x="149183" y="0"/>
                  </a:moveTo>
                  <a:lnTo>
                    <a:pt x="117993" y="124098"/>
                  </a:lnTo>
                  <a:lnTo>
                    <a:pt x="0" y="173603"/>
                  </a:lnTo>
                  <a:lnTo>
                    <a:pt x="248196" y="235985"/>
                  </a:lnTo>
                  <a:lnTo>
                    <a:pt x="149183" y="0"/>
                  </a:lnTo>
                  <a:close/>
                </a:path>
              </a:pathLst>
            </a:custGeom>
            <a:solidFill>
              <a:srgbClr val="000000"/>
            </a:solidFill>
          </p:spPr>
          <p:txBody>
            <a:bodyPr lIns="0" tIns="0" rIns="0" bIns="0"/>
            <a:lstStyle/>
            <a:p>
              <a:pPr>
                <a:defRPr/>
              </a:pPr>
              <a:endParaRPr sz="2647"/>
            </a:p>
          </p:txBody>
        </p:sp>
        <p:sp>
          <p:nvSpPr>
            <p:cNvPr id="52" name="object 52">
              <a:extLst>
                <a:ext uri="{FF2B5EF4-FFF2-40B4-BE49-F238E27FC236}">
                  <a16:creationId xmlns:a16="http://schemas.microsoft.com/office/drawing/2014/main" id="{646BE39C-0E98-A93C-FAF3-AE60E70FEC49}"/>
                </a:ext>
              </a:extLst>
            </p:cNvPr>
            <p:cNvSpPr/>
            <p:nvPr/>
          </p:nvSpPr>
          <p:spPr>
            <a:xfrm>
              <a:off x="1443908" y="5179956"/>
              <a:ext cx="1693123" cy="1505902"/>
            </a:xfrm>
            <a:custGeom>
              <a:avLst/>
              <a:gdLst/>
              <a:ahLst/>
              <a:cxnLst/>
              <a:rect l="l" t="t" r="r" b="b"/>
              <a:pathLst>
                <a:path w="1691639" h="1506220">
                  <a:moveTo>
                    <a:pt x="1691600" y="1505863"/>
                  </a:moveTo>
                  <a:lnTo>
                    <a:pt x="1670229" y="1486839"/>
                  </a:lnTo>
                  <a:lnTo>
                    <a:pt x="0" y="0"/>
                  </a:lnTo>
                </a:path>
              </a:pathLst>
            </a:custGeom>
            <a:ln w="57224">
              <a:solidFill>
                <a:srgbClr val="000000"/>
              </a:solidFill>
            </a:ln>
          </p:spPr>
          <p:txBody>
            <a:bodyPr lIns="0" tIns="0" rIns="0" bIns="0"/>
            <a:lstStyle/>
            <a:p>
              <a:pPr>
                <a:defRPr/>
              </a:pPr>
              <a:endParaRPr sz="2647"/>
            </a:p>
          </p:txBody>
        </p:sp>
        <p:sp>
          <p:nvSpPr>
            <p:cNvPr id="53" name="object 53">
              <a:extLst>
                <a:ext uri="{FF2B5EF4-FFF2-40B4-BE49-F238E27FC236}">
                  <a16:creationId xmlns:a16="http://schemas.microsoft.com/office/drawing/2014/main" id="{EAD31AC9-183A-B1EC-DC97-FAD94ABDB97D}"/>
                </a:ext>
              </a:extLst>
            </p:cNvPr>
            <p:cNvSpPr/>
            <p:nvPr/>
          </p:nvSpPr>
          <p:spPr>
            <a:xfrm>
              <a:off x="2996687" y="6543724"/>
              <a:ext cx="246502" cy="237490"/>
            </a:xfrm>
            <a:custGeom>
              <a:avLst/>
              <a:gdLst/>
              <a:ahLst/>
              <a:cxnLst/>
              <a:rect l="l" t="t" r="r" b="b"/>
              <a:pathLst>
                <a:path w="247650" h="238125">
                  <a:moveTo>
                    <a:pt x="152196" y="0"/>
                  </a:moveTo>
                  <a:lnTo>
                    <a:pt x="118840" y="123533"/>
                  </a:lnTo>
                  <a:lnTo>
                    <a:pt x="0" y="170968"/>
                  </a:lnTo>
                  <a:lnTo>
                    <a:pt x="247067" y="237681"/>
                  </a:lnTo>
                  <a:lnTo>
                    <a:pt x="152196" y="0"/>
                  </a:lnTo>
                  <a:close/>
                </a:path>
              </a:pathLst>
            </a:custGeom>
            <a:solidFill>
              <a:srgbClr val="000000"/>
            </a:solidFill>
          </p:spPr>
          <p:txBody>
            <a:bodyPr lIns="0" tIns="0" rIns="0" bIns="0"/>
            <a:lstStyle/>
            <a:p>
              <a:pPr>
                <a:defRPr/>
              </a:pPr>
              <a:endParaRPr sz="2647"/>
            </a:p>
          </p:txBody>
        </p:sp>
        <p:sp>
          <p:nvSpPr>
            <p:cNvPr id="54" name="object 54">
              <a:extLst>
                <a:ext uri="{FF2B5EF4-FFF2-40B4-BE49-F238E27FC236}">
                  <a16:creationId xmlns:a16="http://schemas.microsoft.com/office/drawing/2014/main" id="{A83020A2-65BC-CD13-C62D-6FB413B34C4A}"/>
                </a:ext>
              </a:extLst>
            </p:cNvPr>
            <p:cNvSpPr/>
            <p:nvPr/>
          </p:nvSpPr>
          <p:spPr>
            <a:xfrm>
              <a:off x="3379934" y="5122383"/>
              <a:ext cx="2340864" cy="0"/>
            </a:xfrm>
            <a:custGeom>
              <a:avLst/>
              <a:gdLst/>
              <a:ahLst/>
              <a:cxnLst/>
              <a:rect l="l" t="t" r="r" b="b"/>
              <a:pathLst>
                <a:path w="2340610">
                  <a:moveTo>
                    <a:pt x="0" y="0"/>
                  </a:moveTo>
                  <a:lnTo>
                    <a:pt x="1154025" y="0"/>
                  </a:lnTo>
                </a:path>
                <a:path w="2340610">
                  <a:moveTo>
                    <a:pt x="1668036" y="0"/>
                  </a:moveTo>
                  <a:lnTo>
                    <a:pt x="2339990" y="0"/>
                  </a:lnTo>
                </a:path>
              </a:pathLst>
            </a:custGeom>
            <a:ln w="57226">
              <a:solidFill>
                <a:srgbClr val="000000"/>
              </a:solidFill>
            </a:ln>
          </p:spPr>
          <p:txBody>
            <a:bodyPr lIns="0" tIns="0" rIns="0" bIns="0"/>
            <a:lstStyle/>
            <a:p>
              <a:pPr>
                <a:defRPr/>
              </a:pPr>
              <a:endParaRPr sz="2647"/>
            </a:p>
          </p:txBody>
        </p:sp>
        <p:sp>
          <p:nvSpPr>
            <p:cNvPr id="55" name="object 55">
              <a:extLst>
                <a:ext uri="{FF2B5EF4-FFF2-40B4-BE49-F238E27FC236}">
                  <a16:creationId xmlns:a16="http://schemas.microsoft.com/office/drawing/2014/main" id="{D5A099DC-7DD9-8083-28D0-998BC4812757}"/>
                </a:ext>
              </a:extLst>
            </p:cNvPr>
            <p:cNvSpPr/>
            <p:nvPr/>
          </p:nvSpPr>
          <p:spPr>
            <a:xfrm>
              <a:off x="5634432" y="5009035"/>
              <a:ext cx="230308" cy="228495"/>
            </a:xfrm>
            <a:custGeom>
              <a:avLst/>
              <a:gdLst/>
              <a:ahLst/>
              <a:cxnLst/>
              <a:rect l="l" t="t" r="r" b="b"/>
              <a:pathLst>
                <a:path w="229235" h="229235">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56" name="object 56">
              <a:extLst>
                <a:ext uri="{FF2B5EF4-FFF2-40B4-BE49-F238E27FC236}">
                  <a16:creationId xmlns:a16="http://schemas.microsoft.com/office/drawing/2014/main" id="{AF9387EE-1158-A854-C3AF-06882A834126}"/>
                </a:ext>
              </a:extLst>
            </p:cNvPr>
            <p:cNvSpPr/>
            <p:nvPr/>
          </p:nvSpPr>
          <p:spPr>
            <a:xfrm>
              <a:off x="3466300" y="3387986"/>
              <a:ext cx="2247301" cy="0"/>
            </a:xfrm>
            <a:custGeom>
              <a:avLst/>
              <a:gdLst/>
              <a:ahLst/>
              <a:cxnLst/>
              <a:rect l="l" t="t" r="r" b="b"/>
              <a:pathLst>
                <a:path w="2247900">
                  <a:moveTo>
                    <a:pt x="0" y="0"/>
                  </a:moveTo>
                  <a:lnTo>
                    <a:pt x="1068188" y="0"/>
                  </a:lnTo>
                </a:path>
                <a:path w="2247900">
                  <a:moveTo>
                    <a:pt x="1582199" y="0"/>
                  </a:moveTo>
                  <a:lnTo>
                    <a:pt x="2247460" y="0"/>
                  </a:lnTo>
                </a:path>
              </a:pathLst>
            </a:custGeom>
            <a:ln w="57224">
              <a:solidFill>
                <a:srgbClr val="000000"/>
              </a:solidFill>
            </a:ln>
          </p:spPr>
          <p:txBody>
            <a:bodyPr lIns="0" tIns="0" rIns="0" bIns="0"/>
            <a:lstStyle/>
            <a:p>
              <a:pPr>
                <a:defRPr/>
              </a:pPr>
              <a:endParaRPr sz="2647"/>
            </a:p>
          </p:txBody>
        </p:sp>
        <p:sp>
          <p:nvSpPr>
            <p:cNvPr id="57" name="object 57">
              <a:extLst>
                <a:ext uri="{FF2B5EF4-FFF2-40B4-BE49-F238E27FC236}">
                  <a16:creationId xmlns:a16="http://schemas.microsoft.com/office/drawing/2014/main" id="{3E7551E7-C2BB-45B2-C941-98D524460D0A}"/>
                </a:ext>
              </a:extLst>
            </p:cNvPr>
            <p:cNvSpPr/>
            <p:nvPr/>
          </p:nvSpPr>
          <p:spPr>
            <a:xfrm>
              <a:off x="5629035" y="3272839"/>
              <a:ext cx="228508" cy="228494"/>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58" name="object 58">
              <a:extLst>
                <a:ext uri="{FF2B5EF4-FFF2-40B4-BE49-F238E27FC236}">
                  <a16:creationId xmlns:a16="http://schemas.microsoft.com/office/drawing/2014/main" id="{05B797C5-03EB-F808-E58F-85199C8C20D7}"/>
                </a:ext>
              </a:extLst>
            </p:cNvPr>
            <p:cNvSpPr/>
            <p:nvPr/>
          </p:nvSpPr>
          <p:spPr>
            <a:xfrm>
              <a:off x="3437511" y="6907156"/>
              <a:ext cx="2249101" cy="0"/>
            </a:xfrm>
            <a:custGeom>
              <a:avLst/>
              <a:gdLst/>
              <a:ahLst/>
              <a:cxnLst/>
              <a:rect l="l" t="t" r="r" b="b"/>
              <a:pathLst>
                <a:path w="2249170">
                  <a:moveTo>
                    <a:pt x="0" y="0"/>
                  </a:moveTo>
                  <a:lnTo>
                    <a:pt x="934664" y="0"/>
                  </a:lnTo>
                </a:path>
                <a:path w="2249170">
                  <a:moveTo>
                    <a:pt x="1641864" y="0"/>
                  </a:moveTo>
                  <a:lnTo>
                    <a:pt x="2248950" y="0"/>
                  </a:lnTo>
                </a:path>
              </a:pathLst>
            </a:custGeom>
            <a:ln w="57224">
              <a:solidFill>
                <a:srgbClr val="000000"/>
              </a:solidFill>
            </a:ln>
          </p:spPr>
          <p:txBody>
            <a:bodyPr lIns="0" tIns="0" rIns="0" bIns="0"/>
            <a:lstStyle/>
            <a:p>
              <a:pPr>
                <a:defRPr/>
              </a:pPr>
              <a:endParaRPr sz="2647"/>
            </a:p>
          </p:txBody>
        </p:sp>
        <p:sp>
          <p:nvSpPr>
            <p:cNvPr id="59" name="object 59">
              <a:extLst>
                <a:ext uri="{FF2B5EF4-FFF2-40B4-BE49-F238E27FC236}">
                  <a16:creationId xmlns:a16="http://schemas.microsoft.com/office/drawing/2014/main" id="{BAD57F42-257B-01DA-2810-5E98DD474167}"/>
                </a:ext>
              </a:extLst>
            </p:cNvPr>
            <p:cNvSpPr/>
            <p:nvPr/>
          </p:nvSpPr>
          <p:spPr>
            <a:xfrm>
              <a:off x="5600246" y="6792009"/>
              <a:ext cx="230308" cy="228494"/>
            </a:xfrm>
            <a:custGeom>
              <a:avLst/>
              <a:gdLst/>
              <a:ahLst/>
              <a:cxnLst/>
              <a:rect l="l" t="t" r="r" b="b"/>
              <a:pathLst>
                <a:path w="229235" h="229234">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60" name="object 60">
              <a:extLst>
                <a:ext uri="{FF2B5EF4-FFF2-40B4-BE49-F238E27FC236}">
                  <a16:creationId xmlns:a16="http://schemas.microsoft.com/office/drawing/2014/main" id="{AAFB4194-9E73-4E1F-341C-150DED12F61A}"/>
                </a:ext>
              </a:extLst>
            </p:cNvPr>
            <p:cNvSpPr/>
            <p:nvPr/>
          </p:nvSpPr>
          <p:spPr>
            <a:xfrm>
              <a:off x="3241389" y="6689456"/>
              <a:ext cx="352659" cy="35263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61" name="object 61">
              <a:extLst>
                <a:ext uri="{FF2B5EF4-FFF2-40B4-BE49-F238E27FC236}">
                  <a16:creationId xmlns:a16="http://schemas.microsoft.com/office/drawing/2014/main" id="{23B4A697-D115-9439-B9C0-CB12266967E8}"/>
                </a:ext>
              </a:extLst>
            </p:cNvPr>
            <p:cNvSpPr/>
            <p:nvPr/>
          </p:nvSpPr>
          <p:spPr>
            <a:xfrm>
              <a:off x="3241389" y="6689456"/>
              <a:ext cx="352659"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62" name="object 62">
              <a:extLst>
                <a:ext uri="{FF2B5EF4-FFF2-40B4-BE49-F238E27FC236}">
                  <a16:creationId xmlns:a16="http://schemas.microsoft.com/office/drawing/2014/main" id="{3EA6363B-A5A8-E251-EAD5-FC5345B6E1EB}"/>
                </a:ext>
              </a:extLst>
            </p:cNvPr>
            <p:cNvSpPr/>
            <p:nvPr/>
          </p:nvSpPr>
          <p:spPr>
            <a:xfrm>
              <a:off x="5864740" y="6689456"/>
              <a:ext cx="352659"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3" name="object 63">
              <a:extLst>
                <a:ext uri="{FF2B5EF4-FFF2-40B4-BE49-F238E27FC236}">
                  <a16:creationId xmlns:a16="http://schemas.microsoft.com/office/drawing/2014/main" id="{FB8471BD-EEBF-D1EF-63DA-A9A064609375}"/>
                </a:ext>
              </a:extLst>
            </p:cNvPr>
            <p:cNvSpPr/>
            <p:nvPr/>
          </p:nvSpPr>
          <p:spPr>
            <a:xfrm>
              <a:off x="5864740" y="6689456"/>
              <a:ext cx="352659"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64" name="object 64">
              <a:extLst>
                <a:ext uri="{FF2B5EF4-FFF2-40B4-BE49-F238E27FC236}">
                  <a16:creationId xmlns:a16="http://schemas.microsoft.com/office/drawing/2014/main" id="{0212DE20-DE6E-6A31-D22C-CA7867E13B78}"/>
                </a:ext>
              </a:extLst>
            </p:cNvPr>
            <p:cNvSpPr/>
            <p:nvPr/>
          </p:nvSpPr>
          <p:spPr>
            <a:xfrm>
              <a:off x="3241389" y="4906483"/>
              <a:ext cx="352659" cy="35443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65" name="object 65">
              <a:extLst>
                <a:ext uri="{FF2B5EF4-FFF2-40B4-BE49-F238E27FC236}">
                  <a16:creationId xmlns:a16="http://schemas.microsoft.com/office/drawing/2014/main" id="{A2E89C82-F610-525E-8DEB-06EF3A36DB86}"/>
                </a:ext>
              </a:extLst>
            </p:cNvPr>
            <p:cNvSpPr/>
            <p:nvPr/>
          </p:nvSpPr>
          <p:spPr>
            <a:xfrm>
              <a:off x="3241389" y="4906483"/>
              <a:ext cx="352659"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66" name="object 66">
              <a:extLst>
                <a:ext uri="{FF2B5EF4-FFF2-40B4-BE49-F238E27FC236}">
                  <a16:creationId xmlns:a16="http://schemas.microsoft.com/office/drawing/2014/main" id="{C0450E6B-95A0-BF38-C8B1-E66583C94304}"/>
                </a:ext>
              </a:extLst>
            </p:cNvPr>
            <p:cNvSpPr/>
            <p:nvPr/>
          </p:nvSpPr>
          <p:spPr>
            <a:xfrm>
              <a:off x="5864740" y="3188278"/>
              <a:ext cx="352659"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7" name="object 67">
              <a:extLst>
                <a:ext uri="{FF2B5EF4-FFF2-40B4-BE49-F238E27FC236}">
                  <a16:creationId xmlns:a16="http://schemas.microsoft.com/office/drawing/2014/main" id="{70D5828A-EA32-7876-ED3E-7B112C844667}"/>
                </a:ext>
              </a:extLst>
            </p:cNvPr>
            <p:cNvSpPr/>
            <p:nvPr/>
          </p:nvSpPr>
          <p:spPr>
            <a:xfrm>
              <a:off x="5864740" y="3188278"/>
              <a:ext cx="352659"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68" name="object 68">
              <a:extLst>
                <a:ext uri="{FF2B5EF4-FFF2-40B4-BE49-F238E27FC236}">
                  <a16:creationId xmlns:a16="http://schemas.microsoft.com/office/drawing/2014/main" id="{AB72354C-AD62-377F-A1DF-4536FA8F2999}"/>
                </a:ext>
              </a:extLst>
            </p:cNvPr>
            <p:cNvSpPr/>
            <p:nvPr/>
          </p:nvSpPr>
          <p:spPr>
            <a:xfrm>
              <a:off x="5864740" y="4906483"/>
              <a:ext cx="352659" cy="354435"/>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9" name="object 69">
              <a:extLst>
                <a:ext uri="{FF2B5EF4-FFF2-40B4-BE49-F238E27FC236}">
                  <a16:creationId xmlns:a16="http://schemas.microsoft.com/office/drawing/2014/main" id="{B9CF2AD9-FA4C-78D3-242C-D7561EC03F14}"/>
                </a:ext>
              </a:extLst>
            </p:cNvPr>
            <p:cNvSpPr/>
            <p:nvPr/>
          </p:nvSpPr>
          <p:spPr>
            <a:xfrm>
              <a:off x="5864740" y="4906483"/>
              <a:ext cx="352659"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70" name="object 70">
              <a:extLst>
                <a:ext uri="{FF2B5EF4-FFF2-40B4-BE49-F238E27FC236}">
                  <a16:creationId xmlns:a16="http://schemas.microsoft.com/office/drawing/2014/main" id="{860A0DEE-7B61-7059-A545-40F8215C65CA}"/>
                </a:ext>
              </a:extLst>
            </p:cNvPr>
            <p:cNvSpPr/>
            <p:nvPr/>
          </p:nvSpPr>
          <p:spPr>
            <a:xfrm>
              <a:off x="1236990" y="4901085"/>
              <a:ext cx="352659" cy="352637"/>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71" name="object 71">
              <a:extLst>
                <a:ext uri="{FF2B5EF4-FFF2-40B4-BE49-F238E27FC236}">
                  <a16:creationId xmlns:a16="http://schemas.microsoft.com/office/drawing/2014/main" id="{7960F5CB-E3FA-2FE4-7F08-490808F1A54B}"/>
                </a:ext>
              </a:extLst>
            </p:cNvPr>
            <p:cNvSpPr/>
            <p:nvPr/>
          </p:nvSpPr>
          <p:spPr>
            <a:xfrm>
              <a:off x="1236990" y="4901085"/>
              <a:ext cx="352659" cy="352637"/>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72" name="object 72">
            <a:extLst>
              <a:ext uri="{FF2B5EF4-FFF2-40B4-BE49-F238E27FC236}">
                <a16:creationId xmlns:a16="http://schemas.microsoft.com/office/drawing/2014/main" id="{91B13EF3-3A50-2925-116C-AA09BFA97157}"/>
              </a:ext>
            </a:extLst>
          </p:cNvPr>
          <p:cNvSpPr txBox="1"/>
          <p:nvPr/>
        </p:nvSpPr>
        <p:spPr>
          <a:xfrm>
            <a:off x="1327150" y="4338638"/>
            <a:ext cx="109538"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16751" name="object 73">
            <a:extLst>
              <a:ext uri="{FF2B5EF4-FFF2-40B4-BE49-F238E27FC236}">
                <a16:creationId xmlns:a16="http://schemas.microsoft.com/office/drawing/2014/main" id="{3C7A163D-916F-1C67-DC19-7B6E84B2B1F4}"/>
              </a:ext>
            </a:extLst>
          </p:cNvPr>
          <p:cNvGrpSpPr>
            <a:grpSpLocks/>
          </p:cNvGrpSpPr>
          <p:nvPr/>
        </p:nvGrpSpPr>
        <p:grpSpPr bwMode="auto">
          <a:xfrm>
            <a:off x="4121150" y="3438525"/>
            <a:ext cx="3265488" cy="2090738"/>
            <a:chOff x="4519007" y="3897560"/>
            <a:chExt cx="3700779" cy="2369185"/>
          </a:xfrm>
        </p:grpSpPr>
        <p:sp>
          <p:nvSpPr>
            <p:cNvPr id="74" name="object 74">
              <a:extLst>
                <a:ext uri="{FF2B5EF4-FFF2-40B4-BE49-F238E27FC236}">
                  <a16:creationId xmlns:a16="http://schemas.microsoft.com/office/drawing/2014/main" id="{047CC461-F79B-0A84-E474-E6FBF8D655A2}"/>
                </a:ext>
              </a:extLst>
            </p:cNvPr>
            <p:cNvSpPr/>
            <p:nvPr/>
          </p:nvSpPr>
          <p:spPr>
            <a:xfrm>
              <a:off x="7861762" y="4903160"/>
              <a:ext cx="352626" cy="354388"/>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75" name="object 75">
              <a:extLst>
                <a:ext uri="{FF2B5EF4-FFF2-40B4-BE49-F238E27FC236}">
                  <a16:creationId xmlns:a16="http://schemas.microsoft.com/office/drawing/2014/main" id="{F2729950-F315-6536-7683-9335049110DA}"/>
                </a:ext>
              </a:extLst>
            </p:cNvPr>
            <p:cNvSpPr/>
            <p:nvPr/>
          </p:nvSpPr>
          <p:spPr>
            <a:xfrm>
              <a:off x="7861762" y="4903160"/>
              <a:ext cx="352626" cy="354388"/>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76" name="object 76">
              <a:extLst>
                <a:ext uri="{FF2B5EF4-FFF2-40B4-BE49-F238E27FC236}">
                  <a16:creationId xmlns:a16="http://schemas.microsoft.com/office/drawing/2014/main" id="{FFE1299B-C59F-3AE1-DC26-D29D67C01F31}"/>
                </a:ext>
              </a:extLst>
            </p:cNvPr>
            <p:cNvSpPr/>
            <p:nvPr/>
          </p:nvSpPr>
          <p:spPr>
            <a:xfrm>
              <a:off x="4519007" y="3897560"/>
              <a:ext cx="2833606" cy="2369185"/>
            </a:xfrm>
            <a:custGeom>
              <a:avLst/>
              <a:gdLst/>
              <a:ahLst/>
              <a:cxnLst/>
              <a:rect l="l" t="t" r="r" b="b"/>
              <a:pathLst>
                <a:path w="2833370" h="2369185">
                  <a:moveTo>
                    <a:pt x="561086" y="2168487"/>
                  </a:moveTo>
                  <a:lnTo>
                    <a:pt x="129514" y="1889290"/>
                  </a:lnTo>
                  <a:lnTo>
                    <a:pt x="0" y="2089480"/>
                  </a:lnTo>
                  <a:lnTo>
                    <a:pt x="431571" y="2368677"/>
                  </a:lnTo>
                  <a:lnTo>
                    <a:pt x="561086" y="2168487"/>
                  </a:lnTo>
                  <a:close/>
                </a:path>
                <a:path w="2833370" h="2369185">
                  <a:moveTo>
                    <a:pt x="2833192" y="398170"/>
                  </a:moveTo>
                  <a:lnTo>
                    <a:pt x="2370264" y="0"/>
                  </a:lnTo>
                  <a:lnTo>
                    <a:pt x="2214778" y="180759"/>
                  </a:lnTo>
                  <a:lnTo>
                    <a:pt x="2677706" y="578942"/>
                  </a:lnTo>
                  <a:lnTo>
                    <a:pt x="2833192" y="398170"/>
                  </a:lnTo>
                  <a:close/>
                </a:path>
              </a:pathLst>
            </a:custGeom>
            <a:solidFill>
              <a:srgbClr val="F2F2F2"/>
            </a:solidFill>
          </p:spPr>
          <p:txBody>
            <a:bodyPr lIns="0" tIns="0" rIns="0" bIns="0"/>
            <a:lstStyle/>
            <a:p>
              <a:pPr>
                <a:defRPr/>
              </a:pPr>
              <a:endParaRPr sz="2647"/>
            </a:p>
          </p:txBody>
        </p:sp>
      </p:grpSp>
      <p:sp>
        <p:nvSpPr>
          <p:cNvPr id="77" name="object 77">
            <a:extLst>
              <a:ext uri="{FF2B5EF4-FFF2-40B4-BE49-F238E27FC236}">
                <a16:creationId xmlns:a16="http://schemas.microsoft.com/office/drawing/2014/main" id="{BD797198-DAB3-7B55-C4C7-E4DF799EE52F}"/>
              </a:ext>
            </a:extLst>
          </p:cNvPr>
          <p:cNvSpPr txBox="1"/>
          <p:nvPr/>
        </p:nvSpPr>
        <p:spPr>
          <a:xfrm>
            <a:off x="4216400" y="2871788"/>
            <a:ext cx="322263" cy="152400"/>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5 / </a:t>
            </a:r>
            <a:r>
              <a:rPr sz="1059" spc="-44" dirty="0">
                <a:solidFill>
                  <a:srgbClr val="BABABA"/>
                </a:solidFill>
                <a:latin typeface="Lucida Sans"/>
                <a:cs typeface="Lucida Sans"/>
              </a:rPr>
              <a:t>9</a:t>
            </a:r>
            <a:endParaRPr sz="1059">
              <a:latin typeface="Lucida Sans"/>
              <a:cs typeface="Lucida Sans"/>
            </a:endParaRPr>
          </a:p>
        </p:txBody>
      </p:sp>
      <p:sp>
        <p:nvSpPr>
          <p:cNvPr id="78" name="object 78">
            <a:extLst>
              <a:ext uri="{FF2B5EF4-FFF2-40B4-BE49-F238E27FC236}">
                <a16:creationId xmlns:a16="http://schemas.microsoft.com/office/drawing/2014/main" id="{ABB1AA79-AC62-073D-372A-332BD6E37DAB}"/>
              </a:ext>
            </a:extLst>
          </p:cNvPr>
          <p:cNvSpPr txBox="1"/>
          <p:nvPr/>
        </p:nvSpPr>
        <p:spPr>
          <a:xfrm>
            <a:off x="4216400" y="4411663"/>
            <a:ext cx="322263"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5 / </a:t>
            </a:r>
            <a:r>
              <a:rPr sz="1059" spc="-44" dirty="0">
                <a:solidFill>
                  <a:srgbClr val="BABABA"/>
                </a:solidFill>
                <a:latin typeface="Lucida Sans"/>
                <a:cs typeface="Lucida Sans"/>
              </a:rPr>
              <a:t>8</a:t>
            </a:r>
            <a:endParaRPr sz="1059">
              <a:latin typeface="Lucida Sans"/>
              <a:cs typeface="Lucida Sans"/>
            </a:endParaRPr>
          </a:p>
        </p:txBody>
      </p:sp>
      <p:grpSp>
        <p:nvGrpSpPr>
          <p:cNvPr id="116754" name="object 79">
            <a:extLst>
              <a:ext uri="{FF2B5EF4-FFF2-40B4-BE49-F238E27FC236}">
                <a16:creationId xmlns:a16="http://schemas.microsoft.com/office/drawing/2014/main" id="{4285730A-E1C1-8388-E1E5-F165853D897F}"/>
              </a:ext>
            </a:extLst>
          </p:cNvPr>
          <p:cNvGrpSpPr>
            <a:grpSpLocks/>
          </p:cNvGrpSpPr>
          <p:nvPr/>
        </p:nvGrpSpPr>
        <p:grpSpPr bwMode="auto">
          <a:xfrm>
            <a:off x="2990850" y="2808288"/>
            <a:ext cx="3713163" cy="2724150"/>
            <a:chOff x="3236783" y="3182881"/>
            <a:chExt cx="4208780" cy="3087370"/>
          </a:xfrm>
        </p:grpSpPr>
        <p:sp>
          <p:nvSpPr>
            <p:cNvPr id="80" name="object 80">
              <a:extLst>
                <a:ext uri="{FF2B5EF4-FFF2-40B4-BE49-F238E27FC236}">
                  <a16:creationId xmlns:a16="http://schemas.microsoft.com/office/drawing/2014/main" id="{40CF2D67-5AFA-F789-2BF3-92345036E54E}"/>
                </a:ext>
              </a:extLst>
            </p:cNvPr>
            <p:cNvSpPr/>
            <p:nvPr/>
          </p:nvSpPr>
          <p:spPr>
            <a:xfrm>
              <a:off x="4521549" y="3235056"/>
              <a:ext cx="2834044" cy="3035195"/>
            </a:xfrm>
            <a:custGeom>
              <a:avLst/>
              <a:gdLst/>
              <a:ahLst/>
              <a:cxnLst/>
              <a:rect l="l" t="t" r="r" b="b"/>
              <a:pathLst>
                <a:path w="2834640" h="3035935">
                  <a:moveTo>
                    <a:pt x="527075" y="1745348"/>
                  </a:moveTo>
                  <a:lnTo>
                    <a:pt x="13068" y="1745348"/>
                  </a:lnTo>
                  <a:lnTo>
                    <a:pt x="13068" y="1983778"/>
                  </a:lnTo>
                  <a:lnTo>
                    <a:pt x="527075" y="1983778"/>
                  </a:lnTo>
                  <a:lnTo>
                    <a:pt x="527075" y="1745348"/>
                  </a:lnTo>
                  <a:close/>
                </a:path>
                <a:path w="2834640" h="3035935">
                  <a:moveTo>
                    <a:pt x="527075" y="0"/>
                  </a:moveTo>
                  <a:lnTo>
                    <a:pt x="13068" y="0"/>
                  </a:lnTo>
                  <a:lnTo>
                    <a:pt x="13068" y="238429"/>
                  </a:lnTo>
                  <a:lnTo>
                    <a:pt x="527075" y="238429"/>
                  </a:lnTo>
                  <a:lnTo>
                    <a:pt x="527075" y="0"/>
                  </a:lnTo>
                  <a:close/>
                </a:path>
                <a:path w="2834640" h="3035935">
                  <a:moveTo>
                    <a:pt x="561086" y="2835224"/>
                  </a:moveTo>
                  <a:lnTo>
                    <a:pt x="129501" y="2556027"/>
                  </a:lnTo>
                  <a:lnTo>
                    <a:pt x="0" y="2756217"/>
                  </a:lnTo>
                  <a:lnTo>
                    <a:pt x="431571" y="3035414"/>
                  </a:lnTo>
                  <a:lnTo>
                    <a:pt x="561086" y="2835224"/>
                  </a:lnTo>
                  <a:close/>
                </a:path>
                <a:path w="2834640" h="3035935">
                  <a:moveTo>
                    <a:pt x="2834195" y="1065796"/>
                  </a:moveTo>
                  <a:lnTo>
                    <a:pt x="2371267" y="667613"/>
                  </a:lnTo>
                  <a:lnTo>
                    <a:pt x="2215794" y="848385"/>
                  </a:lnTo>
                  <a:lnTo>
                    <a:pt x="2678709" y="1246555"/>
                  </a:lnTo>
                  <a:lnTo>
                    <a:pt x="2834195" y="1065796"/>
                  </a:lnTo>
                  <a:close/>
                </a:path>
              </a:pathLst>
            </a:custGeom>
            <a:solidFill>
              <a:srgbClr val="F2F2F2"/>
            </a:solidFill>
          </p:spPr>
          <p:txBody>
            <a:bodyPr lIns="0" tIns="0" rIns="0" bIns="0"/>
            <a:lstStyle/>
            <a:p>
              <a:pPr>
                <a:defRPr/>
              </a:pPr>
              <a:endParaRPr sz="2647"/>
            </a:p>
          </p:txBody>
        </p:sp>
        <p:sp>
          <p:nvSpPr>
            <p:cNvPr id="81" name="object 81">
              <a:extLst>
                <a:ext uri="{FF2B5EF4-FFF2-40B4-BE49-F238E27FC236}">
                  <a16:creationId xmlns:a16="http://schemas.microsoft.com/office/drawing/2014/main" id="{131C51BC-D0CC-D1F4-B686-7AC56286CD4A}"/>
                </a:ext>
              </a:extLst>
            </p:cNvPr>
            <p:cNvSpPr/>
            <p:nvPr/>
          </p:nvSpPr>
          <p:spPr>
            <a:xfrm>
              <a:off x="3447313" y="3396981"/>
              <a:ext cx="2337410" cy="1491510"/>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82" name="object 82">
              <a:extLst>
                <a:ext uri="{FF2B5EF4-FFF2-40B4-BE49-F238E27FC236}">
                  <a16:creationId xmlns:a16="http://schemas.microsoft.com/office/drawing/2014/main" id="{9D44186D-47D9-DC4E-FD85-9D73B2960116}"/>
                </a:ext>
              </a:extLst>
            </p:cNvPr>
            <p:cNvSpPr/>
            <p:nvPr/>
          </p:nvSpPr>
          <p:spPr>
            <a:xfrm>
              <a:off x="5649769" y="4744558"/>
              <a:ext cx="255514" cy="219498"/>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83" name="object 83">
              <a:extLst>
                <a:ext uri="{FF2B5EF4-FFF2-40B4-BE49-F238E27FC236}">
                  <a16:creationId xmlns:a16="http://schemas.microsoft.com/office/drawing/2014/main" id="{B88A2FD3-34B5-DEC1-5140-3A25D4EBCCC2}"/>
                </a:ext>
              </a:extLst>
            </p:cNvPr>
            <p:cNvSpPr/>
            <p:nvPr/>
          </p:nvSpPr>
          <p:spPr>
            <a:xfrm>
              <a:off x="4426182" y="3949326"/>
              <a:ext cx="647781" cy="530754"/>
            </a:xfrm>
            <a:custGeom>
              <a:avLst/>
              <a:gdLst/>
              <a:ahLst/>
              <a:cxnLst/>
              <a:rect l="l" t="t" r="r" b="b"/>
              <a:pathLst>
                <a:path w="648335" h="529589">
                  <a:moveTo>
                    <a:pt x="647750" y="328079"/>
                  </a:moveTo>
                  <a:lnTo>
                    <a:pt x="132778" y="0"/>
                  </a:lnTo>
                  <a:lnTo>
                    <a:pt x="131406" y="2146"/>
                  </a:lnTo>
                  <a:lnTo>
                    <a:pt x="128104" y="25"/>
                  </a:lnTo>
                  <a:lnTo>
                    <a:pt x="0" y="201117"/>
                  </a:lnTo>
                  <a:lnTo>
                    <a:pt x="514972" y="529196"/>
                  </a:lnTo>
                  <a:lnTo>
                    <a:pt x="516318" y="527075"/>
                  </a:lnTo>
                  <a:lnTo>
                    <a:pt x="519645" y="529183"/>
                  </a:lnTo>
                  <a:lnTo>
                    <a:pt x="647750" y="328079"/>
                  </a:lnTo>
                  <a:close/>
                </a:path>
              </a:pathLst>
            </a:custGeom>
            <a:solidFill>
              <a:srgbClr val="F2F2F2"/>
            </a:solidFill>
          </p:spPr>
          <p:txBody>
            <a:bodyPr lIns="0" tIns="0" rIns="0" bIns="0"/>
            <a:lstStyle/>
            <a:p>
              <a:pPr>
                <a:defRPr/>
              </a:pPr>
              <a:endParaRPr sz="2647"/>
            </a:p>
          </p:txBody>
        </p:sp>
        <p:sp>
          <p:nvSpPr>
            <p:cNvPr id="84" name="object 84">
              <a:extLst>
                <a:ext uri="{FF2B5EF4-FFF2-40B4-BE49-F238E27FC236}">
                  <a16:creationId xmlns:a16="http://schemas.microsoft.com/office/drawing/2014/main" id="{E5EAD0ED-2F6A-3753-E61B-00F1DA3A5EC0}"/>
                </a:ext>
              </a:extLst>
            </p:cNvPr>
            <p:cNvSpPr/>
            <p:nvPr/>
          </p:nvSpPr>
          <p:spPr>
            <a:xfrm>
              <a:off x="3242182" y="3188278"/>
              <a:ext cx="352681" cy="352637"/>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85" name="object 85">
              <a:extLst>
                <a:ext uri="{FF2B5EF4-FFF2-40B4-BE49-F238E27FC236}">
                  <a16:creationId xmlns:a16="http://schemas.microsoft.com/office/drawing/2014/main" id="{306D4F44-7EA3-654D-FBB4-6B0F055E9D29}"/>
                </a:ext>
              </a:extLst>
            </p:cNvPr>
            <p:cNvSpPr/>
            <p:nvPr/>
          </p:nvSpPr>
          <p:spPr>
            <a:xfrm>
              <a:off x="3242182" y="3188278"/>
              <a:ext cx="352681"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86" name="object 86">
              <a:extLst>
                <a:ext uri="{FF2B5EF4-FFF2-40B4-BE49-F238E27FC236}">
                  <a16:creationId xmlns:a16="http://schemas.microsoft.com/office/drawing/2014/main" id="{4C3615CF-547A-B8AB-DCF3-36D2D2E7623A}"/>
                </a:ext>
              </a:extLst>
            </p:cNvPr>
            <p:cNvSpPr/>
            <p:nvPr/>
          </p:nvSpPr>
          <p:spPr>
            <a:xfrm>
              <a:off x="6756395" y="5582969"/>
              <a:ext cx="689168" cy="644102"/>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grpSp>
      <p:sp>
        <p:nvSpPr>
          <p:cNvPr id="87" name="object 87">
            <a:extLst>
              <a:ext uri="{FF2B5EF4-FFF2-40B4-BE49-F238E27FC236}">
                <a16:creationId xmlns:a16="http://schemas.microsoft.com/office/drawing/2014/main" id="{E7002F9A-B18C-E2D3-6E86-D2CA70F808E9}"/>
              </a:ext>
            </a:extLst>
          </p:cNvPr>
          <p:cNvSpPr txBox="1"/>
          <p:nvPr/>
        </p:nvSpPr>
        <p:spPr>
          <a:xfrm rot="19140000">
            <a:off x="6154738" y="5129213"/>
            <a:ext cx="511175" cy="139700"/>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88" name="object 88">
            <a:extLst>
              <a:ext uri="{FF2B5EF4-FFF2-40B4-BE49-F238E27FC236}">
                <a16:creationId xmlns:a16="http://schemas.microsoft.com/office/drawing/2014/main" id="{A8933815-E843-1E63-B393-272CCC992BCA}"/>
              </a:ext>
            </a:extLst>
          </p:cNvPr>
          <p:cNvSpPr/>
          <p:nvPr/>
        </p:nvSpPr>
        <p:spPr>
          <a:xfrm>
            <a:off x="1909763" y="4972050"/>
            <a:ext cx="609600" cy="574675"/>
          </a:xfrm>
          <a:custGeom>
            <a:avLst/>
            <a:gdLst/>
            <a:ahLst/>
            <a:cxnLst/>
            <a:rect l="l" t="t" r="r" b="b"/>
            <a:pathLst>
              <a:path w="691514" h="652145">
                <a:moveTo>
                  <a:pt x="691286" y="474052"/>
                </a:moveTo>
                <a:lnTo>
                  <a:pt x="163258" y="3594"/>
                </a:lnTo>
                <a:lnTo>
                  <a:pt x="162991" y="3898"/>
                </a:lnTo>
                <a:lnTo>
                  <a:pt x="158623" y="0"/>
                </a:lnTo>
                <a:lnTo>
                  <a:pt x="0" y="178028"/>
                </a:lnTo>
                <a:lnTo>
                  <a:pt x="528027" y="648474"/>
                </a:lnTo>
                <a:lnTo>
                  <a:pt x="528281" y="648182"/>
                </a:lnTo>
                <a:lnTo>
                  <a:pt x="532663" y="652068"/>
                </a:lnTo>
                <a:lnTo>
                  <a:pt x="691286" y="474052"/>
                </a:lnTo>
                <a:close/>
              </a:path>
            </a:pathLst>
          </a:custGeom>
          <a:solidFill>
            <a:srgbClr val="F2F2F2"/>
          </a:solidFill>
        </p:spPr>
        <p:txBody>
          <a:bodyPr lIns="0" tIns="0" rIns="0" bIns="0"/>
          <a:lstStyle/>
          <a:p>
            <a:pPr>
              <a:defRPr/>
            </a:pPr>
            <a:endParaRPr sz="2647"/>
          </a:p>
        </p:txBody>
      </p:sp>
      <p:sp>
        <p:nvSpPr>
          <p:cNvPr id="89" name="object 89">
            <a:extLst>
              <a:ext uri="{FF2B5EF4-FFF2-40B4-BE49-F238E27FC236}">
                <a16:creationId xmlns:a16="http://schemas.microsoft.com/office/drawing/2014/main" id="{FF507761-DFEE-208B-A524-6EEACD1B70BA}"/>
              </a:ext>
            </a:extLst>
          </p:cNvPr>
          <p:cNvSpPr txBox="1"/>
          <p:nvPr/>
        </p:nvSpPr>
        <p:spPr>
          <a:xfrm>
            <a:off x="4073525" y="5984875"/>
            <a:ext cx="493713" cy="153988"/>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10 / </a:t>
            </a:r>
            <a:r>
              <a:rPr sz="1059" spc="-22" dirty="0">
                <a:solidFill>
                  <a:srgbClr val="BABABA"/>
                </a:solidFill>
                <a:latin typeface="Lucida Sans"/>
                <a:cs typeface="Lucida Sans"/>
              </a:rPr>
              <a:t>16</a:t>
            </a:r>
            <a:endParaRPr sz="1059">
              <a:latin typeface="Lucida Sans"/>
              <a:cs typeface="Lucida Sans"/>
            </a:endParaRPr>
          </a:p>
        </p:txBody>
      </p:sp>
      <p:sp>
        <p:nvSpPr>
          <p:cNvPr id="90" name="object 90">
            <a:extLst>
              <a:ext uri="{FF2B5EF4-FFF2-40B4-BE49-F238E27FC236}">
                <a16:creationId xmlns:a16="http://schemas.microsoft.com/office/drawing/2014/main" id="{BDECC929-64A4-1FA8-20F6-5E43EF64C950}"/>
              </a:ext>
            </a:extLst>
          </p:cNvPr>
          <p:cNvSpPr/>
          <p:nvPr/>
        </p:nvSpPr>
        <p:spPr>
          <a:xfrm>
            <a:off x="3992563" y="4192588"/>
            <a:ext cx="623887" cy="1985962"/>
          </a:xfrm>
          <a:custGeom>
            <a:avLst/>
            <a:gdLst/>
            <a:ahLst/>
            <a:cxnLst/>
            <a:rect l="l" t="t" r="r" b="b"/>
            <a:pathLst>
              <a:path w="707389" h="2251075">
                <a:moveTo>
                  <a:pt x="407733" y="0"/>
                </a:moveTo>
                <a:lnTo>
                  <a:pt x="162140" y="0"/>
                </a:lnTo>
                <a:lnTo>
                  <a:pt x="162140" y="238442"/>
                </a:lnTo>
                <a:lnTo>
                  <a:pt x="407733" y="238442"/>
                </a:lnTo>
                <a:lnTo>
                  <a:pt x="407733" y="0"/>
                </a:lnTo>
                <a:close/>
              </a:path>
              <a:path w="707389" h="2251075">
                <a:moveTo>
                  <a:pt x="707199" y="2012391"/>
                </a:moveTo>
                <a:lnTo>
                  <a:pt x="0" y="2012391"/>
                </a:lnTo>
                <a:lnTo>
                  <a:pt x="0" y="2250833"/>
                </a:lnTo>
                <a:lnTo>
                  <a:pt x="707199" y="2250833"/>
                </a:lnTo>
                <a:lnTo>
                  <a:pt x="707199" y="2012391"/>
                </a:lnTo>
                <a:close/>
              </a:path>
            </a:pathLst>
          </a:custGeom>
          <a:solidFill>
            <a:srgbClr val="F2F2F2"/>
          </a:solidFill>
        </p:spPr>
        <p:txBody>
          <a:bodyPr lIns="0" tIns="0" rIns="0" bIns="0"/>
          <a:lstStyle/>
          <a:p>
            <a:pPr>
              <a:defRPr/>
            </a:pPr>
            <a:endParaRPr sz="2647"/>
          </a:p>
        </p:txBody>
      </p:sp>
      <p:sp>
        <p:nvSpPr>
          <p:cNvPr id="91" name="object 91">
            <a:extLst>
              <a:ext uri="{FF2B5EF4-FFF2-40B4-BE49-F238E27FC236}">
                <a16:creationId xmlns:a16="http://schemas.microsoft.com/office/drawing/2014/main" id="{6F82D768-4DA1-304F-EA2D-0917E4838A0D}"/>
              </a:ext>
            </a:extLst>
          </p:cNvPr>
          <p:cNvSpPr txBox="1"/>
          <p:nvPr/>
        </p:nvSpPr>
        <p:spPr>
          <a:xfrm>
            <a:off x="723900" y="2413000"/>
            <a:ext cx="2919413" cy="319088"/>
          </a:xfrm>
          <a:prstGeom prst="rect">
            <a:avLst/>
          </a:prstGeom>
        </p:spPr>
        <p:txBody>
          <a:bodyPr lIns="0" tIns="11206" rIns="0" bIns="0">
            <a:spAutoFit/>
          </a:bodyPr>
          <a:lstStyle/>
          <a:p>
            <a:pPr marL="33619">
              <a:spcBef>
                <a:spcPts val="88"/>
              </a:spcBef>
              <a:defRPr/>
            </a:pPr>
            <a:r>
              <a:rPr sz="2000" b="1" dirty="0">
                <a:solidFill>
                  <a:schemeClr val="tx1"/>
                </a:solidFill>
                <a:latin typeface="Tahoma"/>
                <a:cs typeface="Tahoma"/>
              </a:rPr>
              <a:t>4</a:t>
            </a:r>
            <a:r>
              <a:rPr sz="2000" b="1" baseline="27777" dirty="0">
                <a:solidFill>
                  <a:schemeClr val="tx1"/>
                </a:solidFill>
                <a:latin typeface="Tahoma"/>
                <a:cs typeface="Tahoma"/>
              </a:rPr>
              <a:t>th</a:t>
            </a:r>
            <a:r>
              <a:rPr sz="2000" b="1" spc="317" baseline="27777" dirty="0">
                <a:solidFill>
                  <a:schemeClr val="tx1"/>
                </a:solidFill>
                <a:latin typeface="Tahoma"/>
                <a:cs typeface="Tahoma"/>
              </a:rPr>
              <a:t> </a:t>
            </a:r>
            <a:r>
              <a:rPr sz="2000" b="1" dirty="0">
                <a:solidFill>
                  <a:schemeClr val="tx1"/>
                </a:solidFill>
                <a:latin typeface="Tahoma"/>
                <a:cs typeface="Tahoma"/>
              </a:rPr>
              <a:t>augmenting</a:t>
            </a:r>
            <a:r>
              <a:rPr sz="2000" b="1" spc="97" dirty="0">
                <a:solidFill>
                  <a:schemeClr val="tx1"/>
                </a:solidFill>
                <a:latin typeface="Tahoma"/>
                <a:cs typeface="Tahoma"/>
              </a:rPr>
              <a:t> </a:t>
            </a:r>
            <a:r>
              <a:rPr sz="2000" b="1" spc="-18" dirty="0">
                <a:solidFill>
                  <a:schemeClr val="tx1"/>
                </a:solidFill>
                <a:latin typeface="Tahoma"/>
                <a:cs typeface="Tahoma"/>
              </a:rPr>
              <a:t>path</a:t>
            </a:r>
            <a:endParaRPr sz="2000" dirty="0">
              <a:solidFill>
                <a:schemeClr val="tx1"/>
              </a:solidFill>
              <a:latin typeface="Tahoma"/>
              <a:cs typeface="Tahoma"/>
            </a:endParaRPr>
          </a:p>
        </p:txBody>
      </p:sp>
      <p:sp>
        <p:nvSpPr>
          <p:cNvPr id="92" name="object 92">
            <a:extLst>
              <a:ext uri="{FF2B5EF4-FFF2-40B4-BE49-F238E27FC236}">
                <a16:creationId xmlns:a16="http://schemas.microsoft.com/office/drawing/2014/main" id="{32BBA139-7326-DE1B-5354-A8689FCE8456}"/>
              </a:ext>
            </a:extLst>
          </p:cNvPr>
          <p:cNvSpPr txBox="1"/>
          <p:nvPr/>
        </p:nvSpPr>
        <p:spPr>
          <a:xfrm>
            <a:off x="7183438" y="4341813"/>
            <a:ext cx="1252537" cy="214312"/>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dirty="0">
                <a:latin typeface="Lucida Sans"/>
                <a:cs typeface="Lucida Sans"/>
              </a:rPr>
              <a:t>25</a:t>
            </a:r>
            <a:r>
              <a:rPr sz="1191" spc="296" dirty="0">
                <a:latin typeface="Lucida Sans"/>
                <a:cs typeface="Lucida Sans"/>
              </a:rPr>
              <a:t> </a:t>
            </a:r>
            <a:r>
              <a:rPr sz="1191" dirty="0">
                <a:solidFill>
                  <a:srgbClr val="8D3124"/>
                </a:solidFill>
                <a:latin typeface="Lucida Sans"/>
                <a:cs typeface="Lucida Sans"/>
              </a:rPr>
              <a:t>+ 3 = </a:t>
            </a:r>
            <a:r>
              <a:rPr sz="1191" spc="-22" dirty="0">
                <a:solidFill>
                  <a:srgbClr val="8D3124"/>
                </a:solidFill>
                <a:latin typeface="Lucida Sans"/>
                <a:cs typeface="Lucida Sans"/>
              </a:rPr>
              <a:t>28</a:t>
            </a:r>
            <a:endParaRPr sz="1191">
              <a:latin typeface="Lucida Sans"/>
              <a:cs typeface="Lucida Sans"/>
            </a:endParaRPr>
          </a:p>
        </p:txBody>
      </p:sp>
      <p:sp>
        <p:nvSpPr>
          <p:cNvPr id="93" name="object 93">
            <a:extLst>
              <a:ext uri="{FF2B5EF4-FFF2-40B4-BE49-F238E27FC236}">
                <a16:creationId xmlns:a16="http://schemas.microsoft.com/office/drawing/2014/main" id="{21483896-A0D2-CD51-6494-FA8F691055C5}"/>
              </a:ext>
            </a:extLst>
          </p:cNvPr>
          <p:cNvSpPr txBox="1"/>
          <p:nvPr/>
        </p:nvSpPr>
        <p:spPr>
          <a:xfrm>
            <a:off x="4205288" y="4189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8</a:t>
            </a:r>
            <a:endParaRPr sz="1059">
              <a:latin typeface="Lucida Sans"/>
              <a:cs typeface="Lucida Sans"/>
            </a:endParaRPr>
          </a:p>
        </p:txBody>
      </p:sp>
      <p:sp>
        <p:nvSpPr>
          <p:cNvPr id="94" name="object 94">
            <a:extLst>
              <a:ext uri="{FF2B5EF4-FFF2-40B4-BE49-F238E27FC236}">
                <a16:creationId xmlns:a16="http://schemas.microsoft.com/office/drawing/2014/main" id="{3B31A246-A62A-0634-5A75-A5DDDB14B734}"/>
              </a:ext>
            </a:extLst>
          </p:cNvPr>
          <p:cNvSpPr txBox="1"/>
          <p:nvPr/>
        </p:nvSpPr>
        <p:spPr>
          <a:xfrm>
            <a:off x="4171950" y="4391025"/>
            <a:ext cx="377825" cy="174625"/>
          </a:xfrm>
          <a:prstGeom prst="rect">
            <a:avLst/>
          </a:prstGeom>
        </p:spPr>
        <p:txBody>
          <a:bodyPr lIns="0" tIns="11206" rIns="0" bIns="0">
            <a:spAutoFit/>
          </a:bodyPr>
          <a:lstStyle/>
          <a:p>
            <a:pPr marL="11206">
              <a:spcBef>
                <a:spcPts val="88"/>
              </a:spcBef>
              <a:defRPr/>
            </a:pPr>
            <a:r>
              <a:rPr sz="1059" b="1" spc="-799" dirty="0">
                <a:solidFill>
                  <a:srgbClr val="8D3124"/>
                </a:solidFill>
                <a:latin typeface="Lucida Sans"/>
                <a:cs typeface="Lucida Sans"/>
              </a:rPr>
              <a:t>—</a:t>
            </a:r>
            <a:r>
              <a:rPr sz="1059" dirty="0">
                <a:latin typeface="Lucida Sans"/>
                <a:cs typeface="Lucida Sans"/>
              </a:rPr>
              <a:t>5 / </a:t>
            </a:r>
            <a:r>
              <a:rPr sz="1059" spc="-44" dirty="0">
                <a:latin typeface="Lucida Sans"/>
                <a:cs typeface="Lucida Sans"/>
              </a:rPr>
              <a:t>8</a:t>
            </a:r>
            <a:endParaRPr sz="1059">
              <a:latin typeface="Lucida Sans"/>
              <a:cs typeface="Lucida Sans"/>
            </a:endParaRPr>
          </a:p>
        </p:txBody>
      </p:sp>
      <p:sp>
        <p:nvSpPr>
          <p:cNvPr id="95" name="object 95">
            <a:extLst>
              <a:ext uri="{FF2B5EF4-FFF2-40B4-BE49-F238E27FC236}">
                <a16:creationId xmlns:a16="http://schemas.microsoft.com/office/drawing/2014/main" id="{6E713031-A6CF-50AB-1C38-6D79F956E3AD}"/>
              </a:ext>
            </a:extLst>
          </p:cNvPr>
          <p:cNvSpPr/>
          <p:nvPr/>
        </p:nvSpPr>
        <p:spPr>
          <a:xfrm>
            <a:off x="4149725" y="3316288"/>
            <a:ext cx="295275" cy="295275"/>
          </a:xfrm>
          <a:custGeom>
            <a:avLst/>
            <a:gdLst/>
            <a:ahLst/>
            <a:cxnLst/>
            <a:rect l="l" t="t" r="r" b="b"/>
            <a:pathLst>
              <a:path w="335279" h="333375">
                <a:moveTo>
                  <a:pt x="128111" y="0"/>
                </a:moveTo>
                <a:lnTo>
                  <a:pt x="0" y="201094"/>
                </a:lnTo>
                <a:lnTo>
                  <a:pt x="207129" y="333049"/>
                </a:lnTo>
                <a:lnTo>
                  <a:pt x="335239" y="131955"/>
                </a:lnTo>
                <a:lnTo>
                  <a:pt x="128111" y="0"/>
                </a:lnTo>
                <a:close/>
              </a:path>
            </a:pathLst>
          </a:custGeom>
          <a:solidFill>
            <a:srgbClr val="F2F2F2"/>
          </a:solidFill>
        </p:spPr>
        <p:txBody>
          <a:bodyPr lIns="0" tIns="0" rIns="0" bIns="0"/>
          <a:lstStyle/>
          <a:p>
            <a:pPr>
              <a:defRPr/>
            </a:pPr>
            <a:endParaRPr sz="2647"/>
          </a:p>
        </p:txBody>
      </p:sp>
      <p:sp>
        <p:nvSpPr>
          <p:cNvPr id="96" name="object 96">
            <a:extLst>
              <a:ext uri="{FF2B5EF4-FFF2-40B4-BE49-F238E27FC236}">
                <a16:creationId xmlns:a16="http://schemas.microsoft.com/office/drawing/2014/main" id="{B6DC4A12-61B4-25E1-4609-2519E9396AE0}"/>
              </a:ext>
            </a:extLst>
          </p:cNvPr>
          <p:cNvSpPr txBox="1"/>
          <p:nvPr/>
        </p:nvSpPr>
        <p:spPr>
          <a:xfrm rot="1920000">
            <a:off x="4230688" y="3400425"/>
            <a:ext cx="160337" cy="141288"/>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2</a:t>
            </a:r>
            <a:endParaRPr sz="1059">
              <a:latin typeface="Lucida Sans"/>
              <a:cs typeface="Lucida Sans"/>
            </a:endParaRPr>
          </a:p>
        </p:txBody>
      </p:sp>
      <p:sp>
        <p:nvSpPr>
          <p:cNvPr id="97" name="object 97">
            <a:extLst>
              <a:ext uri="{FF2B5EF4-FFF2-40B4-BE49-F238E27FC236}">
                <a16:creationId xmlns:a16="http://schemas.microsoft.com/office/drawing/2014/main" id="{14299269-BFFF-9009-4297-4834C5ACD796}"/>
              </a:ext>
            </a:extLst>
          </p:cNvPr>
          <p:cNvSpPr txBox="1"/>
          <p:nvPr/>
        </p:nvSpPr>
        <p:spPr>
          <a:xfrm rot="1920000">
            <a:off x="4098925" y="3662363"/>
            <a:ext cx="450850" cy="128587"/>
          </a:xfrm>
          <a:prstGeom prst="rect">
            <a:avLst/>
          </a:prstGeom>
        </p:spPr>
        <p:txBody>
          <a:bodyPr lIns="0" tIns="0" rIns="0" bIns="0">
            <a:spAutoFit/>
          </a:bodyPr>
          <a:lstStyle/>
          <a:p>
            <a:pPr>
              <a:lnSpc>
                <a:spcPts val="993"/>
              </a:lnSpc>
              <a:defRPr/>
            </a:pPr>
            <a:r>
              <a:rPr sz="1588" b="1" spc="-1356" baseline="-4629" dirty="0">
                <a:solidFill>
                  <a:srgbClr val="8D3124"/>
                </a:solidFill>
                <a:latin typeface="Lucida Sans"/>
                <a:cs typeface="Lucida Sans"/>
              </a:rPr>
              <a:t>—</a:t>
            </a:r>
            <a:r>
              <a:rPr sz="1059" dirty="0">
                <a:latin typeface="Lucida Sans"/>
                <a:cs typeface="Lucida Sans"/>
              </a:rPr>
              <a:t>5</a:t>
            </a:r>
            <a:r>
              <a:rPr sz="1059" spc="-13"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98" name="object 98">
            <a:extLst>
              <a:ext uri="{FF2B5EF4-FFF2-40B4-BE49-F238E27FC236}">
                <a16:creationId xmlns:a16="http://schemas.microsoft.com/office/drawing/2014/main" id="{FC782A8E-60F0-95B2-73C8-320F094C4A6E}"/>
              </a:ext>
            </a:extLst>
          </p:cNvPr>
          <p:cNvSpPr/>
          <p:nvPr/>
        </p:nvSpPr>
        <p:spPr>
          <a:xfrm>
            <a:off x="6202363" y="3287713"/>
            <a:ext cx="303212" cy="301625"/>
          </a:xfrm>
          <a:custGeom>
            <a:avLst/>
            <a:gdLst/>
            <a:ahLst/>
            <a:cxnLst/>
            <a:rect l="l" t="t" r="r" b="b"/>
            <a:pathLst>
              <a:path w="342265" h="340995">
                <a:moveTo>
                  <a:pt x="155483" y="0"/>
                </a:moveTo>
                <a:lnTo>
                  <a:pt x="0" y="180765"/>
                </a:lnTo>
                <a:lnTo>
                  <a:pt x="186190" y="340914"/>
                </a:lnTo>
                <a:lnTo>
                  <a:pt x="341673" y="160149"/>
                </a:lnTo>
                <a:lnTo>
                  <a:pt x="155483" y="0"/>
                </a:lnTo>
                <a:close/>
              </a:path>
            </a:pathLst>
          </a:custGeom>
          <a:solidFill>
            <a:srgbClr val="F2F2F2"/>
          </a:solidFill>
        </p:spPr>
        <p:txBody>
          <a:bodyPr lIns="0" tIns="0" rIns="0" bIns="0"/>
          <a:lstStyle/>
          <a:p>
            <a:pPr>
              <a:defRPr/>
            </a:pPr>
            <a:endParaRPr sz="2647"/>
          </a:p>
        </p:txBody>
      </p:sp>
      <p:sp>
        <p:nvSpPr>
          <p:cNvPr id="99" name="object 99">
            <a:extLst>
              <a:ext uri="{FF2B5EF4-FFF2-40B4-BE49-F238E27FC236}">
                <a16:creationId xmlns:a16="http://schemas.microsoft.com/office/drawing/2014/main" id="{B0602CC6-3C13-CAAF-991B-CA6FA589EC87}"/>
              </a:ext>
            </a:extLst>
          </p:cNvPr>
          <p:cNvSpPr txBox="1"/>
          <p:nvPr/>
        </p:nvSpPr>
        <p:spPr>
          <a:xfrm rot="2400000">
            <a:off x="6286500" y="3376613"/>
            <a:ext cx="160338"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8</a:t>
            </a:r>
            <a:endParaRPr sz="1059">
              <a:latin typeface="Lucida Sans"/>
              <a:cs typeface="Lucida Sans"/>
            </a:endParaRPr>
          </a:p>
        </p:txBody>
      </p:sp>
      <p:sp>
        <p:nvSpPr>
          <p:cNvPr id="100" name="object 100">
            <a:extLst>
              <a:ext uri="{FF2B5EF4-FFF2-40B4-BE49-F238E27FC236}">
                <a16:creationId xmlns:a16="http://schemas.microsoft.com/office/drawing/2014/main" id="{D175AF35-A61E-BD80-D442-05E3C187BFB3}"/>
              </a:ext>
            </a:extLst>
          </p:cNvPr>
          <p:cNvSpPr txBox="1"/>
          <p:nvPr/>
        </p:nvSpPr>
        <p:spPr>
          <a:xfrm rot="2400000">
            <a:off x="6126163" y="3627438"/>
            <a:ext cx="457200" cy="141287"/>
          </a:xfrm>
          <a:prstGeom prst="rect">
            <a:avLst/>
          </a:prstGeom>
        </p:spPr>
        <p:txBody>
          <a:bodyPr lIns="0" tIns="0" rIns="0" bIns="0">
            <a:spAutoFit/>
          </a:bodyPr>
          <a:lstStyle/>
          <a:p>
            <a:pPr>
              <a:lnSpc>
                <a:spcPts val="1059"/>
              </a:lnSpc>
              <a:defRPr/>
            </a:pPr>
            <a:r>
              <a:rPr sz="1588" b="1" spc="-1284" baseline="4629" dirty="0">
                <a:solidFill>
                  <a:srgbClr val="8D3124"/>
                </a:solidFill>
                <a:latin typeface="Lucida Sans"/>
                <a:cs typeface="Lucida Sans"/>
              </a:rPr>
              <a:t>—</a:t>
            </a:r>
            <a:r>
              <a:rPr sz="1588" baseline="2314" dirty="0">
                <a:latin typeface="Lucida Sans"/>
                <a:cs typeface="Lucida Sans"/>
              </a:rPr>
              <a:t>5</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101" name="object 101">
            <a:extLst>
              <a:ext uri="{FF2B5EF4-FFF2-40B4-BE49-F238E27FC236}">
                <a16:creationId xmlns:a16="http://schemas.microsoft.com/office/drawing/2014/main" id="{A9E3590D-577D-286F-1BAB-03019546662E}"/>
              </a:ext>
            </a:extLst>
          </p:cNvPr>
          <p:cNvSpPr/>
          <p:nvPr/>
        </p:nvSpPr>
        <p:spPr>
          <a:xfrm>
            <a:off x="4135438" y="2668588"/>
            <a:ext cx="217487" cy="211137"/>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102" name="object 102">
            <a:extLst>
              <a:ext uri="{FF2B5EF4-FFF2-40B4-BE49-F238E27FC236}">
                <a16:creationId xmlns:a16="http://schemas.microsoft.com/office/drawing/2014/main" id="{5C7F1DC1-F033-6067-BC01-FE644521C3F9}"/>
              </a:ext>
            </a:extLst>
          </p:cNvPr>
          <p:cNvSpPr txBox="1"/>
          <p:nvPr/>
        </p:nvSpPr>
        <p:spPr>
          <a:xfrm>
            <a:off x="4205288" y="2665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8</a:t>
            </a:r>
            <a:endParaRPr sz="1059">
              <a:latin typeface="Lucida Sans"/>
              <a:cs typeface="Lucida Sans"/>
            </a:endParaRPr>
          </a:p>
        </p:txBody>
      </p:sp>
      <p:sp>
        <p:nvSpPr>
          <p:cNvPr id="103" name="object 103">
            <a:extLst>
              <a:ext uri="{FF2B5EF4-FFF2-40B4-BE49-F238E27FC236}">
                <a16:creationId xmlns:a16="http://schemas.microsoft.com/office/drawing/2014/main" id="{CFB7521D-CA97-4FC6-E376-1E0723F5F6FE}"/>
              </a:ext>
            </a:extLst>
          </p:cNvPr>
          <p:cNvSpPr txBox="1"/>
          <p:nvPr/>
        </p:nvSpPr>
        <p:spPr>
          <a:xfrm>
            <a:off x="4179888" y="2851150"/>
            <a:ext cx="369887" cy="174625"/>
          </a:xfrm>
          <a:prstGeom prst="rect">
            <a:avLst/>
          </a:prstGeom>
        </p:spPr>
        <p:txBody>
          <a:bodyPr lIns="0" tIns="11206" rIns="0" bIns="0">
            <a:spAutoFit/>
          </a:bodyPr>
          <a:lstStyle/>
          <a:p>
            <a:pPr marL="11206">
              <a:spcBef>
                <a:spcPts val="88"/>
              </a:spcBef>
              <a:defRPr/>
            </a:pPr>
            <a:r>
              <a:rPr sz="1059" b="1" spc="-865" dirty="0">
                <a:solidFill>
                  <a:srgbClr val="8D3124"/>
                </a:solidFill>
                <a:latin typeface="Lucida Sans"/>
                <a:cs typeface="Lucida Sans"/>
              </a:rPr>
              <a:t>—</a:t>
            </a:r>
            <a:r>
              <a:rPr sz="1059" dirty="0">
                <a:latin typeface="Lucida Sans"/>
                <a:cs typeface="Lucida Sans"/>
              </a:rPr>
              <a:t>5 / </a:t>
            </a:r>
            <a:r>
              <a:rPr sz="1059" spc="-44" dirty="0">
                <a:latin typeface="Lucida Sans"/>
                <a:cs typeface="Lucida Sans"/>
              </a:rPr>
              <a:t>9</a:t>
            </a:r>
            <a:endParaRPr sz="1059">
              <a:latin typeface="Lucida Sans"/>
              <a:cs typeface="Lucida Sans"/>
            </a:endParaRPr>
          </a:p>
        </p:txBody>
      </p:sp>
      <p:sp>
        <p:nvSpPr>
          <p:cNvPr id="104" name="object 104">
            <a:extLst>
              <a:ext uri="{FF2B5EF4-FFF2-40B4-BE49-F238E27FC236}">
                <a16:creationId xmlns:a16="http://schemas.microsoft.com/office/drawing/2014/main" id="{FFA53AF5-3DE6-02BA-6A78-21A39A87435F}"/>
              </a:ext>
            </a:extLst>
          </p:cNvPr>
          <p:cNvSpPr/>
          <p:nvPr/>
        </p:nvSpPr>
        <p:spPr>
          <a:xfrm>
            <a:off x="2047875" y="4824413"/>
            <a:ext cx="366713" cy="357187"/>
          </a:xfrm>
          <a:custGeom>
            <a:avLst/>
            <a:gdLst/>
            <a:ahLst/>
            <a:cxnLst/>
            <a:rect l="l" t="t" r="r" b="b"/>
            <a:pathLst>
              <a:path w="414655" h="405764">
                <a:moveTo>
                  <a:pt x="158614" y="0"/>
                </a:moveTo>
                <a:lnTo>
                  <a:pt x="0" y="178024"/>
                </a:lnTo>
                <a:lnTo>
                  <a:pt x="255488" y="405655"/>
                </a:lnTo>
                <a:lnTo>
                  <a:pt x="414102" y="227630"/>
                </a:lnTo>
                <a:lnTo>
                  <a:pt x="158614" y="0"/>
                </a:lnTo>
                <a:close/>
              </a:path>
            </a:pathLst>
          </a:custGeom>
          <a:solidFill>
            <a:srgbClr val="F2F2F2"/>
          </a:solidFill>
        </p:spPr>
        <p:txBody>
          <a:bodyPr lIns="0" tIns="0" rIns="0" bIns="0"/>
          <a:lstStyle/>
          <a:p>
            <a:pPr>
              <a:defRPr/>
            </a:pPr>
            <a:endParaRPr sz="2647"/>
          </a:p>
        </p:txBody>
      </p:sp>
      <p:sp>
        <p:nvSpPr>
          <p:cNvPr id="105" name="object 105">
            <a:extLst>
              <a:ext uri="{FF2B5EF4-FFF2-40B4-BE49-F238E27FC236}">
                <a16:creationId xmlns:a16="http://schemas.microsoft.com/office/drawing/2014/main" id="{94D246CD-CEF3-7E54-FDF6-3CB992EC7FFB}"/>
              </a:ext>
            </a:extLst>
          </p:cNvPr>
          <p:cNvSpPr txBox="1"/>
          <p:nvPr/>
        </p:nvSpPr>
        <p:spPr>
          <a:xfrm rot="2460000">
            <a:off x="2133600" y="4948238"/>
            <a:ext cx="219075" cy="128587"/>
          </a:xfrm>
          <a:prstGeom prst="rect">
            <a:avLst/>
          </a:prstGeom>
        </p:spPr>
        <p:txBody>
          <a:bodyPr lIns="0" tIns="0" rIns="0" bIns="0">
            <a:spAutoFit/>
          </a:bodyPr>
          <a:lstStyle/>
          <a:p>
            <a:pPr>
              <a:lnSpc>
                <a:spcPts val="1046"/>
              </a:lnSpc>
              <a:defRPr/>
            </a:pPr>
            <a:r>
              <a:rPr sz="1059" spc="-22" dirty="0">
                <a:solidFill>
                  <a:srgbClr val="8D3124"/>
                </a:solidFill>
                <a:latin typeface="Lucida Sans"/>
                <a:cs typeface="Lucida Sans"/>
              </a:rPr>
              <a:t>13</a:t>
            </a:r>
            <a:endParaRPr sz="1059">
              <a:latin typeface="Lucida Sans"/>
              <a:cs typeface="Lucida Sans"/>
            </a:endParaRPr>
          </a:p>
        </p:txBody>
      </p:sp>
      <p:sp>
        <p:nvSpPr>
          <p:cNvPr id="106" name="object 106">
            <a:extLst>
              <a:ext uri="{FF2B5EF4-FFF2-40B4-BE49-F238E27FC236}">
                <a16:creationId xmlns:a16="http://schemas.microsoft.com/office/drawing/2014/main" id="{BAEBF6B7-1F58-CD7C-A82A-DBFCD1A9010C}"/>
              </a:ext>
            </a:extLst>
          </p:cNvPr>
          <p:cNvSpPr txBox="1"/>
          <p:nvPr/>
        </p:nvSpPr>
        <p:spPr>
          <a:xfrm rot="2460000">
            <a:off x="1971675" y="5200650"/>
            <a:ext cx="514350" cy="141288"/>
          </a:xfrm>
          <a:prstGeom prst="rect">
            <a:avLst/>
          </a:prstGeom>
        </p:spPr>
        <p:txBody>
          <a:bodyPr lIns="0" tIns="0" rIns="0" bIns="0">
            <a:spAutoFit/>
          </a:bodyPr>
          <a:lstStyle/>
          <a:p>
            <a:pPr>
              <a:lnSpc>
                <a:spcPts val="1050"/>
              </a:lnSpc>
              <a:defRPr/>
            </a:pPr>
            <a:r>
              <a:rPr sz="1588" spc="-827" baseline="2314" dirty="0">
                <a:latin typeface="Lucida Sans"/>
                <a:cs typeface="Lucida Sans"/>
              </a:rPr>
              <a:t>1</a:t>
            </a:r>
            <a:r>
              <a:rPr sz="1588" b="1" spc="-827" baseline="2314" dirty="0">
                <a:solidFill>
                  <a:srgbClr val="8D3124"/>
                </a:solidFill>
                <a:latin typeface="Lucida Sans"/>
                <a:cs typeface="Lucida Sans"/>
              </a:rPr>
              <a:t>—</a:t>
            </a:r>
            <a:r>
              <a:rPr sz="1588" baseline="2314" dirty="0">
                <a:latin typeface="Lucida Sans"/>
                <a:cs typeface="Lucida Sans"/>
              </a:rPr>
              <a:t>0</a:t>
            </a:r>
            <a:r>
              <a:rPr sz="1588" spc="-19" baseline="2314"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107" name="object 107">
            <a:extLst>
              <a:ext uri="{FF2B5EF4-FFF2-40B4-BE49-F238E27FC236}">
                <a16:creationId xmlns:a16="http://schemas.microsoft.com/office/drawing/2014/main" id="{823B3743-23CB-0E62-6AB8-CFC62E5C2D47}"/>
              </a:ext>
            </a:extLst>
          </p:cNvPr>
          <p:cNvSpPr/>
          <p:nvPr/>
        </p:nvSpPr>
        <p:spPr>
          <a:xfrm>
            <a:off x="3992563" y="5773738"/>
            <a:ext cx="301625" cy="211137"/>
          </a:xfrm>
          <a:custGeom>
            <a:avLst/>
            <a:gdLst/>
            <a:ahLst/>
            <a:cxnLst/>
            <a:rect l="l" t="t" r="r" b="b"/>
            <a:pathLst>
              <a:path w="342264" h="238759">
                <a:moveTo>
                  <a:pt x="0" y="0"/>
                </a:moveTo>
                <a:lnTo>
                  <a:pt x="342184" y="0"/>
                </a:lnTo>
                <a:lnTo>
                  <a:pt x="342184" y="238435"/>
                </a:lnTo>
                <a:lnTo>
                  <a:pt x="0" y="238435"/>
                </a:lnTo>
                <a:lnTo>
                  <a:pt x="0" y="0"/>
                </a:lnTo>
                <a:close/>
              </a:path>
            </a:pathLst>
          </a:custGeom>
          <a:solidFill>
            <a:srgbClr val="F2F2F2"/>
          </a:solidFill>
        </p:spPr>
        <p:txBody>
          <a:bodyPr lIns="0" tIns="0" rIns="0" bIns="0"/>
          <a:lstStyle/>
          <a:p>
            <a:pPr>
              <a:defRPr/>
            </a:pPr>
            <a:endParaRPr sz="2647"/>
          </a:p>
        </p:txBody>
      </p:sp>
      <p:sp>
        <p:nvSpPr>
          <p:cNvPr id="108" name="object 108">
            <a:extLst>
              <a:ext uri="{FF2B5EF4-FFF2-40B4-BE49-F238E27FC236}">
                <a16:creationId xmlns:a16="http://schemas.microsoft.com/office/drawing/2014/main" id="{AB8596A9-4FF5-B9F1-E15D-FC5A2C8B8265}"/>
              </a:ext>
            </a:extLst>
          </p:cNvPr>
          <p:cNvSpPr txBox="1"/>
          <p:nvPr/>
        </p:nvSpPr>
        <p:spPr>
          <a:xfrm>
            <a:off x="4062413" y="5738813"/>
            <a:ext cx="515937" cy="407987"/>
          </a:xfrm>
          <a:prstGeom prst="rect">
            <a:avLst/>
          </a:prstGeom>
        </p:spPr>
        <p:txBody>
          <a:bodyPr lIns="0" tIns="43143" rIns="0" bIns="0">
            <a:spAutoFit/>
          </a:bodyPr>
          <a:lstStyle/>
          <a:p>
            <a:pPr marL="11206">
              <a:spcBef>
                <a:spcPts val="340"/>
              </a:spcBef>
              <a:defRPr/>
            </a:pPr>
            <a:r>
              <a:rPr sz="1059" spc="-22" dirty="0">
                <a:solidFill>
                  <a:srgbClr val="8D3124"/>
                </a:solidFill>
                <a:latin typeface="Lucida Sans"/>
                <a:cs typeface="Lucida Sans"/>
              </a:rPr>
              <a:t>13</a:t>
            </a:r>
            <a:endParaRPr sz="1059">
              <a:latin typeface="Lucida Sans"/>
              <a:cs typeface="Lucida Sans"/>
            </a:endParaRPr>
          </a:p>
          <a:p>
            <a:pPr marL="11206">
              <a:spcBef>
                <a:spcPts val="256"/>
              </a:spcBef>
              <a:defRPr/>
            </a:pPr>
            <a:r>
              <a:rPr sz="1059" spc="-534" dirty="0">
                <a:latin typeface="Lucida Sans"/>
                <a:cs typeface="Lucida Sans"/>
              </a:rPr>
              <a:t>1</a:t>
            </a:r>
            <a:r>
              <a:rPr sz="1059" b="1" spc="-534" dirty="0">
                <a:solidFill>
                  <a:srgbClr val="8D3124"/>
                </a:solidFill>
                <a:latin typeface="Lucida Sans"/>
                <a:cs typeface="Lucida Sans"/>
              </a:rPr>
              <a:t>—</a:t>
            </a:r>
            <a:r>
              <a:rPr sz="1059" dirty="0">
                <a:latin typeface="Lucida Sans"/>
                <a:cs typeface="Lucida Sans"/>
              </a:rPr>
              <a:t>0 / </a:t>
            </a:r>
            <a:r>
              <a:rPr sz="1059" spc="-22" dirty="0">
                <a:latin typeface="Lucida Sans"/>
                <a:cs typeface="Lucida Sans"/>
              </a:rPr>
              <a:t>16</a:t>
            </a:r>
            <a:endParaRPr sz="1059">
              <a:latin typeface="Lucida Sans"/>
              <a:cs typeface="Lucida Sans"/>
            </a:endParaRPr>
          </a:p>
        </p:txBody>
      </p:sp>
      <p:sp>
        <p:nvSpPr>
          <p:cNvPr id="109" name="object 109">
            <a:extLst>
              <a:ext uri="{FF2B5EF4-FFF2-40B4-BE49-F238E27FC236}">
                <a16:creationId xmlns:a16="http://schemas.microsoft.com/office/drawing/2014/main" id="{D8F69673-4CEA-56F6-263E-48C66CC63E8B}"/>
              </a:ext>
            </a:extLst>
          </p:cNvPr>
          <p:cNvSpPr/>
          <p:nvPr/>
        </p:nvSpPr>
        <p:spPr>
          <a:xfrm>
            <a:off x="4227513" y="4940300"/>
            <a:ext cx="296862" cy="295275"/>
          </a:xfrm>
          <a:custGeom>
            <a:avLst/>
            <a:gdLst/>
            <a:ahLst/>
            <a:cxnLst/>
            <a:rect l="l" t="t" r="r" b="b"/>
            <a:pathLst>
              <a:path w="335914" h="334010">
                <a:moveTo>
                  <a:pt x="129512" y="0"/>
                </a:moveTo>
                <a:lnTo>
                  <a:pt x="0" y="200193"/>
                </a:lnTo>
                <a:lnTo>
                  <a:pt x="206202" y="333593"/>
                </a:lnTo>
                <a:lnTo>
                  <a:pt x="335714" y="133398"/>
                </a:lnTo>
                <a:lnTo>
                  <a:pt x="129512" y="0"/>
                </a:lnTo>
                <a:close/>
              </a:path>
            </a:pathLst>
          </a:custGeom>
          <a:solidFill>
            <a:srgbClr val="F2F2F2"/>
          </a:solidFill>
        </p:spPr>
        <p:txBody>
          <a:bodyPr lIns="0" tIns="0" rIns="0" bIns="0"/>
          <a:lstStyle/>
          <a:p>
            <a:pPr>
              <a:defRPr/>
            </a:pPr>
            <a:endParaRPr sz="2647"/>
          </a:p>
        </p:txBody>
      </p:sp>
      <p:sp>
        <p:nvSpPr>
          <p:cNvPr id="110" name="object 110">
            <a:extLst>
              <a:ext uri="{FF2B5EF4-FFF2-40B4-BE49-F238E27FC236}">
                <a16:creationId xmlns:a16="http://schemas.microsoft.com/office/drawing/2014/main" id="{220FF465-5420-C231-B633-DFEC7300F8D8}"/>
              </a:ext>
            </a:extLst>
          </p:cNvPr>
          <p:cNvSpPr txBox="1"/>
          <p:nvPr/>
        </p:nvSpPr>
        <p:spPr>
          <a:xfrm rot="1920000">
            <a:off x="4310063" y="5024438"/>
            <a:ext cx="160337"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3</a:t>
            </a:r>
            <a:endParaRPr sz="1059">
              <a:latin typeface="Lucida Sans"/>
              <a:cs typeface="Lucida Sans"/>
            </a:endParaRPr>
          </a:p>
        </p:txBody>
      </p:sp>
      <p:sp>
        <p:nvSpPr>
          <p:cNvPr id="111" name="object 111">
            <a:extLst>
              <a:ext uri="{FF2B5EF4-FFF2-40B4-BE49-F238E27FC236}">
                <a16:creationId xmlns:a16="http://schemas.microsoft.com/office/drawing/2014/main" id="{3C9D1443-9D23-226D-78F4-A34C59567B2F}"/>
              </a:ext>
            </a:extLst>
          </p:cNvPr>
          <p:cNvSpPr txBox="1"/>
          <p:nvPr/>
        </p:nvSpPr>
        <p:spPr>
          <a:xfrm rot="1920000">
            <a:off x="4187825" y="5251450"/>
            <a:ext cx="374650" cy="141288"/>
          </a:xfrm>
          <a:prstGeom prst="rect">
            <a:avLst/>
          </a:prstGeom>
        </p:spPr>
        <p:txBody>
          <a:bodyPr lIns="0" tIns="0" rIns="0" bIns="0">
            <a:spAutoFit/>
          </a:bodyPr>
          <a:lstStyle/>
          <a:p>
            <a:pPr>
              <a:lnSpc>
                <a:spcPts val="1059"/>
              </a:lnSpc>
              <a:defRPr/>
            </a:pPr>
            <a:r>
              <a:rPr sz="1059" b="1" spc="-896" dirty="0">
                <a:solidFill>
                  <a:srgbClr val="8D3124"/>
                </a:solidFill>
                <a:latin typeface="Lucida Sans"/>
                <a:cs typeface="Lucida Sans"/>
              </a:rPr>
              <a:t>—</a:t>
            </a:r>
            <a:r>
              <a:rPr sz="1588" baseline="2314" dirty="0">
                <a:latin typeface="Lucida Sans"/>
                <a:cs typeface="Lucida Sans"/>
              </a:rPr>
              <a:t>0</a:t>
            </a:r>
            <a:r>
              <a:rPr sz="1588" spc="-33" baseline="2314" dirty="0">
                <a:latin typeface="Lucida Sans"/>
                <a:cs typeface="Lucida Sans"/>
              </a:rPr>
              <a:t> </a:t>
            </a:r>
            <a:r>
              <a:rPr sz="1059" dirty="0">
                <a:latin typeface="Lucida Sans"/>
                <a:cs typeface="Lucida Sans"/>
              </a:rPr>
              <a:t>/</a:t>
            </a:r>
            <a:r>
              <a:rPr sz="1059" spc="-22" dirty="0">
                <a:latin typeface="Lucida Sans"/>
                <a:cs typeface="Lucida Sans"/>
              </a:rPr>
              <a:t> </a:t>
            </a:r>
            <a:r>
              <a:rPr sz="1059" spc="-44" dirty="0">
                <a:latin typeface="Lucida Sans"/>
                <a:cs typeface="Lucida Sans"/>
              </a:rPr>
              <a:t>6</a:t>
            </a:r>
            <a:endParaRPr sz="1059">
              <a:latin typeface="Lucida Sans"/>
              <a:cs typeface="Lucida Sans"/>
            </a:endParaRPr>
          </a:p>
        </p:txBody>
      </p:sp>
      <p:sp>
        <p:nvSpPr>
          <p:cNvPr id="112" name="object 112">
            <a:extLst>
              <a:ext uri="{FF2B5EF4-FFF2-40B4-BE49-F238E27FC236}">
                <a16:creationId xmlns:a16="http://schemas.microsoft.com/office/drawing/2014/main" id="{2C8DD121-A9FD-56E9-4048-4E32BB91E304}"/>
              </a:ext>
            </a:extLst>
          </p:cNvPr>
          <p:cNvSpPr/>
          <p:nvPr/>
        </p:nvSpPr>
        <p:spPr>
          <a:xfrm>
            <a:off x="5229225" y="3578225"/>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113" name="object 113">
            <a:extLst>
              <a:ext uri="{FF2B5EF4-FFF2-40B4-BE49-F238E27FC236}">
                <a16:creationId xmlns:a16="http://schemas.microsoft.com/office/drawing/2014/main" id="{6AADFBFF-5481-8692-B15B-99DDBA307D83}"/>
              </a:ext>
            </a:extLst>
          </p:cNvPr>
          <p:cNvSpPr txBox="1"/>
          <p:nvPr/>
        </p:nvSpPr>
        <p:spPr>
          <a:xfrm>
            <a:off x="5299075" y="3575050"/>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116782" name="object 114">
            <a:extLst>
              <a:ext uri="{FF2B5EF4-FFF2-40B4-BE49-F238E27FC236}">
                <a16:creationId xmlns:a16="http://schemas.microsoft.com/office/drawing/2014/main" id="{891BC1D0-2540-44BE-A501-E8C8439C84CA}"/>
              </a:ext>
            </a:extLst>
          </p:cNvPr>
          <p:cNvSpPr txBox="1">
            <a:spLocks noChangeArrowheads="1"/>
          </p:cNvSpPr>
          <p:nvPr/>
        </p:nvSpPr>
        <p:spPr bwMode="auto">
          <a:xfrm>
            <a:off x="6727825" y="2511425"/>
            <a:ext cx="11398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42875" indent="-131763">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21000"/>
              </a:lnSpc>
              <a:spcBef>
                <a:spcPts val="88"/>
              </a:spcBef>
            </a:pPr>
            <a:r>
              <a:rPr lang="zh-CN" altLang="zh-CN" sz="1100">
                <a:solidFill>
                  <a:srgbClr val="8D3124"/>
                </a:solidFill>
                <a:latin typeface="Lucida Sans" panose="020B0602030504020204" pitchFamily="34" charset="0"/>
              </a:rPr>
              <a:t>backward edge (not empty)</a:t>
            </a:r>
            <a:endParaRPr lang="zh-CN" altLang="zh-CN" sz="1100">
              <a:latin typeface="Lucida Sans" panose="020B0602030504020204" pitchFamily="34" charset="0"/>
            </a:endParaRPr>
          </a:p>
        </p:txBody>
      </p:sp>
      <p:grpSp>
        <p:nvGrpSpPr>
          <p:cNvPr id="116783" name="object 115">
            <a:extLst>
              <a:ext uri="{FF2B5EF4-FFF2-40B4-BE49-F238E27FC236}">
                <a16:creationId xmlns:a16="http://schemas.microsoft.com/office/drawing/2014/main" id="{F4597489-1BA5-6AD8-07F1-4C838AD2E201}"/>
              </a:ext>
            </a:extLst>
          </p:cNvPr>
          <p:cNvGrpSpPr>
            <a:grpSpLocks/>
          </p:cNvGrpSpPr>
          <p:nvPr/>
        </p:nvGrpSpPr>
        <p:grpSpPr bwMode="auto">
          <a:xfrm>
            <a:off x="4489450" y="2854325"/>
            <a:ext cx="2219325" cy="790575"/>
            <a:chOff x="4935350" y="3234013"/>
            <a:chExt cx="2515235" cy="895985"/>
          </a:xfrm>
        </p:grpSpPr>
        <p:sp>
          <p:nvSpPr>
            <p:cNvPr id="116" name="object 116">
              <a:extLst>
                <a:ext uri="{FF2B5EF4-FFF2-40B4-BE49-F238E27FC236}">
                  <a16:creationId xmlns:a16="http://schemas.microsoft.com/office/drawing/2014/main" id="{B3A77894-60B3-3672-BBB5-4EE7CC467FC4}"/>
                </a:ext>
              </a:extLst>
            </p:cNvPr>
            <p:cNvSpPr/>
            <p:nvPr/>
          </p:nvSpPr>
          <p:spPr>
            <a:xfrm>
              <a:off x="4991125" y="3243009"/>
              <a:ext cx="2450465" cy="854604"/>
            </a:xfrm>
            <a:custGeom>
              <a:avLst/>
              <a:gdLst/>
              <a:ahLst/>
              <a:cxnLst/>
              <a:rect l="l" t="t" r="r" b="b"/>
              <a:pathLst>
                <a:path w="2449829" h="854075">
                  <a:moveTo>
                    <a:pt x="0" y="853671"/>
                  </a:moveTo>
                  <a:lnTo>
                    <a:pt x="9006" y="850532"/>
                  </a:lnTo>
                  <a:lnTo>
                    <a:pt x="2449359" y="0"/>
                  </a:lnTo>
                </a:path>
              </a:pathLst>
            </a:custGeom>
            <a:ln w="19074">
              <a:solidFill>
                <a:srgbClr val="8D3124"/>
              </a:solidFill>
            </a:ln>
          </p:spPr>
          <p:txBody>
            <a:bodyPr lIns="0" tIns="0" rIns="0" bIns="0"/>
            <a:lstStyle/>
            <a:p>
              <a:pPr>
                <a:defRPr/>
              </a:pPr>
              <a:endParaRPr sz="2647"/>
            </a:p>
          </p:txBody>
        </p:sp>
        <p:sp>
          <p:nvSpPr>
            <p:cNvPr id="117" name="object 117">
              <a:extLst>
                <a:ext uri="{FF2B5EF4-FFF2-40B4-BE49-F238E27FC236}">
                  <a16:creationId xmlns:a16="http://schemas.microsoft.com/office/drawing/2014/main" id="{CE48B55A-86FA-A670-8985-08B4E42D36FB}"/>
                </a:ext>
              </a:extLst>
            </p:cNvPr>
            <p:cNvSpPr/>
            <p:nvPr/>
          </p:nvSpPr>
          <p:spPr>
            <a:xfrm>
              <a:off x="4935350" y="4043638"/>
              <a:ext cx="100753" cy="86360"/>
            </a:xfrm>
            <a:custGeom>
              <a:avLst/>
              <a:gdLst/>
              <a:ahLst/>
              <a:cxnLst/>
              <a:rect l="l" t="t" r="r" b="b"/>
              <a:pathLst>
                <a:path w="101600" h="86995">
                  <a:moveTo>
                    <a:pt x="71393" y="0"/>
                  </a:moveTo>
                  <a:lnTo>
                    <a:pt x="0" y="73360"/>
                  </a:lnTo>
                  <a:lnTo>
                    <a:pt x="101523" y="86459"/>
                  </a:lnTo>
                  <a:lnTo>
                    <a:pt x="64843" y="50761"/>
                  </a:lnTo>
                  <a:lnTo>
                    <a:pt x="71393" y="0"/>
                  </a:lnTo>
                  <a:close/>
                </a:path>
              </a:pathLst>
            </a:custGeom>
            <a:solidFill>
              <a:srgbClr val="8D3124"/>
            </a:solidFill>
          </p:spPr>
          <p:txBody>
            <a:bodyPr lIns="0" tIns="0" rIns="0" bIns="0"/>
            <a:lstStyle/>
            <a:p>
              <a:pPr>
                <a:defRPr/>
              </a:pPr>
              <a:endParaRPr sz="2647"/>
            </a:p>
          </p:txBody>
        </p:sp>
      </p:grpSp>
      <p:sp>
        <p:nvSpPr>
          <p:cNvPr id="116784" name="object 2">
            <a:extLst>
              <a:ext uri="{FF2B5EF4-FFF2-40B4-BE49-F238E27FC236}">
                <a16:creationId xmlns:a16="http://schemas.microsoft.com/office/drawing/2014/main" id="{D8B77D39-DC9F-6629-2174-98F67577D4FC}"/>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sp>
        <p:nvSpPr>
          <p:cNvPr id="118833" name="object 95">
            <a:extLst>
              <a:ext uri="{FF2B5EF4-FFF2-40B4-BE49-F238E27FC236}">
                <a16:creationId xmlns:a16="http://schemas.microsoft.com/office/drawing/2014/main" id="{8FBFDA65-C81D-F74C-22C5-8E48CCD67A56}"/>
              </a:ext>
            </a:extLst>
          </p:cNvPr>
          <p:cNvSpPr txBox="1">
            <a:spLocks noChangeArrowheads="1"/>
          </p:cNvSpPr>
          <p:nvPr/>
        </p:nvSpPr>
        <p:spPr bwMode="auto">
          <a:xfrm>
            <a:off x="690563" y="1084263"/>
            <a:ext cx="7556500"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50813">
              <a:tabLst>
                <a:tab pos="2046288" algn="l"/>
              </a:tabLst>
              <a:defRPr sz="3000">
                <a:solidFill>
                  <a:srgbClr val="000066"/>
                </a:solidFill>
                <a:latin typeface="Arial" panose="020B0604020202020204" pitchFamily="34" charset="0"/>
                <a:ea typeface="楷体_GB2312" pitchFamily="49" charset="-122"/>
              </a:defRPr>
            </a:lvl1pPr>
            <a:lvl2pPr marL="742950" indent="-285750">
              <a:tabLst>
                <a:tab pos="2046288" algn="l"/>
              </a:tabLst>
              <a:defRPr sz="3000">
                <a:solidFill>
                  <a:srgbClr val="000066"/>
                </a:solidFill>
                <a:latin typeface="Arial" panose="020B0604020202020204" pitchFamily="34" charset="0"/>
                <a:ea typeface="楷体_GB2312" pitchFamily="49" charset="-122"/>
              </a:defRPr>
            </a:lvl2pPr>
            <a:lvl3pPr marL="1143000" indent="-228600">
              <a:tabLst>
                <a:tab pos="2046288" algn="l"/>
              </a:tabLst>
              <a:defRPr sz="3000">
                <a:solidFill>
                  <a:srgbClr val="000066"/>
                </a:solidFill>
                <a:latin typeface="Arial" panose="020B0604020202020204" pitchFamily="34" charset="0"/>
                <a:ea typeface="楷体_GB2312" pitchFamily="49" charset="-122"/>
              </a:defRPr>
            </a:lvl3pPr>
            <a:lvl4pPr marL="1600200" indent="-228600">
              <a:tabLst>
                <a:tab pos="2046288" algn="l"/>
              </a:tabLst>
              <a:defRPr sz="3000">
                <a:solidFill>
                  <a:srgbClr val="000066"/>
                </a:solidFill>
                <a:latin typeface="Arial" panose="020B0604020202020204" pitchFamily="34" charset="0"/>
                <a:ea typeface="楷体_GB2312" pitchFamily="49" charset="-122"/>
              </a:defRPr>
            </a:lvl4pPr>
            <a:lvl5pPr marL="2057400" indent="-228600">
              <a:tabLst>
                <a:tab pos="2046288"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2000" dirty="0">
                <a:solidFill>
                  <a:schemeClr val="tx1"/>
                </a:solidFill>
                <a:latin typeface="+mj-ea"/>
                <a:ea typeface="+mj-ea"/>
              </a:rPr>
              <a:t>可增广路径：在残流网络中找到一条从</a:t>
            </a:r>
            <a:r>
              <a:rPr lang="zh-CN" altLang="zh-CN" sz="2000" i="1" dirty="0">
                <a:solidFill>
                  <a:schemeClr val="tx1"/>
                </a:solidFill>
                <a:latin typeface="+mj-ea"/>
                <a:ea typeface="+mj-ea"/>
                <a:cs typeface="Times New Roman" panose="02020603050405020304" pitchFamily="18" charset="0"/>
              </a:rPr>
              <a:t>s</a:t>
            </a:r>
            <a:r>
              <a:rPr lang="zh-CN" altLang="en-US" sz="2000" dirty="0">
                <a:solidFill>
                  <a:schemeClr val="tx1"/>
                </a:solidFill>
                <a:latin typeface="+mj-ea"/>
                <a:ea typeface="+mj-ea"/>
                <a:cs typeface="Times New Roman" panose="02020603050405020304" pitchFamily="18" charset="0"/>
              </a:rPr>
              <a:t>到</a:t>
            </a:r>
            <a:r>
              <a:rPr lang="zh-CN" altLang="zh-CN" sz="2000" i="1" dirty="0">
                <a:solidFill>
                  <a:schemeClr val="tx1"/>
                </a:solidFill>
                <a:latin typeface="+mj-ea"/>
                <a:ea typeface="+mj-ea"/>
                <a:cs typeface="Times New Roman" panose="02020603050405020304" pitchFamily="18" charset="0"/>
              </a:rPr>
              <a:t>t</a:t>
            </a:r>
            <a:r>
              <a:rPr lang="zh-CN" altLang="en-US" sz="2000" dirty="0">
                <a:solidFill>
                  <a:schemeClr val="tx1"/>
                </a:solidFill>
                <a:latin typeface="+mj-ea"/>
                <a:ea typeface="+mj-ea"/>
                <a:cs typeface="Times New Roman" panose="02020603050405020304" pitchFamily="18" charset="0"/>
              </a:rPr>
              <a:t>的</a:t>
            </a:r>
            <a:r>
              <a:rPr lang="zh-CN" altLang="en-US" sz="2000" dirty="0">
                <a:solidFill>
                  <a:schemeClr val="tx1"/>
                </a:solidFill>
                <a:latin typeface="+mj-ea"/>
                <a:ea typeface="+mj-ea"/>
              </a:rPr>
              <a:t>可增广路径，满足：增广路径上的每条边的剩余容量大于</a:t>
            </a:r>
            <a:r>
              <a:rPr lang="en-US" altLang="zh-CN" sz="2000" dirty="0">
                <a:solidFill>
                  <a:schemeClr val="tx1"/>
                </a:solidFill>
                <a:latin typeface="+mj-ea"/>
                <a:ea typeface="+mj-ea"/>
              </a:rPr>
              <a:t>0</a:t>
            </a:r>
            <a:endParaRPr lang="zh-CN" altLang="zh-CN" sz="2000" dirty="0">
              <a:solidFill>
                <a:schemeClr val="tx1"/>
              </a:solidFill>
              <a:latin typeface="+mj-ea"/>
              <a:ea typeface="+mj-ea"/>
            </a:endParaRPr>
          </a:p>
          <a:p>
            <a:pPr>
              <a:spcBef>
                <a:spcPts val="3188"/>
              </a:spcBef>
              <a:defRPr/>
            </a:pPr>
            <a:endParaRPr lang="zh-CN" altLang="zh-CN" sz="2000" dirty="0">
              <a:solidFill>
                <a:schemeClr val="tx1"/>
              </a:solidFill>
              <a:latin typeface="+mj-ea"/>
              <a:ea typeface="+mj-ea"/>
              <a:cs typeface="Tahoma" panose="020B0604030504040204" pitchFamily="34" charset="0"/>
            </a:endParaRPr>
          </a:p>
        </p:txBody>
      </p:sp>
      <p:sp>
        <p:nvSpPr>
          <p:cNvPr id="120" name="object 18">
            <a:extLst>
              <a:ext uri="{FF2B5EF4-FFF2-40B4-BE49-F238E27FC236}">
                <a16:creationId xmlns:a16="http://schemas.microsoft.com/office/drawing/2014/main" id="{552C8D57-7E44-4B78-0071-1E051337A940}"/>
              </a:ext>
            </a:extLst>
          </p:cNvPr>
          <p:cNvSpPr/>
          <p:nvPr/>
        </p:nvSpPr>
        <p:spPr bwMode="auto">
          <a:xfrm rot="10800000">
            <a:off x="1349375" y="2898775"/>
            <a:ext cx="1571625" cy="1357313"/>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1" name="object 19">
            <a:extLst>
              <a:ext uri="{FF2B5EF4-FFF2-40B4-BE49-F238E27FC236}">
                <a16:creationId xmlns:a16="http://schemas.microsoft.com/office/drawing/2014/main" id="{E23C31F9-3396-5ACD-03DF-E7F843E60C53}"/>
              </a:ext>
            </a:extLst>
          </p:cNvPr>
          <p:cNvSpPr/>
          <p:nvPr/>
        </p:nvSpPr>
        <p:spPr bwMode="auto">
          <a:xfrm rot="6299088" flipV="1">
            <a:off x="1273175" y="4219575"/>
            <a:ext cx="114300"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2" name="object 61">
            <a:extLst>
              <a:ext uri="{FF2B5EF4-FFF2-40B4-BE49-F238E27FC236}">
                <a16:creationId xmlns:a16="http://schemas.microsoft.com/office/drawing/2014/main" id="{AC494DC9-7AEE-2097-6C05-8C0062C23F17}"/>
              </a:ext>
            </a:extLst>
          </p:cNvPr>
          <p:cNvSpPr txBox="1"/>
          <p:nvPr/>
        </p:nvSpPr>
        <p:spPr>
          <a:xfrm rot="19200000">
            <a:off x="1749425" y="34988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23" name="object 18">
            <a:extLst>
              <a:ext uri="{FF2B5EF4-FFF2-40B4-BE49-F238E27FC236}">
                <a16:creationId xmlns:a16="http://schemas.microsoft.com/office/drawing/2014/main" id="{74D577E4-BD81-B07A-8089-A4A839BCBFBB}"/>
              </a:ext>
            </a:extLst>
          </p:cNvPr>
          <p:cNvSpPr/>
          <p:nvPr/>
        </p:nvSpPr>
        <p:spPr bwMode="auto">
          <a:xfrm rot="15194489">
            <a:off x="3444081" y="3123407"/>
            <a:ext cx="1673225" cy="146526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4" name="object 19">
            <a:extLst>
              <a:ext uri="{FF2B5EF4-FFF2-40B4-BE49-F238E27FC236}">
                <a16:creationId xmlns:a16="http://schemas.microsoft.com/office/drawing/2014/main" id="{AEB61B1B-0889-789F-13F9-7CF6E43C74D9}"/>
              </a:ext>
            </a:extLst>
          </p:cNvPr>
          <p:cNvSpPr/>
          <p:nvPr/>
        </p:nvSpPr>
        <p:spPr bwMode="auto">
          <a:xfrm rot="9923926" flipV="1">
            <a:off x="3313113" y="3222625"/>
            <a:ext cx="128587" cy="1016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5" name="object 63">
            <a:extLst>
              <a:ext uri="{FF2B5EF4-FFF2-40B4-BE49-F238E27FC236}">
                <a16:creationId xmlns:a16="http://schemas.microsoft.com/office/drawing/2014/main" id="{6C9F8B11-9CEF-7495-3B87-03C45D3F368B}"/>
              </a:ext>
            </a:extLst>
          </p:cNvPr>
          <p:cNvSpPr txBox="1"/>
          <p:nvPr/>
        </p:nvSpPr>
        <p:spPr>
          <a:xfrm rot="1920000">
            <a:off x="3916363" y="3851275"/>
            <a:ext cx="512762" cy="141288"/>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5</a:t>
            </a:r>
            <a:endParaRPr sz="1059" dirty="0">
              <a:latin typeface="Lucida Sans"/>
              <a:cs typeface="Lucida Sans"/>
            </a:endParaRPr>
          </a:p>
        </p:txBody>
      </p:sp>
      <p:sp>
        <p:nvSpPr>
          <p:cNvPr id="126" name="object 61">
            <a:extLst>
              <a:ext uri="{FF2B5EF4-FFF2-40B4-BE49-F238E27FC236}">
                <a16:creationId xmlns:a16="http://schemas.microsoft.com/office/drawing/2014/main" id="{61D00969-59DB-7853-575F-100CE2088F8A}"/>
              </a:ext>
            </a:extLst>
          </p:cNvPr>
          <p:cNvSpPr txBox="1"/>
          <p:nvPr/>
        </p:nvSpPr>
        <p:spPr>
          <a:xfrm>
            <a:off x="6099175" y="4689475"/>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27" name="object 18">
            <a:extLst>
              <a:ext uri="{FF2B5EF4-FFF2-40B4-BE49-F238E27FC236}">
                <a16:creationId xmlns:a16="http://schemas.microsoft.com/office/drawing/2014/main" id="{E04A096A-339C-8011-9A3D-BD9116646E58}"/>
              </a:ext>
            </a:extLst>
          </p:cNvPr>
          <p:cNvSpPr/>
          <p:nvPr/>
        </p:nvSpPr>
        <p:spPr bwMode="auto">
          <a:xfrm rot="13245356">
            <a:off x="5859463" y="4283075"/>
            <a:ext cx="877887" cy="75088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8" name="object 19">
            <a:extLst>
              <a:ext uri="{FF2B5EF4-FFF2-40B4-BE49-F238E27FC236}">
                <a16:creationId xmlns:a16="http://schemas.microsoft.com/office/drawing/2014/main" id="{21E91CBB-3F8D-E325-AE67-D9455FDD2C0F}"/>
              </a:ext>
            </a:extLst>
          </p:cNvPr>
          <p:cNvSpPr/>
          <p:nvPr/>
        </p:nvSpPr>
        <p:spPr bwMode="auto">
          <a:xfrm rot="13301543">
            <a:off x="5619750" y="4595813"/>
            <a:ext cx="117475" cy="128587"/>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9" name="object 18">
            <a:extLst>
              <a:ext uri="{FF2B5EF4-FFF2-40B4-BE49-F238E27FC236}">
                <a16:creationId xmlns:a16="http://schemas.microsoft.com/office/drawing/2014/main" id="{3F81E7B8-C1A7-C9A0-3322-A0F799FE332D}"/>
              </a:ext>
            </a:extLst>
          </p:cNvPr>
          <p:cNvSpPr/>
          <p:nvPr/>
        </p:nvSpPr>
        <p:spPr bwMode="auto">
          <a:xfrm rot="15194489">
            <a:off x="1267619" y="4876006"/>
            <a:ext cx="1773238" cy="1120775"/>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0" name="object 19">
            <a:extLst>
              <a:ext uri="{FF2B5EF4-FFF2-40B4-BE49-F238E27FC236}">
                <a16:creationId xmlns:a16="http://schemas.microsoft.com/office/drawing/2014/main" id="{FF5DC8C4-6BDF-931C-4152-EFF207000B18}"/>
              </a:ext>
            </a:extLst>
          </p:cNvPr>
          <p:cNvSpPr/>
          <p:nvPr/>
        </p:nvSpPr>
        <p:spPr bwMode="auto">
          <a:xfrm rot="9923926" flipV="1">
            <a:off x="1338263" y="4710113"/>
            <a:ext cx="98425" cy="106362"/>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1" name="object 63">
            <a:extLst>
              <a:ext uri="{FF2B5EF4-FFF2-40B4-BE49-F238E27FC236}">
                <a16:creationId xmlns:a16="http://schemas.microsoft.com/office/drawing/2014/main" id="{E801AD33-9C52-7EEE-5B88-907D5E00D453}"/>
              </a:ext>
            </a:extLst>
          </p:cNvPr>
          <p:cNvSpPr txBox="1"/>
          <p:nvPr/>
        </p:nvSpPr>
        <p:spPr>
          <a:xfrm rot="1920000">
            <a:off x="1592263" y="5443538"/>
            <a:ext cx="512762" cy="141287"/>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132" name="object 61">
            <a:extLst>
              <a:ext uri="{FF2B5EF4-FFF2-40B4-BE49-F238E27FC236}">
                <a16:creationId xmlns:a16="http://schemas.microsoft.com/office/drawing/2014/main" id="{A5B696FA-CEB5-62B9-5003-F1F61BE0A51A}"/>
              </a:ext>
            </a:extLst>
          </p:cNvPr>
          <p:cNvSpPr txBox="1"/>
          <p:nvPr/>
        </p:nvSpPr>
        <p:spPr>
          <a:xfrm>
            <a:off x="4111625" y="6300788"/>
            <a:ext cx="512763" cy="141287"/>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a:t>
            </a:r>
            <a:r>
              <a:rPr lang="en-US" sz="1588" spc="-33" baseline="2314" dirty="0">
                <a:solidFill>
                  <a:srgbClr val="BABABA"/>
                </a:solidFill>
                <a:latin typeface="Lucida Sans"/>
                <a:cs typeface="Lucida Sans"/>
              </a:rPr>
              <a:t>3</a:t>
            </a:r>
            <a:endParaRPr sz="1588" baseline="2314" dirty="0">
              <a:latin typeface="Lucida Sans"/>
              <a:cs typeface="Lucida Sans"/>
            </a:endParaRPr>
          </a:p>
        </p:txBody>
      </p:sp>
      <p:sp>
        <p:nvSpPr>
          <p:cNvPr id="133" name="object 18">
            <a:extLst>
              <a:ext uri="{FF2B5EF4-FFF2-40B4-BE49-F238E27FC236}">
                <a16:creationId xmlns:a16="http://schemas.microsoft.com/office/drawing/2014/main" id="{60BADEC9-D94D-EC65-C7DF-FCC027DDED73}"/>
              </a:ext>
            </a:extLst>
          </p:cNvPr>
          <p:cNvSpPr/>
          <p:nvPr/>
        </p:nvSpPr>
        <p:spPr bwMode="auto">
          <a:xfrm rot="13245356">
            <a:off x="3903663" y="5808663"/>
            <a:ext cx="1155700" cy="95091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4" name="object 19">
            <a:extLst>
              <a:ext uri="{FF2B5EF4-FFF2-40B4-BE49-F238E27FC236}">
                <a16:creationId xmlns:a16="http://schemas.microsoft.com/office/drawing/2014/main" id="{A5AE0261-C88B-2ED2-5670-16B7E8A4DACA}"/>
              </a:ext>
            </a:extLst>
          </p:cNvPr>
          <p:cNvSpPr/>
          <p:nvPr/>
        </p:nvSpPr>
        <p:spPr bwMode="auto">
          <a:xfrm rot="13301543">
            <a:off x="3632200" y="6208713"/>
            <a:ext cx="117475" cy="1270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5" name="object 18">
            <a:extLst>
              <a:ext uri="{FF2B5EF4-FFF2-40B4-BE49-F238E27FC236}">
                <a16:creationId xmlns:a16="http://schemas.microsoft.com/office/drawing/2014/main" id="{F98476A1-6FB6-2CCA-B73D-E8E02C5D2571}"/>
              </a:ext>
            </a:extLst>
          </p:cNvPr>
          <p:cNvSpPr/>
          <p:nvPr/>
        </p:nvSpPr>
        <p:spPr bwMode="auto">
          <a:xfrm rot="10800000">
            <a:off x="5800725" y="4808538"/>
            <a:ext cx="1360488" cy="1246187"/>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6" name="object 19">
            <a:extLst>
              <a:ext uri="{FF2B5EF4-FFF2-40B4-BE49-F238E27FC236}">
                <a16:creationId xmlns:a16="http://schemas.microsoft.com/office/drawing/2014/main" id="{DDB51F4F-5B2B-AEDD-7055-DB92F9E20A30}"/>
              </a:ext>
            </a:extLst>
          </p:cNvPr>
          <p:cNvSpPr/>
          <p:nvPr/>
        </p:nvSpPr>
        <p:spPr bwMode="auto">
          <a:xfrm rot="6299088" flipV="1">
            <a:off x="5725319" y="6017419"/>
            <a:ext cx="112712"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7" name="object 61">
            <a:extLst>
              <a:ext uri="{FF2B5EF4-FFF2-40B4-BE49-F238E27FC236}">
                <a16:creationId xmlns:a16="http://schemas.microsoft.com/office/drawing/2014/main" id="{DF527921-F24C-60D8-4D03-7DDA2DDB7F01}"/>
              </a:ext>
            </a:extLst>
          </p:cNvPr>
          <p:cNvSpPr txBox="1"/>
          <p:nvPr/>
        </p:nvSpPr>
        <p:spPr>
          <a:xfrm rot="19200000">
            <a:off x="6427788" y="5381625"/>
            <a:ext cx="525462"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38" name="object 61">
            <a:extLst>
              <a:ext uri="{FF2B5EF4-FFF2-40B4-BE49-F238E27FC236}">
                <a16:creationId xmlns:a16="http://schemas.microsoft.com/office/drawing/2014/main" id="{BA686241-848F-B87B-3B70-0CD8C57DDE4A}"/>
              </a:ext>
            </a:extLst>
          </p:cNvPr>
          <p:cNvSpPr txBox="1"/>
          <p:nvPr/>
        </p:nvSpPr>
        <p:spPr>
          <a:xfrm>
            <a:off x="2016125" y="4649788"/>
            <a:ext cx="512763" cy="141287"/>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5</a:t>
            </a:r>
            <a:endParaRPr sz="1588" baseline="2314" dirty="0">
              <a:latin typeface="Lucida Sans"/>
              <a:cs typeface="Lucida Sans"/>
            </a:endParaRPr>
          </a:p>
        </p:txBody>
      </p:sp>
      <p:sp>
        <p:nvSpPr>
          <p:cNvPr id="139" name="object 18">
            <a:extLst>
              <a:ext uri="{FF2B5EF4-FFF2-40B4-BE49-F238E27FC236}">
                <a16:creationId xmlns:a16="http://schemas.microsoft.com/office/drawing/2014/main" id="{E5655C4A-76E4-D71C-C883-FC512061EE0F}"/>
              </a:ext>
            </a:extLst>
          </p:cNvPr>
          <p:cNvSpPr/>
          <p:nvPr/>
        </p:nvSpPr>
        <p:spPr bwMode="auto">
          <a:xfrm rot="13245356">
            <a:off x="1787525" y="4208463"/>
            <a:ext cx="939800" cy="812800"/>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0" name="object 19">
            <a:extLst>
              <a:ext uri="{FF2B5EF4-FFF2-40B4-BE49-F238E27FC236}">
                <a16:creationId xmlns:a16="http://schemas.microsoft.com/office/drawing/2014/main" id="{6CEC33CE-6516-F4D7-6FDC-A1C862DBC528}"/>
              </a:ext>
            </a:extLst>
          </p:cNvPr>
          <p:cNvSpPr/>
          <p:nvPr/>
        </p:nvSpPr>
        <p:spPr bwMode="auto">
          <a:xfrm rot="13301543">
            <a:off x="1535113" y="4556125"/>
            <a:ext cx="119062" cy="128588"/>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41" name="object 61">
            <a:extLst>
              <a:ext uri="{FF2B5EF4-FFF2-40B4-BE49-F238E27FC236}">
                <a16:creationId xmlns:a16="http://schemas.microsoft.com/office/drawing/2014/main" id="{185E6446-F9AF-5D96-DDFE-DA67ADF7025C}"/>
              </a:ext>
            </a:extLst>
          </p:cNvPr>
          <p:cNvSpPr txBox="1"/>
          <p:nvPr/>
        </p:nvSpPr>
        <p:spPr>
          <a:xfrm>
            <a:off x="4179888" y="4683125"/>
            <a:ext cx="512762"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8</a:t>
            </a:r>
            <a:endParaRPr sz="1588" baseline="2314" dirty="0">
              <a:latin typeface="Lucida Sans"/>
              <a:cs typeface="Lucida Sans"/>
            </a:endParaRPr>
          </a:p>
        </p:txBody>
      </p:sp>
      <p:sp>
        <p:nvSpPr>
          <p:cNvPr id="142" name="object 18">
            <a:extLst>
              <a:ext uri="{FF2B5EF4-FFF2-40B4-BE49-F238E27FC236}">
                <a16:creationId xmlns:a16="http://schemas.microsoft.com/office/drawing/2014/main" id="{CF37BB08-C3E3-F4D8-625E-92FD3B96BC67}"/>
              </a:ext>
            </a:extLst>
          </p:cNvPr>
          <p:cNvSpPr/>
          <p:nvPr/>
        </p:nvSpPr>
        <p:spPr bwMode="auto">
          <a:xfrm rot="13245356">
            <a:off x="3884613" y="4178300"/>
            <a:ext cx="1052512" cy="927100"/>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3" name="object 19">
            <a:extLst>
              <a:ext uri="{FF2B5EF4-FFF2-40B4-BE49-F238E27FC236}">
                <a16:creationId xmlns:a16="http://schemas.microsoft.com/office/drawing/2014/main" id="{66FFA98F-70C5-0399-86E8-807C1157E5F6}"/>
              </a:ext>
            </a:extLst>
          </p:cNvPr>
          <p:cNvSpPr/>
          <p:nvPr/>
        </p:nvSpPr>
        <p:spPr bwMode="auto">
          <a:xfrm rot="13301543">
            <a:off x="3608388" y="4591050"/>
            <a:ext cx="119062" cy="1270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44" name="object 61">
            <a:extLst>
              <a:ext uri="{FF2B5EF4-FFF2-40B4-BE49-F238E27FC236}">
                <a16:creationId xmlns:a16="http://schemas.microsoft.com/office/drawing/2014/main" id="{BD78146F-E026-B93F-77D6-C87554ED7801}"/>
              </a:ext>
            </a:extLst>
          </p:cNvPr>
          <p:cNvSpPr txBox="1"/>
          <p:nvPr/>
        </p:nvSpPr>
        <p:spPr>
          <a:xfrm>
            <a:off x="4140200" y="31559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8</a:t>
            </a:r>
            <a:endParaRPr sz="1588" baseline="2314" dirty="0">
              <a:latin typeface="Lucida Sans"/>
              <a:cs typeface="Lucida Sans"/>
            </a:endParaRPr>
          </a:p>
        </p:txBody>
      </p:sp>
      <p:sp>
        <p:nvSpPr>
          <p:cNvPr id="145" name="object 18">
            <a:extLst>
              <a:ext uri="{FF2B5EF4-FFF2-40B4-BE49-F238E27FC236}">
                <a16:creationId xmlns:a16="http://schemas.microsoft.com/office/drawing/2014/main" id="{0A07EC8F-AA0A-9C8F-8486-85E8CC1AE142}"/>
              </a:ext>
            </a:extLst>
          </p:cNvPr>
          <p:cNvSpPr/>
          <p:nvPr/>
        </p:nvSpPr>
        <p:spPr bwMode="auto">
          <a:xfrm rot="13245356">
            <a:off x="3797300" y="2571750"/>
            <a:ext cx="1262063" cy="107473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6" name="object 19">
            <a:extLst>
              <a:ext uri="{FF2B5EF4-FFF2-40B4-BE49-F238E27FC236}">
                <a16:creationId xmlns:a16="http://schemas.microsoft.com/office/drawing/2014/main" id="{BCAC0770-2D7E-C8B5-1F5B-1F04B2F8144D}"/>
              </a:ext>
            </a:extLst>
          </p:cNvPr>
          <p:cNvSpPr/>
          <p:nvPr/>
        </p:nvSpPr>
        <p:spPr bwMode="auto">
          <a:xfrm rot="13301543">
            <a:off x="3497263" y="3044825"/>
            <a:ext cx="117475" cy="128588"/>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50" name="object 18">
            <a:extLst>
              <a:ext uri="{FF2B5EF4-FFF2-40B4-BE49-F238E27FC236}">
                <a16:creationId xmlns:a16="http://schemas.microsoft.com/office/drawing/2014/main" id="{790D5CDF-1BB5-ED4A-351B-C1C615F8722D}"/>
              </a:ext>
            </a:extLst>
          </p:cNvPr>
          <p:cNvSpPr/>
          <p:nvPr/>
        </p:nvSpPr>
        <p:spPr bwMode="auto">
          <a:xfrm rot="15194489">
            <a:off x="5437982" y="3304381"/>
            <a:ext cx="1512888" cy="987425"/>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51" name="object 19">
            <a:extLst>
              <a:ext uri="{FF2B5EF4-FFF2-40B4-BE49-F238E27FC236}">
                <a16:creationId xmlns:a16="http://schemas.microsoft.com/office/drawing/2014/main" id="{E62AD6B1-9152-06DB-01CD-D3665854FC74}"/>
              </a:ext>
            </a:extLst>
          </p:cNvPr>
          <p:cNvSpPr/>
          <p:nvPr/>
        </p:nvSpPr>
        <p:spPr bwMode="auto">
          <a:xfrm rot="9923926" flipV="1">
            <a:off x="5459413" y="3157538"/>
            <a:ext cx="128587" cy="100012"/>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52" name="object 63">
            <a:extLst>
              <a:ext uri="{FF2B5EF4-FFF2-40B4-BE49-F238E27FC236}">
                <a16:creationId xmlns:a16="http://schemas.microsoft.com/office/drawing/2014/main" id="{36F2991A-E74E-9A3C-B2D1-9E0AF8505832}"/>
              </a:ext>
            </a:extLst>
          </p:cNvPr>
          <p:cNvSpPr txBox="1"/>
          <p:nvPr/>
        </p:nvSpPr>
        <p:spPr>
          <a:xfrm rot="1920000">
            <a:off x="5926138" y="3886200"/>
            <a:ext cx="512762" cy="141288"/>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8</a:t>
            </a:r>
            <a:endParaRPr sz="1059" dirty="0">
              <a:latin typeface="Lucida Sans"/>
              <a:cs typeface="Lucida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object 3">
            <a:extLst>
              <a:ext uri="{FF2B5EF4-FFF2-40B4-BE49-F238E27FC236}">
                <a16:creationId xmlns:a16="http://schemas.microsoft.com/office/drawing/2014/main" id="{114C0248-8770-159F-F341-569348285C96}"/>
              </a:ext>
            </a:extLst>
          </p:cNvPr>
          <p:cNvGrpSpPr>
            <a:grpSpLocks/>
          </p:cNvGrpSpPr>
          <p:nvPr/>
        </p:nvGrpSpPr>
        <p:grpSpPr bwMode="auto">
          <a:xfrm>
            <a:off x="1341438" y="2230438"/>
            <a:ext cx="5756275" cy="3135312"/>
            <a:chOff x="1368055" y="3293069"/>
            <a:chExt cx="6523990" cy="3552190"/>
          </a:xfrm>
        </p:grpSpPr>
        <p:sp>
          <p:nvSpPr>
            <p:cNvPr id="4" name="object 4">
              <a:extLst>
                <a:ext uri="{FF2B5EF4-FFF2-40B4-BE49-F238E27FC236}">
                  <a16:creationId xmlns:a16="http://schemas.microsoft.com/office/drawing/2014/main" id="{6651D38E-11CB-128C-FB18-81ACF9795D3D}"/>
                </a:ext>
              </a:extLst>
            </p:cNvPr>
            <p:cNvSpPr/>
            <p:nvPr/>
          </p:nvSpPr>
          <p:spPr>
            <a:xfrm>
              <a:off x="3591897" y="5278699"/>
              <a:ext cx="2401965" cy="1557568"/>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5" name="object 5">
              <a:extLst>
                <a:ext uri="{FF2B5EF4-FFF2-40B4-BE49-F238E27FC236}">
                  <a16:creationId xmlns:a16="http://schemas.microsoft.com/office/drawing/2014/main" id="{B701D2D4-C73E-8E0F-394C-474019A5B56D}"/>
                </a:ext>
              </a:extLst>
            </p:cNvPr>
            <p:cNvSpPr/>
            <p:nvPr/>
          </p:nvSpPr>
          <p:spPr>
            <a:xfrm>
              <a:off x="3543318" y="5246324"/>
              <a:ext cx="102556" cy="88130"/>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6" name="object 6">
              <a:extLst>
                <a:ext uri="{FF2B5EF4-FFF2-40B4-BE49-F238E27FC236}">
                  <a16:creationId xmlns:a16="http://schemas.microsoft.com/office/drawing/2014/main" id="{90FB388B-C958-A4E3-CB7A-5BE1F68997E5}"/>
                </a:ext>
              </a:extLst>
            </p:cNvPr>
            <p:cNvSpPr/>
            <p:nvPr/>
          </p:nvSpPr>
          <p:spPr>
            <a:xfrm>
              <a:off x="6094619" y="5266108"/>
              <a:ext cx="1752445" cy="1530590"/>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7" name="object 7">
              <a:extLst>
                <a:ext uri="{FF2B5EF4-FFF2-40B4-BE49-F238E27FC236}">
                  <a16:creationId xmlns:a16="http://schemas.microsoft.com/office/drawing/2014/main" id="{E2E38AEA-E73E-B66E-333D-CAF95CD3DBFC}"/>
                </a:ext>
              </a:extLst>
            </p:cNvPr>
            <p:cNvSpPr/>
            <p:nvPr/>
          </p:nvSpPr>
          <p:spPr>
            <a:xfrm>
              <a:off x="7793087" y="5228338"/>
              <a:ext cx="98958" cy="95324"/>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8" name="object 8">
              <a:extLst>
                <a:ext uri="{FF2B5EF4-FFF2-40B4-BE49-F238E27FC236}">
                  <a16:creationId xmlns:a16="http://schemas.microsoft.com/office/drawing/2014/main" id="{9CFDAC8A-7805-3A0F-D812-063FE00FC392}"/>
                </a:ext>
              </a:extLst>
            </p:cNvPr>
            <p:cNvSpPr/>
            <p:nvPr/>
          </p:nvSpPr>
          <p:spPr>
            <a:xfrm>
              <a:off x="6044240" y="5176179"/>
              <a:ext cx="0" cy="1462244"/>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17830" name="object 9">
              <a:extLst>
                <a:ext uri="{FF2B5EF4-FFF2-40B4-BE49-F238E27FC236}">
                  <a16:creationId xmlns:a16="http://schemas.microsoft.com/office/drawing/2014/main" id="{93B10BAB-B748-58A4-F692-3AE585B35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3" y="6595520"/>
              <a:ext cx="91558"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bject 10">
              <a:extLst>
                <a:ext uri="{FF2B5EF4-FFF2-40B4-BE49-F238E27FC236}">
                  <a16:creationId xmlns:a16="http://schemas.microsoft.com/office/drawing/2014/main" id="{01534A19-6DF2-07F5-BB18-2D34541E4B74}"/>
                </a:ext>
              </a:extLst>
            </p:cNvPr>
            <p:cNvSpPr/>
            <p:nvPr/>
          </p:nvSpPr>
          <p:spPr>
            <a:xfrm>
              <a:off x="3431766" y="3382998"/>
              <a:ext cx="2407363" cy="1535985"/>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1" name="object 11">
              <a:extLst>
                <a:ext uri="{FF2B5EF4-FFF2-40B4-BE49-F238E27FC236}">
                  <a16:creationId xmlns:a16="http://schemas.microsoft.com/office/drawing/2014/main" id="{F5A4D3A8-A961-4F3E-2E6A-9435EFCED71E}"/>
                </a:ext>
              </a:extLst>
            </p:cNvPr>
            <p:cNvSpPr/>
            <p:nvPr/>
          </p:nvSpPr>
          <p:spPr>
            <a:xfrm>
              <a:off x="5786952" y="4863227"/>
              <a:ext cx="102555" cy="88131"/>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2" name="object 12">
              <a:extLst>
                <a:ext uri="{FF2B5EF4-FFF2-40B4-BE49-F238E27FC236}">
                  <a16:creationId xmlns:a16="http://schemas.microsoft.com/office/drawing/2014/main" id="{C358D1FB-B6D8-7EF2-6207-0CFA9F1AE753}"/>
                </a:ext>
              </a:extLst>
            </p:cNvPr>
            <p:cNvSpPr/>
            <p:nvPr/>
          </p:nvSpPr>
          <p:spPr>
            <a:xfrm>
              <a:off x="3451558" y="3377602"/>
              <a:ext cx="2331796" cy="0"/>
            </a:xfrm>
            <a:custGeom>
              <a:avLst/>
              <a:gdLst/>
              <a:ahLst/>
              <a:cxnLst/>
              <a:rect l="l" t="t" r="r" b="b"/>
              <a:pathLst>
                <a:path w="2331720">
                  <a:moveTo>
                    <a:pt x="0" y="0"/>
                  </a:moveTo>
                  <a:lnTo>
                    <a:pt x="1083896" y="0"/>
                  </a:lnTo>
                </a:path>
                <a:path w="2331720">
                  <a:moveTo>
                    <a:pt x="1597907" y="0"/>
                  </a:moveTo>
                  <a:lnTo>
                    <a:pt x="2331389" y="0"/>
                  </a:lnTo>
                </a:path>
              </a:pathLst>
            </a:custGeom>
            <a:ln w="19074">
              <a:solidFill>
                <a:srgbClr val="BABABA"/>
              </a:solidFill>
            </a:ln>
          </p:spPr>
          <p:txBody>
            <a:bodyPr lIns="0" tIns="0" rIns="0" bIns="0"/>
            <a:lstStyle/>
            <a:p>
              <a:pPr>
                <a:defRPr/>
              </a:pPr>
              <a:endParaRPr sz="2647"/>
            </a:p>
          </p:txBody>
        </p:sp>
        <p:sp>
          <p:nvSpPr>
            <p:cNvPr id="13" name="object 13">
              <a:extLst>
                <a:ext uri="{FF2B5EF4-FFF2-40B4-BE49-F238E27FC236}">
                  <a16:creationId xmlns:a16="http://schemas.microsoft.com/office/drawing/2014/main" id="{7A2044FF-5F61-7026-C4D9-5BEFE7487100}"/>
                </a:ext>
              </a:extLst>
            </p:cNvPr>
            <p:cNvSpPr/>
            <p:nvPr/>
          </p:nvSpPr>
          <p:spPr>
            <a:xfrm>
              <a:off x="5749167" y="3332638"/>
              <a:ext cx="93560" cy="9172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4" name="object 14">
              <a:extLst>
                <a:ext uri="{FF2B5EF4-FFF2-40B4-BE49-F238E27FC236}">
                  <a16:creationId xmlns:a16="http://schemas.microsoft.com/office/drawing/2014/main" id="{0C740069-B6A4-6CBE-96A9-84F39888ACB9}"/>
                </a:ext>
              </a:extLst>
            </p:cNvPr>
            <p:cNvSpPr/>
            <p:nvPr/>
          </p:nvSpPr>
          <p:spPr>
            <a:xfrm>
              <a:off x="3420970" y="3357818"/>
              <a:ext cx="0" cy="1455049"/>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17836" name="object 15">
              <a:extLst>
                <a:ext uri="{FF2B5EF4-FFF2-40B4-BE49-F238E27FC236}">
                  <a16:creationId xmlns:a16="http://schemas.microsoft.com/office/drawing/2014/main" id="{6D442E3D-3A68-542D-A195-D3135E305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object 16">
              <a:extLst>
                <a:ext uri="{FF2B5EF4-FFF2-40B4-BE49-F238E27FC236}">
                  <a16:creationId xmlns:a16="http://schemas.microsoft.com/office/drawing/2014/main" id="{3370F682-30CD-E032-CCA4-879589B6559C}"/>
                </a:ext>
              </a:extLst>
            </p:cNvPr>
            <p:cNvSpPr/>
            <p:nvPr/>
          </p:nvSpPr>
          <p:spPr>
            <a:xfrm>
              <a:off x="1411236" y="3539474"/>
              <a:ext cx="1781233" cy="1539582"/>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17" name="object 17">
              <a:extLst>
                <a:ext uri="{FF2B5EF4-FFF2-40B4-BE49-F238E27FC236}">
                  <a16:creationId xmlns:a16="http://schemas.microsoft.com/office/drawing/2014/main" id="{6AA96283-F006-52B7-878D-91FAE9BDEBC4}"/>
                </a:ext>
              </a:extLst>
            </p:cNvPr>
            <p:cNvSpPr/>
            <p:nvPr/>
          </p:nvSpPr>
          <p:spPr>
            <a:xfrm>
              <a:off x="3138492" y="3501704"/>
              <a:ext cx="98957" cy="95324"/>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8" name="object 18">
              <a:extLst>
                <a:ext uri="{FF2B5EF4-FFF2-40B4-BE49-F238E27FC236}">
                  <a16:creationId xmlns:a16="http://schemas.microsoft.com/office/drawing/2014/main" id="{58A7D02C-FA2D-EB2E-3552-5ABDE20286A5}"/>
                </a:ext>
              </a:extLst>
            </p:cNvPr>
            <p:cNvSpPr/>
            <p:nvPr/>
          </p:nvSpPr>
          <p:spPr>
            <a:xfrm>
              <a:off x="1458016" y="5176179"/>
              <a:ext cx="1754244" cy="1562964"/>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19" name="object 19">
              <a:extLst>
                <a:ext uri="{FF2B5EF4-FFF2-40B4-BE49-F238E27FC236}">
                  <a16:creationId xmlns:a16="http://schemas.microsoft.com/office/drawing/2014/main" id="{D4472127-0ABB-823E-0D6B-44C2D8D5F41C}"/>
                </a:ext>
              </a:extLst>
            </p:cNvPr>
            <p:cNvSpPr/>
            <p:nvPr/>
          </p:nvSpPr>
          <p:spPr>
            <a:xfrm>
              <a:off x="3158283" y="6681589"/>
              <a:ext cx="98958" cy="95324"/>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0" name="object 20">
              <a:extLst>
                <a:ext uri="{FF2B5EF4-FFF2-40B4-BE49-F238E27FC236}">
                  <a16:creationId xmlns:a16="http://schemas.microsoft.com/office/drawing/2014/main" id="{F09F7290-0B06-DAB6-1A6C-563C070172B6}"/>
                </a:ext>
              </a:extLst>
            </p:cNvPr>
            <p:cNvSpPr/>
            <p:nvPr/>
          </p:nvSpPr>
          <p:spPr>
            <a:xfrm>
              <a:off x="1377051" y="5116827"/>
              <a:ext cx="1783033"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1" name="object 21">
              <a:extLst>
                <a:ext uri="{FF2B5EF4-FFF2-40B4-BE49-F238E27FC236}">
                  <a16:creationId xmlns:a16="http://schemas.microsoft.com/office/drawing/2014/main" id="{63FE0670-2915-D886-48E6-CB120E748FF6}"/>
                </a:ext>
              </a:extLst>
            </p:cNvPr>
            <p:cNvSpPr/>
            <p:nvPr/>
          </p:nvSpPr>
          <p:spPr>
            <a:xfrm>
              <a:off x="3127697" y="5070064"/>
              <a:ext cx="91760" cy="91727"/>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2" name="object 22">
              <a:extLst>
                <a:ext uri="{FF2B5EF4-FFF2-40B4-BE49-F238E27FC236}">
                  <a16:creationId xmlns:a16="http://schemas.microsoft.com/office/drawing/2014/main" id="{ACE7BCFF-9B8F-C270-A402-D503B136630E}"/>
                </a:ext>
              </a:extLst>
            </p:cNvPr>
            <p:cNvSpPr/>
            <p:nvPr/>
          </p:nvSpPr>
          <p:spPr>
            <a:xfrm>
              <a:off x="3161882" y="4053867"/>
              <a:ext cx="514578" cy="239211"/>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3" name="object 23">
              <a:extLst>
                <a:ext uri="{FF2B5EF4-FFF2-40B4-BE49-F238E27FC236}">
                  <a16:creationId xmlns:a16="http://schemas.microsoft.com/office/drawing/2014/main" id="{4FD4F04C-17E2-0945-283C-35F158F66A93}"/>
                </a:ext>
              </a:extLst>
            </p:cNvPr>
            <p:cNvSpPr/>
            <p:nvPr/>
          </p:nvSpPr>
          <p:spPr>
            <a:xfrm>
              <a:off x="3420970" y="6086259"/>
              <a:ext cx="0" cy="541372"/>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17845" name="object 24">
              <a:extLst>
                <a:ext uri="{FF2B5EF4-FFF2-40B4-BE49-F238E27FC236}">
                  <a16:creationId xmlns:a16="http://schemas.microsoft.com/office/drawing/2014/main" id="{15552860-D8B5-E275-E69E-5358A66F7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object 25">
              <a:extLst>
                <a:ext uri="{FF2B5EF4-FFF2-40B4-BE49-F238E27FC236}">
                  <a16:creationId xmlns:a16="http://schemas.microsoft.com/office/drawing/2014/main" id="{555D25E9-F37A-3887-B892-09D79755EA6C}"/>
                </a:ext>
              </a:extLst>
            </p:cNvPr>
            <p:cNvSpPr/>
            <p:nvPr/>
          </p:nvSpPr>
          <p:spPr>
            <a:xfrm>
              <a:off x="3420970" y="5195964"/>
              <a:ext cx="0" cy="652883"/>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6" name="object 26">
              <a:extLst>
                <a:ext uri="{FF2B5EF4-FFF2-40B4-BE49-F238E27FC236}">
                  <a16:creationId xmlns:a16="http://schemas.microsoft.com/office/drawing/2014/main" id="{CD64E203-9CEA-15DF-8EDE-CB8339AF4065}"/>
                </a:ext>
              </a:extLst>
            </p:cNvPr>
            <p:cNvSpPr/>
            <p:nvPr/>
          </p:nvSpPr>
          <p:spPr>
            <a:xfrm>
              <a:off x="3357998" y="5116827"/>
              <a:ext cx="1176693" cy="0"/>
            </a:xfrm>
            <a:custGeom>
              <a:avLst/>
              <a:gdLst/>
              <a:ahLst/>
              <a:cxnLst/>
              <a:rect l="l" t="t" r="r" b="b"/>
              <a:pathLst>
                <a:path w="1176654">
                  <a:moveTo>
                    <a:pt x="0" y="0"/>
                  </a:moveTo>
                  <a:lnTo>
                    <a:pt x="1176426" y="0"/>
                  </a:lnTo>
                </a:path>
              </a:pathLst>
            </a:custGeom>
            <a:ln w="19076">
              <a:solidFill>
                <a:srgbClr val="BABABA"/>
              </a:solidFill>
            </a:ln>
          </p:spPr>
          <p:txBody>
            <a:bodyPr lIns="0" tIns="0" rIns="0" bIns="0"/>
            <a:lstStyle/>
            <a:p>
              <a:pPr>
                <a:defRPr/>
              </a:pPr>
              <a:endParaRPr sz="2647"/>
            </a:p>
          </p:txBody>
        </p:sp>
        <p:sp>
          <p:nvSpPr>
            <p:cNvPr id="27" name="object 27">
              <a:extLst>
                <a:ext uri="{FF2B5EF4-FFF2-40B4-BE49-F238E27FC236}">
                  <a16:creationId xmlns:a16="http://schemas.microsoft.com/office/drawing/2014/main" id="{798A434B-30E6-B1FD-CEF0-358222980052}"/>
                </a:ext>
              </a:extLst>
            </p:cNvPr>
            <p:cNvSpPr/>
            <p:nvPr/>
          </p:nvSpPr>
          <p:spPr>
            <a:xfrm>
              <a:off x="5986665" y="3302061"/>
              <a:ext cx="1851403" cy="1591742"/>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28" name="object 28">
              <a:extLst>
                <a:ext uri="{FF2B5EF4-FFF2-40B4-BE49-F238E27FC236}">
                  <a16:creationId xmlns:a16="http://schemas.microsoft.com/office/drawing/2014/main" id="{3F48AACF-4BCD-A135-B1C7-0100BEE32105}"/>
                </a:ext>
              </a:extLst>
            </p:cNvPr>
            <p:cNvSpPr/>
            <p:nvPr/>
          </p:nvSpPr>
          <p:spPr>
            <a:xfrm>
              <a:off x="7782292" y="4838047"/>
              <a:ext cx="100757" cy="93526"/>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29" name="object 29">
              <a:extLst>
                <a:ext uri="{FF2B5EF4-FFF2-40B4-BE49-F238E27FC236}">
                  <a16:creationId xmlns:a16="http://schemas.microsoft.com/office/drawing/2014/main" id="{114AE1E6-5EAA-491F-AA00-AF5F3A2115D7}"/>
                </a:ext>
              </a:extLst>
            </p:cNvPr>
            <p:cNvSpPr/>
            <p:nvPr/>
          </p:nvSpPr>
          <p:spPr>
            <a:xfrm>
              <a:off x="6044240" y="3548467"/>
              <a:ext cx="0" cy="1273393"/>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17851" name="object 30">
              <a:extLst>
                <a:ext uri="{FF2B5EF4-FFF2-40B4-BE49-F238E27FC236}">
                  <a16:creationId xmlns:a16="http://schemas.microsoft.com/office/drawing/2014/main" id="{93913F68-918E-AE43-B5CD-6D07ED0F3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object 31">
              <a:extLst>
                <a:ext uri="{FF2B5EF4-FFF2-40B4-BE49-F238E27FC236}">
                  <a16:creationId xmlns:a16="http://schemas.microsoft.com/office/drawing/2014/main" id="{87C7072C-0161-B844-ABB5-16155090C9A1}"/>
                </a:ext>
              </a:extLst>
            </p:cNvPr>
            <p:cNvSpPr/>
            <p:nvPr/>
          </p:nvSpPr>
          <p:spPr>
            <a:xfrm>
              <a:off x="5049269" y="5116827"/>
              <a:ext cx="734084" cy="0"/>
            </a:xfrm>
            <a:custGeom>
              <a:avLst/>
              <a:gdLst/>
              <a:ahLst/>
              <a:cxnLst/>
              <a:rect l="l" t="t" r="r" b="b"/>
              <a:pathLst>
                <a:path w="734060">
                  <a:moveTo>
                    <a:pt x="0" y="0"/>
                  </a:moveTo>
                  <a:lnTo>
                    <a:pt x="733482" y="0"/>
                  </a:lnTo>
                </a:path>
              </a:pathLst>
            </a:custGeom>
            <a:ln w="19076">
              <a:solidFill>
                <a:srgbClr val="BABABA"/>
              </a:solidFill>
            </a:ln>
          </p:spPr>
          <p:txBody>
            <a:bodyPr lIns="0" tIns="0" rIns="0" bIns="0"/>
            <a:lstStyle/>
            <a:p>
              <a:pPr>
                <a:defRPr/>
              </a:pPr>
              <a:endParaRPr sz="2647"/>
            </a:p>
          </p:txBody>
        </p:sp>
        <p:sp>
          <p:nvSpPr>
            <p:cNvPr id="32" name="object 32">
              <a:extLst>
                <a:ext uri="{FF2B5EF4-FFF2-40B4-BE49-F238E27FC236}">
                  <a16:creationId xmlns:a16="http://schemas.microsoft.com/office/drawing/2014/main" id="{8AA62BD4-1596-449F-79B7-CB037516B138}"/>
                </a:ext>
              </a:extLst>
            </p:cNvPr>
            <p:cNvSpPr/>
            <p:nvPr/>
          </p:nvSpPr>
          <p:spPr>
            <a:xfrm>
              <a:off x="5749167" y="5070064"/>
              <a:ext cx="93560" cy="9172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3" name="object 33">
              <a:extLst>
                <a:ext uri="{FF2B5EF4-FFF2-40B4-BE49-F238E27FC236}">
                  <a16:creationId xmlns:a16="http://schemas.microsoft.com/office/drawing/2014/main" id="{D5CB5307-C403-4AA8-CCD4-F589AF5D3BF6}"/>
                </a:ext>
              </a:extLst>
            </p:cNvPr>
            <p:cNvSpPr/>
            <p:nvPr/>
          </p:nvSpPr>
          <p:spPr>
            <a:xfrm>
              <a:off x="6002859" y="5116827"/>
              <a:ext cx="1783031"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34" name="object 34">
              <a:extLst>
                <a:ext uri="{FF2B5EF4-FFF2-40B4-BE49-F238E27FC236}">
                  <a16:creationId xmlns:a16="http://schemas.microsoft.com/office/drawing/2014/main" id="{C5CF5B5A-B4A2-703C-171B-ACFAFCE26F16}"/>
                </a:ext>
              </a:extLst>
            </p:cNvPr>
            <p:cNvSpPr/>
            <p:nvPr/>
          </p:nvSpPr>
          <p:spPr>
            <a:xfrm>
              <a:off x="7753504" y="5070064"/>
              <a:ext cx="91761" cy="91727"/>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35" name="object 35">
            <a:extLst>
              <a:ext uri="{FF2B5EF4-FFF2-40B4-BE49-F238E27FC236}">
                <a16:creationId xmlns:a16="http://schemas.microsoft.com/office/drawing/2014/main" id="{FED32597-9C39-6701-5289-32317DDA97C3}"/>
              </a:ext>
            </a:extLst>
          </p:cNvPr>
          <p:cNvSpPr txBox="1"/>
          <p:nvPr/>
        </p:nvSpPr>
        <p:spPr>
          <a:xfrm>
            <a:off x="2994025" y="2900363"/>
            <a:ext cx="344488"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0 / </a:t>
            </a:r>
            <a:r>
              <a:rPr sz="1059" spc="-44" dirty="0">
                <a:solidFill>
                  <a:srgbClr val="606060"/>
                </a:solidFill>
                <a:latin typeface="Lucida Sans"/>
                <a:cs typeface="Lucida Sans"/>
              </a:rPr>
              <a:t>4</a:t>
            </a:r>
            <a:endParaRPr sz="1059">
              <a:latin typeface="Lucida Sans"/>
              <a:cs typeface="Lucida Sans"/>
            </a:endParaRPr>
          </a:p>
        </p:txBody>
      </p:sp>
      <p:sp>
        <p:nvSpPr>
          <p:cNvPr id="36" name="object 36">
            <a:extLst>
              <a:ext uri="{FF2B5EF4-FFF2-40B4-BE49-F238E27FC236}">
                <a16:creationId xmlns:a16="http://schemas.microsoft.com/office/drawing/2014/main" id="{D2B8F32C-1CF9-9B48-F725-1071A8BC6CAF}"/>
              </a:ext>
            </a:extLst>
          </p:cNvPr>
          <p:cNvSpPr/>
          <p:nvPr/>
        </p:nvSpPr>
        <p:spPr>
          <a:xfrm>
            <a:off x="2916238" y="4484688"/>
            <a:ext cx="452437" cy="211137"/>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7" name="object 37">
            <a:extLst>
              <a:ext uri="{FF2B5EF4-FFF2-40B4-BE49-F238E27FC236}">
                <a16:creationId xmlns:a16="http://schemas.microsoft.com/office/drawing/2014/main" id="{5B4882E8-9956-A43E-A18B-92BF029CF762}"/>
              </a:ext>
            </a:extLst>
          </p:cNvPr>
          <p:cNvSpPr txBox="1"/>
          <p:nvPr/>
        </p:nvSpPr>
        <p:spPr>
          <a:xfrm>
            <a:off x="2984500" y="4483100"/>
            <a:ext cx="346075" cy="173038"/>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0 / </a:t>
            </a:r>
            <a:r>
              <a:rPr sz="1059" spc="-44" dirty="0">
                <a:solidFill>
                  <a:srgbClr val="606060"/>
                </a:solidFill>
                <a:latin typeface="Lucida Sans"/>
                <a:cs typeface="Lucida Sans"/>
              </a:rPr>
              <a:t>4</a:t>
            </a:r>
            <a:endParaRPr sz="1059">
              <a:latin typeface="Lucida Sans"/>
              <a:cs typeface="Lucida Sans"/>
            </a:endParaRPr>
          </a:p>
        </p:txBody>
      </p:sp>
      <p:sp>
        <p:nvSpPr>
          <p:cNvPr id="38" name="object 38">
            <a:extLst>
              <a:ext uri="{FF2B5EF4-FFF2-40B4-BE49-F238E27FC236}">
                <a16:creationId xmlns:a16="http://schemas.microsoft.com/office/drawing/2014/main" id="{F0FF7AF5-071E-018C-68B3-33BCF6FBDA5B}"/>
              </a:ext>
            </a:extLst>
          </p:cNvPr>
          <p:cNvSpPr/>
          <p:nvPr/>
        </p:nvSpPr>
        <p:spPr>
          <a:xfrm>
            <a:off x="5221288" y="4484688"/>
            <a:ext cx="539750" cy="211137"/>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39" name="object 39">
            <a:extLst>
              <a:ext uri="{FF2B5EF4-FFF2-40B4-BE49-F238E27FC236}">
                <a16:creationId xmlns:a16="http://schemas.microsoft.com/office/drawing/2014/main" id="{244B9704-7EF3-7BC4-5257-F2076CF3396B}"/>
              </a:ext>
            </a:extLst>
          </p:cNvPr>
          <p:cNvSpPr txBox="1"/>
          <p:nvPr/>
        </p:nvSpPr>
        <p:spPr>
          <a:xfrm>
            <a:off x="5291138" y="4483100"/>
            <a:ext cx="430212" cy="173038"/>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0 / </a:t>
            </a:r>
            <a:r>
              <a:rPr sz="1059" spc="-22" dirty="0">
                <a:solidFill>
                  <a:srgbClr val="606060"/>
                </a:solidFill>
                <a:latin typeface="Lucida Sans"/>
                <a:cs typeface="Lucida Sans"/>
              </a:rPr>
              <a:t>15</a:t>
            </a:r>
            <a:endParaRPr sz="1059">
              <a:latin typeface="Lucida Sans"/>
              <a:cs typeface="Lucida Sans"/>
            </a:endParaRPr>
          </a:p>
        </p:txBody>
      </p:sp>
      <p:sp>
        <p:nvSpPr>
          <p:cNvPr id="40" name="object 40">
            <a:extLst>
              <a:ext uri="{FF2B5EF4-FFF2-40B4-BE49-F238E27FC236}">
                <a16:creationId xmlns:a16="http://schemas.microsoft.com/office/drawing/2014/main" id="{A39A0705-D08B-09C7-4D24-96AA7CE7474F}"/>
              </a:ext>
            </a:extLst>
          </p:cNvPr>
          <p:cNvSpPr/>
          <p:nvPr/>
        </p:nvSpPr>
        <p:spPr>
          <a:xfrm>
            <a:off x="1905000" y="2816225"/>
            <a:ext cx="609600" cy="566738"/>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41" name="object 41">
            <a:extLst>
              <a:ext uri="{FF2B5EF4-FFF2-40B4-BE49-F238E27FC236}">
                <a16:creationId xmlns:a16="http://schemas.microsoft.com/office/drawing/2014/main" id="{F0197CF0-0D14-D488-19D1-463667F3B7A2}"/>
              </a:ext>
            </a:extLst>
          </p:cNvPr>
          <p:cNvSpPr txBox="1"/>
          <p:nvPr/>
        </p:nvSpPr>
        <p:spPr>
          <a:xfrm rot="19200000">
            <a:off x="1963738" y="3017838"/>
            <a:ext cx="512762" cy="141287"/>
          </a:xfrm>
          <a:prstGeom prst="rect">
            <a:avLst/>
          </a:prstGeom>
        </p:spPr>
        <p:txBody>
          <a:bodyPr lIns="0" tIns="0" rIns="0" bIns="0">
            <a:spAutoFit/>
          </a:bodyPr>
          <a:lstStyle/>
          <a:p>
            <a:pPr>
              <a:lnSpc>
                <a:spcPts val="1059"/>
              </a:lnSpc>
              <a:defRPr/>
            </a:pPr>
            <a:r>
              <a:rPr sz="1059" dirty="0">
                <a:solidFill>
                  <a:srgbClr val="606060"/>
                </a:solidFill>
                <a:latin typeface="Lucida Sans"/>
                <a:cs typeface="Lucida Sans"/>
              </a:rPr>
              <a:t>10</a:t>
            </a:r>
            <a:r>
              <a:rPr sz="1059" spc="-26" dirty="0">
                <a:solidFill>
                  <a:srgbClr val="606060"/>
                </a:solidFill>
                <a:latin typeface="Lucida Sans"/>
                <a:cs typeface="Lucida Sans"/>
              </a:rPr>
              <a:t> </a:t>
            </a:r>
            <a:r>
              <a:rPr sz="1588" baseline="2314" dirty="0">
                <a:solidFill>
                  <a:srgbClr val="606060"/>
                </a:solidFill>
                <a:latin typeface="Lucida Sans"/>
                <a:cs typeface="Lucida Sans"/>
              </a:rPr>
              <a:t>/</a:t>
            </a:r>
            <a:r>
              <a:rPr sz="1588" spc="-26" baseline="2314" dirty="0">
                <a:solidFill>
                  <a:srgbClr val="606060"/>
                </a:solidFill>
                <a:latin typeface="Lucida Sans"/>
                <a:cs typeface="Lucida Sans"/>
              </a:rPr>
              <a:t> </a:t>
            </a:r>
            <a:r>
              <a:rPr sz="1588" spc="-33" baseline="2314" dirty="0">
                <a:solidFill>
                  <a:srgbClr val="606060"/>
                </a:solidFill>
                <a:latin typeface="Lucida Sans"/>
                <a:cs typeface="Lucida Sans"/>
              </a:rPr>
              <a:t>10</a:t>
            </a:r>
            <a:endParaRPr sz="1588" baseline="2314">
              <a:latin typeface="Lucida Sans"/>
              <a:cs typeface="Lucida Sans"/>
            </a:endParaRPr>
          </a:p>
        </p:txBody>
      </p:sp>
      <p:sp>
        <p:nvSpPr>
          <p:cNvPr id="42" name="object 42">
            <a:extLst>
              <a:ext uri="{FF2B5EF4-FFF2-40B4-BE49-F238E27FC236}">
                <a16:creationId xmlns:a16="http://schemas.microsoft.com/office/drawing/2014/main" id="{C8689FF5-14BB-79C6-D5B9-024D443FB7E0}"/>
              </a:ext>
            </a:extLst>
          </p:cNvPr>
          <p:cNvSpPr txBox="1"/>
          <p:nvPr/>
        </p:nvSpPr>
        <p:spPr>
          <a:xfrm>
            <a:off x="6099175" y="3708400"/>
            <a:ext cx="515938"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10 / </a:t>
            </a:r>
            <a:r>
              <a:rPr sz="1059" spc="-22" dirty="0">
                <a:solidFill>
                  <a:srgbClr val="606060"/>
                </a:solidFill>
                <a:latin typeface="Lucida Sans"/>
                <a:cs typeface="Lucida Sans"/>
              </a:rPr>
              <a:t>10</a:t>
            </a:r>
            <a:endParaRPr sz="1059">
              <a:latin typeface="Lucida Sans"/>
              <a:cs typeface="Lucida Sans"/>
            </a:endParaRPr>
          </a:p>
        </p:txBody>
      </p:sp>
      <p:sp>
        <p:nvSpPr>
          <p:cNvPr id="43" name="object 43">
            <a:extLst>
              <a:ext uri="{FF2B5EF4-FFF2-40B4-BE49-F238E27FC236}">
                <a16:creationId xmlns:a16="http://schemas.microsoft.com/office/drawing/2014/main" id="{EB00CA0D-4517-BA00-06F8-A1EAE85672C5}"/>
              </a:ext>
            </a:extLst>
          </p:cNvPr>
          <p:cNvSpPr/>
          <p:nvPr/>
        </p:nvSpPr>
        <p:spPr>
          <a:xfrm>
            <a:off x="1981200" y="3711575"/>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4" name="object 44">
            <a:extLst>
              <a:ext uri="{FF2B5EF4-FFF2-40B4-BE49-F238E27FC236}">
                <a16:creationId xmlns:a16="http://schemas.microsoft.com/office/drawing/2014/main" id="{42F22A44-F94B-FA41-F9CE-B1AFDF822817}"/>
              </a:ext>
            </a:extLst>
          </p:cNvPr>
          <p:cNvSpPr txBox="1"/>
          <p:nvPr/>
        </p:nvSpPr>
        <p:spPr>
          <a:xfrm>
            <a:off x="2051050" y="3708400"/>
            <a:ext cx="344488"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5 / </a:t>
            </a:r>
            <a:r>
              <a:rPr sz="1059" spc="-44" dirty="0">
                <a:solidFill>
                  <a:srgbClr val="606060"/>
                </a:solidFill>
                <a:latin typeface="Lucida Sans"/>
                <a:cs typeface="Lucida Sans"/>
              </a:rPr>
              <a:t>5</a:t>
            </a:r>
            <a:endParaRPr sz="1059">
              <a:latin typeface="Lucida Sans"/>
              <a:cs typeface="Lucida Sans"/>
            </a:endParaRPr>
          </a:p>
        </p:txBody>
      </p:sp>
      <p:grpSp>
        <p:nvGrpSpPr>
          <p:cNvPr id="117773" name="object 45">
            <a:extLst>
              <a:ext uri="{FF2B5EF4-FFF2-40B4-BE49-F238E27FC236}">
                <a16:creationId xmlns:a16="http://schemas.microsoft.com/office/drawing/2014/main" id="{64566819-A424-0930-E2E8-6442A597D1D5}"/>
              </a:ext>
            </a:extLst>
          </p:cNvPr>
          <p:cNvGrpSpPr>
            <a:grpSpLocks/>
          </p:cNvGrpSpPr>
          <p:nvPr/>
        </p:nvGrpSpPr>
        <p:grpSpPr bwMode="auto">
          <a:xfrm>
            <a:off x="1220788" y="2133600"/>
            <a:ext cx="4405312" cy="3409950"/>
            <a:chOff x="1231593" y="3182881"/>
            <a:chExt cx="4991735" cy="3864610"/>
          </a:xfrm>
        </p:grpSpPr>
        <p:sp>
          <p:nvSpPr>
            <p:cNvPr id="46" name="object 46">
              <a:extLst>
                <a:ext uri="{FF2B5EF4-FFF2-40B4-BE49-F238E27FC236}">
                  <a16:creationId xmlns:a16="http://schemas.microsoft.com/office/drawing/2014/main" id="{E22576D4-C8AB-6FF5-770D-F0F5268A67AA}"/>
                </a:ext>
              </a:extLst>
            </p:cNvPr>
            <p:cNvSpPr/>
            <p:nvPr/>
          </p:nvSpPr>
          <p:spPr>
            <a:xfrm>
              <a:off x="5865363" y="6689457"/>
              <a:ext cx="352569"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606060"/>
            </a:solidFill>
          </p:spPr>
          <p:txBody>
            <a:bodyPr lIns="0" tIns="0" rIns="0" bIns="0"/>
            <a:lstStyle/>
            <a:p>
              <a:pPr>
                <a:defRPr/>
              </a:pPr>
              <a:endParaRPr sz="2647"/>
            </a:p>
          </p:txBody>
        </p:sp>
        <p:sp>
          <p:nvSpPr>
            <p:cNvPr id="47" name="object 47">
              <a:extLst>
                <a:ext uri="{FF2B5EF4-FFF2-40B4-BE49-F238E27FC236}">
                  <a16:creationId xmlns:a16="http://schemas.microsoft.com/office/drawing/2014/main" id="{22DA6A74-F697-23A9-6C23-A6D5FDE9D230}"/>
                </a:ext>
              </a:extLst>
            </p:cNvPr>
            <p:cNvSpPr/>
            <p:nvPr/>
          </p:nvSpPr>
          <p:spPr>
            <a:xfrm>
              <a:off x="5865363" y="6689457"/>
              <a:ext cx="352569"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000000"/>
              </a:solidFill>
            </a:ln>
          </p:spPr>
          <p:txBody>
            <a:bodyPr lIns="0" tIns="0" rIns="0" bIns="0"/>
            <a:lstStyle/>
            <a:p>
              <a:pPr>
                <a:defRPr/>
              </a:pPr>
              <a:endParaRPr sz="2647"/>
            </a:p>
          </p:txBody>
        </p:sp>
        <p:sp>
          <p:nvSpPr>
            <p:cNvPr id="48" name="object 48">
              <a:extLst>
                <a:ext uri="{FF2B5EF4-FFF2-40B4-BE49-F238E27FC236}">
                  <a16:creationId xmlns:a16="http://schemas.microsoft.com/office/drawing/2014/main" id="{1E3875B8-9DCE-0D53-0C50-7B728B5E94A8}"/>
                </a:ext>
              </a:extLst>
            </p:cNvPr>
            <p:cNvSpPr/>
            <p:nvPr/>
          </p:nvSpPr>
          <p:spPr>
            <a:xfrm>
              <a:off x="3242678" y="4906483"/>
              <a:ext cx="352569" cy="354436"/>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606060"/>
            </a:solidFill>
          </p:spPr>
          <p:txBody>
            <a:bodyPr lIns="0" tIns="0" rIns="0" bIns="0"/>
            <a:lstStyle/>
            <a:p>
              <a:pPr>
                <a:defRPr/>
              </a:pPr>
              <a:endParaRPr sz="2647"/>
            </a:p>
          </p:txBody>
        </p:sp>
        <p:sp>
          <p:nvSpPr>
            <p:cNvPr id="49" name="object 49">
              <a:extLst>
                <a:ext uri="{FF2B5EF4-FFF2-40B4-BE49-F238E27FC236}">
                  <a16:creationId xmlns:a16="http://schemas.microsoft.com/office/drawing/2014/main" id="{E377254C-D752-BBDE-EDF3-473FAB34CC73}"/>
                </a:ext>
              </a:extLst>
            </p:cNvPr>
            <p:cNvSpPr/>
            <p:nvPr/>
          </p:nvSpPr>
          <p:spPr>
            <a:xfrm>
              <a:off x="3242678" y="4906483"/>
              <a:ext cx="352569" cy="354436"/>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000000"/>
              </a:solidFill>
            </a:ln>
          </p:spPr>
          <p:txBody>
            <a:bodyPr lIns="0" tIns="0" rIns="0" bIns="0"/>
            <a:lstStyle/>
            <a:p>
              <a:pPr>
                <a:defRPr/>
              </a:pPr>
              <a:endParaRPr sz="2647"/>
            </a:p>
          </p:txBody>
        </p:sp>
        <p:sp>
          <p:nvSpPr>
            <p:cNvPr id="50" name="object 50">
              <a:extLst>
                <a:ext uri="{FF2B5EF4-FFF2-40B4-BE49-F238E27FC236}">
                  <a16:creationId xmlns:a16="http://schemas.microsoft.com/office/drawing/2014/main" id="{5428496C-6663-3034-C66C-474800B2BF76}"/>
                </a:ext>
              </a:extLst>
            </p:cNvPr>
            <p:cNvSpPr/>
            <p:nvPr/>
          </p:nvSpPr>
          <p:spPr>
            <a:xfrm>
              <a:off x="5865363" y="3188279"/>
              <a:ext cx="352569"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51" name="object 51">
              <a:extLst>
                <a:ext uri="{FF2B5EF4-FFF2-40B4-BE49-F238E27FC236}">
                  <a16:creationId xmlns:a16="http://schemas.microsoft.com/office/drawing/2014/main" id="{2A11486C-2D44-4872-E1C5-294D117FF00C}"/>
                </a:ext>
              </a:extLst>
            </p:cNvPr>
            <p:cNvSpPr/>
            <p:nvPr/>
          </p:nvSpPr>
          <p:spPr>
            <a:xfrm>
              <a:off x="5865363" y="3188279"/>
              <a:ext cx="352569"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52" name="object 52">
              <a:extLst>
                <a:ext uri="{FF2B5EF4-FFF2-40B4-BE49-F238E27FC236}">
                  <a16:creationId xmlns:a16="http://schemas.microsoft.com/office/drawing/2014/main" id="{1D598E25-49C7-F74A-342F-D856FE084CE8}"/>
                </a:ext>
              </a:extLst>
            </p:cNvPr>
            <p:cNvSpPr/>
            <p:nvPr/>
          </p:nvSpPr>
          <p:spPr>
            <a:xfrm>
              <a:off x="5865363" y="4906483"/>
              <a:ext cx="352569" cy="354436"/>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53" name="object 53">
              <a:extLst>
                <a:ext uri="{FF2B5EF4-FFF2-40B4-BE49-F238E27FC236}">
                  <a16:creationId xmlns:a16="http://schemas.microsoft.com/office/drawing/2014/main" id="{D9AAAB18-9538-4F7A-B0DA-DD608FF33D4C}"/>
                </a:ext>
              </a:extLst>
            </p:cNvPr>
            <p:cNvSpPr/>
            <p:nvPr/>
          </p:nvSpPr>
          <p:spPr>
            <a:xfrm>
              <a:off x="5865363" y="4906483"/>
              <a:ext cx="352569" cy="354436"/>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54" name="object 54">
              <a:extLst>
                <a:ext uri="{FF2B5EF4-FFF2-40B4-BE49-F238E27FC236}">
                  <a16:creationId xmlns:a16="http://schemas.microsoft.com/office/drawing/2014/main" id="{1DDE3484-9CB4-1C96-EFDA-55CE6CF52A7E}"/>
                </a:ext>
              </a:extLst>
            </p:cNvPr>
            <p:cNvSpPr/>
            <p:nvPr/>
          </p:nvSpPr>
          <p:spPr>
            <a:xfrm>
              <a:off x="1236989" y="4901086"/>
              <a:ext cx="352569" cy="352637"/>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606060"/>
            </a:solidFill>
          </p:spPr>
          <p:txBody>
            <a:bodyPr lIns="0" tIns="0" rIns="0" bIns="0"/>
            <a:lstStyle/>
            <a:p>
              <a:pPr>
                <a:defRPr/>
              </a:pPr>
              <a:endParaRPr sz="2647"/>
            </a:p>
          </p:txBody>
        </p:sp>
        <p:sp>
          <p:nvSpPr>
            <p:cNvPr id="55" name="object 55">
              <a:extLst>
                <a:ext uri="{FF2B5EF4-FFF2-40B4-BE49-F238E27FC236}">
                  <a16:creationId xmlns:a16="http://schemas.microsoft.com/office/drawing/2014/main" id="{97C8E26C-774A-785D-F17A-2A455C94F7AC}"/>
                </a:ext>
              </a:extLst>
            </p:cNvPr>
            <p:cNvSpPr/>
            <p:nvPr/>
          </p:nvSpPr>
          <p:spPr>
            <a:xfrm>
              <a:off x="1236989" y="4901086"/>
              <a:ext cx="352569" cy="352637"/>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000000"/>
              </a:solidFill>
            </a:ln>
          </p:spPr>
          <p:txBody>
            <a:bodyPr lIns="0" tIns="0" rIns="0" bIns="0"/>
            <a:lstStyle/>
            <a:p>
              <a:pPr>
                <a:defRPr/>
              </a:pPr>
              <a:endParaRPr sz="2647"/>
            </a:p>
          </p:txBody>
        </p:sp>
      </p:grpSp>
      <p:sp>
        <p:nvSpPr>
          <p:cNvPr id="56" name="object 56">
            <a:extLst>
              <a:ext uri="{FF2B5EF4-FFF2-40B4-BE49-F238E27FC236}">
                <a16:creationId xmlns:a16="http://schemas.microsoft.com/office/drawing/2014/main" id="{D0A043CE-D189-A2F3-2A9E-F6200B63B8AC}"/>
              </a:ext>
            </a:extLst>
          </p:cNvPr>
          <p:cNvSpPr txBox="1"/>
          <p:nvPr/>
        </p:nvSpPr>
        <p:spPr>
          <a:xfrm>
            <a:off x="1327150" y="3663950"/>
            <a:ext cx="109538" cy="214313"/>
          </a:xfrm>
          <a:prstGeom prst="rect">
            <a:avLst/>
          </a:prstGeom>
        </p:spPr>
        <p:txBody>
          <a:bodyPr lIns="0" tIns="11206" rIns="0" bIns="0">
            <a:spAutoFit/>
          </a:bodyPr>
          <a:lstStyle/>
          <a:p>
            <a:pPr marL="11206">
              <a:spcBef>
                <a:spcPts val="88"/>
              </a:spcBef>
              <a:defRPr/>
            </a:pPr>
            <a:r>
              <a:rPr sz="1324" dirty="0">
                <a:solidFill>
                  <a:srgbClr val="FFFFFF"/>
                </a:solidFill>
                <a:latin typeface="Lucida Sans"/>
                <a:cs typeface="Lucida Sans"/>
              </a:rPr>
              <a:t>s</a:t>
            </a:r>
            <a:endParaRPr sz="1324">
              <a:latin typeface="Lucida Sans"/>
              <a:cs typeface="Lucida Sans"/>
            </a:endParaRPr>
          </a:p>
        </p:txBody>
      </p:sp>
      <p:grpSp>
        <p:nvGrpSpPr>
          <p:cNvPr id="117775" name="object 57">
            <a:extLst>
              <a:ext uri="{FF2B5EF4-FFF2-40B4-BE49-F238E27FC236}">
                <a16:creationId xmlns:a16="http://schemas.microsoft.com/office/drawing/2014/main" id="{88C3B484-9984-D340-9E87-9FD5677319D1}"/>
              </a:ext>
            </a:extLst>
          </p:cNvPr>
          <p:cNvGrpSpPr>
            <a:grpSpLocks/>
          </p:cNvGrpSpPr>
          <p:nvPr/>
        </p:nvGrpSpPr>
        <p:grpSpPr bwMode="auto">
          <a:xfrm>
            <a:off x="4121150" y="3648075"/>
            <a:ext cx="3265488" cy="1206500"/>
            <a:chOff x="4519007" y="4898969"/>
            <a:chExt cx="3700779" cy="1367790"/>
          </a:xfrm>
        </p:grpSpPr>
        <p:sp>
          <p:nvSpPr>
            <p:cNvPr id="58" name="object 58">
              <a:extLst>
                <a:ext uri="{FF2B5EF4-FFF2-40B4-BE49-F238E27FC236}">
                  <a16:creationId xmlns:a16="http://schemas.microsoft.com/office/drawing/2014/main" id="{A708EA98-4F20-4540-ADA9-4F7C00203325}"/>
                </a:ext>
              </a:extLst>
            </p:cNvPr>
            <p:cNvSpPr/>
            <p:nvPr/>
          </p:nvSpPr>
          <p:spPr>
            <a:xfrm>
              <a:off x="7861762" y="4904369"/>
              <a:ext cx="352626" cy="352746"/>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59" name="object 59">
              <a:extLst>
                <a:ext uri="{FF2B5EF4-FFF2-40B4-BE49-F238E27FC236}">
                  <a16:creationId xmlns:a16="http://schemas.microsoft.com/office/drawing/2014/main" id="{F6E7F237-CF23-1903-7B25-EB90584A8BF7}"/>
                </a:ext>
              </a:extLst>
            </p:cNvPr>
            <p:cNvSpPr/>
            <p:nvPr/>
          </p:nvSpPr>
          <p:spPr>
            <a:xfrm>
              <a:off x="7861762" y="4904369"/>
              <a:ext cx="352626" cy="352746"/>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60" name="object 60">
              <a:extLst>
                <a:ext uri="{FF2B5EF4-FFF2-40B4-BE49-F238E27FC236}">
                  <a16:creationId xmlns:a16="http://schemas.microsoft.com/office/drawing/2014/main" id="{00744FA2-31AA-2E0B-1C08-06A0CF9E69B5}"/>
                </a:ext>
              </a:extLst>
            </p:cNvPr>
            <p:cNvSpPr/>
            <p:nvPr/>
          </p:nvSpPr>
          <p:spPr>
            <a:xfrm>
              <a:off x="4519007" y="5786233"/>
              <a:ext cx="561324" cy="480526"/>
            </a:xfrm>
            <a:custGeom>
              <a:avLst/>
              <a:gdLst/>
              <a:ahLst/>
              <a:cxnLst/>
              <a:rect l="l" t="t" r="r" b="b"/>
              <a:pathLst>
                <a:path w="561339" h="479425">
                  <a:moveTo>
                    <a:pt x="129510" y="0"/>
                  </a:moveTo>
                  <a:lnTo>
                    <a:pt x="0" y="200193"/>
                  </a:lnTo>
                  <a:lnTo>
                    <a:pt x="431572" y="479391"/>
                  </a:lnTo>
                  <a:lnTo>
                    <a:pt x="561084" y="279196"/>
                  </a:lnTo>
                  <a:lnTo>
                    <a:pt x="129510" y="0"/>
                  </a:lnTo>
                  <a:close/>
                </a:path>
              </a:pathLst>
            </a:custGeom>
            <a:solidFill>
              <a:srgbClr val="F2F2F2"/>
            </a:solidFill>
          </p:spPr>
          <p:txBody>
            <a:bodyPr lIns="0" tIns="0" rIns="0" bIns="0"/>
            <a:lstStyle/>
            <a:p>
              <a:pPr>
                <a:defRPr/>
              </a:pPr>
              <a:endParaRPr sz="2647"/>
            </a:p>
          </p:txBody>
        </p:sp>
      </p:grpSp>
      <p:sp>
        <p:nvSpPr>
          <p:cNvPr id="61" name="object 61">
            <a:extLst>
              <a:ext uri="{FF2B5EF4-FFF2-40B4-BE49-F238E27FC236}">
                <a16:creationId xmlns:a16="http://schemas.microsoft.com/office/drawing/2014/main" id="{5B9F1315-0E32-B1A0-43A6-F8804EE81BEC}"/>
              </a:ext>
            </a:extLst>
          </p:cNvPr>
          <p:cNvSpPr txBox="1"/>
          <p:nvPr/>
        </p:nvSpPr>
        <p:spPr>
          <a:xfrm rot="1920000">
            <a:off x="4206875" y="4579938"/>
            <a:ext cx="352425" cy="141287"/>
          </a:xfrm>
          <a:prstGeom prst="rect">
            <a:avLst/>
          </a:prstGeom>
        </p:spPr>
        <p:txBody>
          <a:bodyPr lIns="0" tIns="0" rIns="0" bIns="0">
            <a:spAutoFit/>
          </a:bodyPr>
          <a:lstStyle/>
          <a:p>
            <a:pPr>
              <a:lnSpc>
                <a:spcPts val="1054"/>
              </a:lnSpc>
              <a:defRPr/>
            </a:pPr>
            <a:r>
              <a:rPr sz="1588" baseline="2314" dirty="0">
                <a:solidFill>
                  <a:srgbClr val="606060"/>
                </a:solidFill>
                <a:latin typeface="Lucida Sans"/>
                <a:cs typeface="Lucida Sans"/>
              </a:rPr>
              <a:t>3</a:t>
            </a:r>
            <a:r>
              <a:rPr sz="1588" spc="-33" baseline="2314" dirty="0">
                <a:solidFill>
                  <a:srgbClr val="606060"/>
                </a:solidFill>
                <a:latin typeface="Lucida Sans"/>
                <a:cs typeface="Lucida Sans"/>
              </a:rPr>
              <a:t> </a:t>
            </a:r>
            <a:r>
              <a:rPr sz="1059" dirty="0">
                <a:solidFill>
                  <a:srgbClr val="606060"/>
                </a:solidFill>
                <a:latin typeface="Lucida Sans"/>
                <a:cs typeface="Lucida Sans"/>
              </a:rPr>
              <a:t>/</a:t>
            </a:r>
            <a:r>
              <a:rPr sz="1059" spc="-22" dirty="0">
                <a:solidFill>
                  <a:srgbClr val="606060"/>
                </a:solidFill>
                <a:latin typeface="Lucida Sans"/>
                <a:cs typeface="Lucida Sans"/>
              </a:rPr>
              <a:t> </a:t>
            </a:r>
            <a:r>
              <a:rPr sz="1059" spc="-44" dirty="0">
                <a:solidFill>
                  <a:srgbClr val="606060"/>
                </a:solidFill>
                <a:latin typeface="Lucida Sans"/>
                <a:cs typeface="Lucida Sans"/>
              </a:rPr>
              <a:t>6</a:t>
            </a:r>
            <a:endParaRPr sz="1059">
              <a:latin typeface="Lucida Sans"/>
              <a:cs typeface="Lucida Sans"/>
            </a:endParaRPr>
          </a:p>
        </p:txBody>
      </p:sp>
      <p:sp>
        <p:nvSpPr>
          <p:cNvPr id="62" name="object 62">
            <a:extLst>
              <a:ext uri="{FF2B5EF4-FFF2-40B4-BE49-F238E27FC236}">
                <a16:creationId xmlns:a16="http://schemas.microsoft.com/office/drawing/2014/main" id="{B82DCDBD-D454-1B7A-B83E-C239C717F3F1}"/>
              </a:ext>
            </a:extLst>
          </p:cNvPr>
          <p:cNvSpPr/>
          <p:nvPr/>
        </p:nvSpPr>
        <p:spPr>
          <a:xfrm>
            <a:off x="6075363" y="2763838"/>
            <a:ext cx="546100" cy="511175"/>
          </a:xfrm>
          <a:custGeom>
            <a:avLst/>
            <a:gdLst/>
            <a:ahLst/>
            <a:cxnLst/>
            <a:rect l="l" t="t" r="r" b="b"/>
            <a:pathLst>
              <a:path w="618490" h="579120">
                <a:moveTo>
                  <a:pt x="155483" y="0"/>
                </a:moveTo>
                <a:lnTo>
                  <a:pt x="0" y="180765"/>
                </a:lnTo>
                <a:lnTo>
                  <a:pt x="462920" y="578940"/>
                </a:lnTo>
                <a:lnTo>
                  <a:pt x="618403" y="398175"/>
                </a:lnTo>
                <a:lnTo>
                  <a:pt x="155483" y="0"/>
                </a:lnTo>
                <a:close/>
              </a:path>
            </a:pathLst>
          </a:custGeom>
          <a:solidFill>
            <a:srgbClr val="F2F2F2"/>
          </a:solidFill>
        </p:spPr>
        <p:txBody>
          <a:bodyPr lIns="0" tIns="0" rIns="0" bIns="0"/>
          <a:lstStyle/>
          <a:p>
            <a:pPr>
              <a:defRPr/>
            </a:pPr>
            <a:endParaRPr sz="2647"/>
          </a:p>
        </p:txBody>
      </p:sp>
      <p:sp>
        <p:nvSpPr>
          <p:cNvPr id="63" name="object 63">
            <a:extLst>
              <a:ext uri="{FF2B5EF4-FFF2-40B4-BE49-F238E27FC236}">
                <a16:creationId xmlns:a16="http://schemas.microsoft.com/office/drawing/2014/main" id="{26895F5A-EABA-2F21-47AB-F5007A8659E4}"/>
              </a:ext>
            </a:extLst>
          </p:cNvPr>
          <p:cNvSpPr txBox="1"/>
          <p:nvPr/>
        </p:nvSpPr>
        <p:spPr>
          <a:xfrm rot="2400000">
            <a:off x="6145213" y="2959100"/>
            <a:ext cx="431800" cy="141288"/>
          </a:xfrm>
          <a:prstGeom prst="rect">
            <a:avLst/>
          </a:prstGeom>
        </p:spPr>
        <p:txBody>
          <a:bodyPr lIns="0" tIns="0" rIns="0" bIns="0">
            <a:spAutoFit/>
          </a:bodyPr>
          <a:lstStyle/>
          <a:p>
            <a:pPr>
              <a:lnSpc>
                <a:spcPts val="1050"/>
              </a:lnSpc>
              <a:defRPr/>
            </a:pPr>
            <a:r>
              <a:rPr sz="1588" baseline="2314" dirty="0">
                <a:solidFill>
                  <a:srgbClr val="606060"/>
                </a:solidFill>
                <a:latin typeface="Lucida Sans"/>
                <a:cs typeface="Lucida Sans"/>
              </a:rPr>
              <a:t>8</a:t>
            </a:r>
            <a:r>
              <a:rPr sz="1588" spc="-39" baseline="2314" dirty="0">
                <a:solidFill>
                  <a:srgbClr val="606060"/>
                </a:solidFill>
                <a:latin typeface="Lucida Sans"/>
                <a:cs typeface="Lucida Sans"/>
              </a:rPr>
              <a:t> </a:t>
            </a:r>
            <a:r>
              <a:rPr sz="1059" dirty="0">
                <a:solidFill>
                  <a:srgbClr val="606060"/>
                </a:solidFill>
                <a:latin typeface="Lucida Sans"/>
                <a:cs typeface="Lucida Sans"/>
              </a:rPr>
              <a:t>/</a:t>
            </a:r>
            <a:r>
              <a:rPr sz="1059" spc="-18" dirty="0">
                <a:solidFill>
                  <a:srgbClr val="606060"/>
                </a:solidFill>
                <a:latin typeface="Lucida Sans"/>
                <a:cs typeface="Lucida Sans"/>
              </a:rPr>
              <a:t> </a:t>
            </a:r>
            <a:r>
              <a:rPr sz="1059" spc="-22" dirty="0">
                <a:solidFill>
                  <a:srgbClr val="606060"/>
                </a:solidFill>
                <a:latin typeface="Lucida Sans"/>
                <a:cs typeface="Lucida Sans"/>
              </a:rPr>
              <a:t>10</a:t>
            </a:r>
            <a:endParaRPr sz="1059">
              <a:latin typeface="Lucida Sans"/>
              <a:cs typeface="Lucida Sans"/>
            </a:endParaRPr>
          </a:p>
        </p:txBody>
      </p:sp>
      <p:sp>
        <p:nvSpPr>
          <p:cNvPr id="64" name="object 64">
            <a:extLst>
              <a:ext uri="{FF2B5EF4-FFF2-40B4-BE49-F238E27FC236}">
                <a16:creationId xmlns:a16="http://schemas.microsoft.com/office/drawing/2014/main" id="{5147BC9E-7CF1-D7CA-26F3-D23339DF828E}"/>
              </a:ext>
            </a:extLst>
          </p:cNvPr>
          <p:cNvSpPr/>
          <p:nvPr/>
        </p:nvSpPr>
        <p:spPr>
          <a:xfrm>
            <a:off x="4135438" y="2179638"/>
            <a:ext cx="454025" cy="211137"/>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119828" name="object 65">
            <a:extLst>
              <a:ext uri="{FF2B5EF4-FFF2-40B4-BE49-F238E27FC236}">
                <a16:creationId xmlns:a16="http://schemas.microsoft.com/office/drawing/2014/main" id="{0E16140D-B757-5FBC-A729-2E088D6720E6}"/>
              </a:ext>
            </a:extLst>
          </p:cNvPr>
          <p:cNvSpPr txBox="1">
            <a:spLocks noChangeArrowheads="1"/>
          </p:cNvSpPr>
          <p:nvPr/>
        </p:nvSpPr>
        <p:spPr bwMode="auto">
          <a:xfrm>
            <a:off x="733425" y="1016000"/>
            <a:ext cx="5764213" cy="153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17475">
              <a:tabLst>
                <a:tab pos="1476375" algn="l"/>
              </a:tabLst>
              <a:defRPr sz="3000">
                <a:solidFill>
                  <a:srgbClr val="000066"/>
                </a:solidFill>
                <a:latin typeface="Arial" panose="020B0604020202020204" pitchFamily="34" charset="0"/>
                <a:ea typeface="楷体_GB2312" pitchFamily="49" charset="-122"/>
              </a:defRPr>
            </a:lvl1pPr>
            <a:lvl2pPr marL="742950" indent="-285750">
              <a:tabLst>
                <a:tab pos="1476375" algn="l"/>
              </a:tabLst>
              <a:defRPr sz="3000">
                <a:solidFill>
                  <a:srgbClr val="000066"/>
                </a:solidFill>
                <a:latin typeface="Arial" panose="020B0604020202020204" pitchFamily="34" charset="0"/>
                <a:ea typeface="楷体_GB2312" pitchFamily="49" charset="-122"/>
              </a:defRPr>
            </a:lvl2pPr>
            <a:lvl3pPr marL="1143000" indent="-228600">
              <a:tabLst>
                <a:tab pos="1476375" algn="l"/>
              </a:tabLst>
              <a:defRPr sz="3000">
                <a:solidFill>
                  <a:srgbClr val="000066"/>
                </a:solidFill>
                <a:latin typeface="Arial" panose="020B0604020202020204" pitchFamily="34" charset="0"/>
                <a:ea typeface="楷体_GB2312" pitchFamily="49" charset="-122"/>
              </a:defRPr>
            </a:lvl3pPr>
            <a:lvl4pPr marL="1600200" indent="-228600">
              <a:tabLst>
                <a:tab pos="1476375" algn="l"/>
              </a:tabLst>
              <a:defRPr sz="3000">
                <a:solidFill>
                  <a:srgbClr val="000066"/>
                </a:solidFill>
                <a:latin typeface="Arial" panose="020B0604020202020204" pitchFamily="34" charset="0"/>
                <a:ea typeface="楷体_GB2312" pitchFamily="49" charset="-122"/>
              </a:defRPr>
            </a:lvl4pPr>
            <a:lvl5pPr marL="2057400" indent="-228600">
              <a:tabLst>
                <a:tab pos="1476375"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1476375"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1476375"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1476375"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1476375" algn="l"/>
              </a:tabLst>
              <a:defRPr sz="3000">
                <a:solidFill>
                  <a:srgbClr val="000066"/>
                </a:solidFill>
                <a:latin typeface="Arial" panose="020B0604020202020204" pitchFamily="34" charset="0"/>
                <a:ea typeface="楷体_GB2312" pitchFamily="49" charset="-122"/>
              </a:defRPr>
            </a:lvl9pPr>
          </a:lstStyle>
          <a:p>
            <a:pPr>
              <a:lnSpc>
                <a:spcPts val="1713"/>
              </a:lnSpc>
              <a:spcBef>
                <a:spcPts val="88"/>
              </a:spcBef>
              <a:defRPr/>
            </a:pPr>
            <a:r>
              <a:rPr lang="zh-CN" altLang="en-US" sz="2000" dirty="0">
                <a:latin typeface="+mj-ea"/>
                <a:ea typeface="+mj-ea"/>
              </a:rPr>
              <a:t>当无法找到增广路径时，算法终止</a:t>
            </a:r>
            <a:endParaRPr lang="en-US" altLang="zh-CN" sz="2000" b="1" dirty="0">
              <a:solidFill>
                <a:srgbClr val="8D3124"/>
              </a:solidFill>
              <a:latin typeface="+mj-ea"/>
              <a:ea typeface="+mj-ea"/>
              <a:cs typeface="Tahoma" panose="020B0604030504040204" pitchFamily="34" charset="0"/>
            </a:endParaRPr>
          </a:p>
          <a:p>
            <a:pPr>
              <a:lnSpc>
                <a:spcPts val="1713"/>
              </a:lnSpc>
              <a:spcBef>
                <a:spcPts val="88"/>
              </a:spcBef>
              <a:defRPr/>
            </a:pPr>
            <a:endParaRPr lang="en-US" altLang="zh-CN" sz="2000" b="1" dirty="0">
              <a:solidFill>
                <a:srgbClr val="8D3124"/>
              </a:solidFill>
              <a:latin typeface="+mj-ea"/>
              <a:ea typeface="+mj-ea"/>
              <a:cs typeface="Tahoma" panose="020B0604030504040204" pitchFamily="34" charset="0"/>
            </a:endParaRPr>
          </a:p>
          <a:p>
            <a:pPr>
              <a:lnSpc>
                <a:spcPts val="1713"/>
              </a:lnSpc>
              <a:spcBef>
                <a:spcPts val="88"/>
              </a:spcBef>
              <a:defRPr/>
            </a:pPr>
            <a:endParaRPr lang="en-US" altLang="zh-CN" sz="2000" b="1" dirty="0">
              <a:solidFill>
                <a:srgbClr val="8D3124"/>
              </a:solidFill>
              <a:latin typeface="+mj-ea"/>
              <a:ea typeface="+mj-ea"/>
              <a:cs typeface="Tahoma" panose="020B0604030504040204" pitchFamily="34" charset="0"/>
            </a:endParaRPr>
          </a:p>
          <a:p>
            <a:pPr>
              <a:lnSpc>
                <a:spcPts val="1713"/>
              </a:lnSpc>
              <a:spcBef>
                <a:spcPts val="88"/>
              </a:spcBef>
              <a:defRPr/>
            </a:pPr>
            <a:r>
              <a:rPr lang="zh-CN" altLang="zh-CN" sz="2000" b="1" dirty="0">
                <a:solidFill>
                  <a:srgbClr val="8D3124"/>
                </a:solidFill>
                <a:latin typeface="+mj-ea"/>
                <a:ea typeface="+mj-ea"/>
                <a:cs typeface="Tahoma" panose="020B0604030504040204" pitchFamily="34" charset="0"/>
              </a:rPr>
              <a:t>no more augmenting paths</a:t>
            </a:r>
            <a:endParaRPr lang="zh-CN" altLang="zh-CN" sz="2000" dirty="0">
              <a:latin typeface="+mj-ea"/>
              <a:ea typeface="+mj-ea"/>
              <a:cs typeface="Tahoma" panose="020B0604030504040204" pitchFamily="34" charset="0"/>
            </a:endParaRPr>
          </a:p>
          <a:p>
            <a:pPr algn="ctr">
              <a:defRPr/>
            </a:pPr>
            <a:r>
              <a:rPr lang="en-US" altLang="zh-CN" sz="2000" dirty="0">
                <a:solidFill>
                  <a:srgbClr val="606060"/>
                </a:solidFill>
                <a:latin typeface="+mj-ea"/>
                <a:ea typeface="+mj-ea"/>
              </a:rPr>
              <a:t>              </a:t>
            </a:r>
          </a:p>
          <a:p>
            <a:pPr algn="ctr">
              <a:defRPr/>
            </a:pPr>
            <a:r>
              <a:rPr lang="en-US" altLang="zh-CN" sz="2000" dirty="0">
                <a:solidFill>
                  <a:srgbClr val="606060"/>
                </a:solidFill>
                <a:latin typeface="+mj-ea"/>
                <a:ea typeface="+mj-ea"/>
              </a:rPr>
              <a:t>                   </a:t>
            </a:r>
            <a:endParaRPr lang="zh-CN" altLang="zh-CN" sz="1000" dirty="0">
              <a:latin typeface="+mj-ea"/>
              <a:ea typeface="+mj-ea"/>
            </a:endParaRPr>
          </a:p>
        </p:txBody>
      </p:sp>
      <p:sp>
        <p:nvSpPr>
          <p:cNvPr id="66" name="object 66">
            <a:extLst>
              <a:ext uri="{FF2B5EF4-FFF2-40B4-BE49-F238E27FC236}">
                <a16:creationId xmlns:a16="http://schemas.microsoft.com/office/drawing/2014/main" id="{9E73D10F-ED44-5CED-E1E1-24692AA01374}"/>
              </a:ext>
            </a:extLst>
          </p:cNvPr>
          <p:cNvSpPr txBox="1"/>
          <p:nvPr/>
        </p:nvSpPr>
        <p:spPr>
          <a:xfrm>
            <a:off x="4205288" y="3716338"/>
            <a:ext cx="344487"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8 / </a:t>
            </a:r>
            <a:r>
              <a:rPr sz="1059" spc="-44" dirty="0">
                <a:solidFill>
                  <a:srgbClr val="606060"/>
                </a:solidFill>
                <a:latin typeface="Lucida Sans"/>
                <a:cs typeface="Lucida Sans"/>
              </a:rPr>
              <a:t>8</a:t>
            </a:r>
            <a:endParaRPr sz="1059">
              <a:latin typeface="Lucida Sans"/>
              <a:cs typeface="Lucida Sans"/>
            </a:endParaRPr>
          </a:p>
        </p:txBody>
      </p:sp>
      <p:sp>
        <p:nvSpPr>
          <p:cNvPr id="67" name="object 67">
            <a:extLst>
              <a:ext uri="{FF2B5EF4-FFF2-40B4-BE49-F238E27FC236}">
                <a16:creationId xmlns:a16="http://schemas.microsoft.com/office/drawing/2014/main" id="{3C10D58F-8AEE-3AD8-6C30-ED8530C43408}"/>
              </a:ext>
            </a:extLst>
          </p:cNvPr>
          <p:cNvSpPr/>
          <p:nvPr/>
        </p:nvSpPr>
        <p:spPr>
          <a:xfrm>
            <a:off x="4043363" y="2809875"/>
            <a:ext cx="568325" cy="468313"/>
          </a:xfrm>
          <a:custGeom>
            <a:avLst/>
            <a:gdLst/>
            <a:ahLst/>
            <a:cxnLst/>
            <a:rect l="l" t="t" r="r" b="b"/>
            <a:pathLst>
              <a:path w="643254" h="529589">
                <a:moveTo>
                  <a:pt x="128111" y="0"/>
                </a:moveTo>
                <a:lnTo>
                  <a:pt x="0" y="201094"/>
                </a:lnTo>
                <a:lnTo>
                  <a:pt x="514979" y="529172"/>
                </a:lnTo>
                <a:lnTo>
                  <a:pt x="643091" y="328077"/>
                </a:lnTo>
                <a:lnTo>
                  <a:pt x="128111" y="0"/>
                </a:lnTo>
                <a:close/>
              </a:path>
            </a:pathLst>
          </a:custGeom>
          <a:solidFill>
            <a:srgbClr val="F2F2F2"/>
          </a:solidFill>
        </p:spPr>
        <p:txBody>
          <a:bodyPr lIns="0" tIns="0" rIns="0" bIns="0"/>
          <a:lstStyle/>
          <a:p>
            <a:pPr>
              <a:defRPr/>
            </a:pPr>
            <a:endParaRPr sz="2647"/>
          </a:p>
        </p:txBody>
      </p:sp>
      <p:sp>
        <p:nvSpPr>
          <p:cNvPr id="68" name="object 68">
            <a:extLst>
              <a:ext uri="{FF2B5EF4-FFF2-40B4-BE49-F238E27FC236}">
                <a16:creationId xmlns:a16="http://schemas.microsoft.com/office/drawing/2014/main" id="{CE4A2BE2-C8D2-7962-44CB-B6B2A1804420}"/>
              </a:ext>
            </a:extLst>
          </p:cNvPr>
          <p:cNvSpPr txBox="1"/>
          <p:nvPr/>
        </p:nvSpPr>
        <p:spPr>
          <a:xfrm rot="1920000">
            <a:off x="4125913" y="2981325"/>
            <a:ext cx="430212" cy="141288"/>
          </a:xfrm>
          <a:prstGeom prst="rect">
            <a:avLst/>
          </a:prstGeom>
        </p:spPr>
        <p:txBody>
          <a:bodyPr lIns="0" tIns="0" rIns="0" bIns="0">
            <a:spAutoFit/>
          </a:bodyPr>
          <a:lstStyle/>
          <a:p>
            <a:pPr>
              <a:lnSpc>
                <a:spcPts val="1050"/>
              </a:lnSpc>
              <a:defRPr/>
            </a:pPr>
            <a:r>
              <a:rPr sz="1059" dirty="0">
                <a:solidFill>
                  <a:srgbClr val="606060"/>
                </a:solidFill>
                <a:latin typeface="Lucida Sans"/>
                <a:cs typeface="Lucida Sans"/>
              </a:rPr>
              <a:t>2</a:t>
            </a:r>
            <a:r>
              <a:rPr sz="1059" spc="-13" dirty="0">
                <a:solidFill>
                  <a:srgbClr val="606060"/>
                </a:solidFill>
                <a:latin typeface="Lucida Sans"/>
                <a:cs typeface="Lucida Sans"/>
              </a:rPr>
              <a:t> </a:t>
            </a:r>
            <a:r>
              <a:rPr sz="1059" dirty="0">
                <a:solidFill>
                  <a:srgbClr val="606060"/>
                </a:solidFill>
                <a:latin typeface="Lucida Sans"/>
                <a:cs typeface="Lucida Sans"/>
              </a:rPr>
              <a:t>/</a:t>
            </a:r>
            <a:r>
              <a:rPr sz="1059" spc="-13" dirty="0">
                <a:solidFill>
                  <a:srgbClr val="606060"/>
                </a:solidFill>
                <a:latin typeface="Lucida Sans"/>
                <a:cs typeface="Lucida Sans"/>
              </a:rPr>
              <a:t> </a:t>
            </a:r>
            <a:r>
              <a:rPr sz="1059" spc="-22" dirty="0">
                <a:solidFill>
                  <a:srgbClr val="606060"/>
                </a:solidFill>
                <a:latin typeface="Lucida Sans"/>
                <a:cs typeface="Lucida Sans"/>
              </a:rPr>
              <a:t>15</a:t>
            </a:r>
            <a:endParaRPr sz="1059">
              <a:latin typeface="Lucida Sans"/>
              <a:cs typeface="Lucida Sans"/>
            </a:endParaRPr>
          </a:p>
        </p:txBody>
      </p:sp>
      <p:grpSp>
        <p:nvGrpSpPr>
          <p:cNvPr id="117784" name="object 69">
            <a:extLst>
              <a:ext uri="{FF2B5EF4-FFF2-40B4-BE49-F238E27FC236}">
                <a16:creationId xmlns:a16="http://schemas.microsoft.com/office/drawing/2014/main" id="{40BE846C-D970-62A0-C8F6-A7F4FF13B102}"/>
              </a:ext>
            </a:extLst>
          </p:cNvPr>
          <p:cNvGrpSpPr>
            <a:grpSpLocks/>
          </p:cNvGrpSpPr>
          <p:nvPr/>
        </p:nvGrpSpPr>
        <p:grpSpPr bwMode="auto">
          <a:xfrm>
            <a:off x="2990850" y="2133600"/>
            <a:ext cx="3713163" cy="2686050"/>
            <a:chOff x="3236783" y="3182881"/>
            <a:chExt cx="4208780" cy="3044825"/>
          </a:xfrm>
        </p:grpSpPr>
        <p:sp>
          <p:nvSpPr>
            <p:cNvPr id="70" name="object 70">
              <a:extLst>
                <a:ext uri="{FF2B5EF4-FFF2-40B4-BE49-F238E27FC236}">
                  <a16:creationId xmlns:a16="http://schemas.microsoft.com/office/drawing/2014/main" id="{CD634958-C5A3-FE79-CB06-85292994695A}"/>
                </a:ext>
              </a:extLst>
            </p:cNvPr>
            <p:cNvSpPr/>
            <p:nvPr/>
          </p:nvSpPr>
          <p:spPr>
            <a:xfrm>
              <a:off x="3242182" y="3188280"/>
              <a:ext cx="352681" cy="352710"/>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71" name="object 71">
              <a:extLst>
                <a:ext uri="{FF2B5EF4-FFF2-40B4-BE49-F238E27FC236}">
                  <a16:creationId xmlns:a16="http://schemas.microsoft.com/office/drawing/2014/main" id="{B0D63809-8D2F-2474-60C6-6166B902D28D}"/>
                </a:ext>
              </a:extLst>
            </p:cNvPr>
            <p:cNvSpPr/>
            <p:nvPr/>
          </p:nvSpPr>
          <p:spPr>
            <a:xfrm>
              <a:off x="3242182" y="3188280"/>
              <a:ext cx="352681" cy="352710"/>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72" name="object 72">
              <a:extLst>
                <a:ext uri="{FF2B5EF4-FFF2-40B4-BE49-F238E27FC236}">
                  <a16:creationId xmlns:a16="http://schemas.microsoft.com/office/drawing/2014/main" id="{64558F51-9655-6B12-5FC8-4FF0FCF77131}"/>
                </a:ext>
              </a:extLst>
            </p:cNvPr>
            <p:cNvSpPr/>
            <p:nvPr/>
          </p:nvSpPr>
          <p:spPr>
            <a:xfrm>
              <a:off x="6756395" y="5583470"/>
              <a:ext cx="689168" cy="644236"/>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grpSp>
      <p:sp>
        <p:nvSpPr>
          <p:cNvPr id="73" name="object 73">
            <a:extLst>
              <a:ext uri="{FF2B5EF4-FFF2-40B4-BE49-F238E27FC236}">
                <a16:creationId xmlns:a16="http://schemas.microsoft.com/office/drawing/2014/main" id="{517C61D3-B516-7FE5-B430-636060A17C45}"/>
              </a:ext>
            </a:extLst>
          </p:cNvPr>
          <p:cNvSpPr txBox="1"/>
          <p:nvPr/>
        </p:nvSpPr>
        <p:spPr>
          <a:xfrm rot="19140000">
            <a:off x="6154738" y="4454525"/>
            <a:ext cx="511175" cy="139700"/>
          </a:xfrm>
          <a:prstGeom prst="rect">
            <a:avLst/>
          </a:prstGeom>
        </p:spPr>
        <p:txBody>
          <a:bodyPr lIns="0" tIns="0" rIns="0" bIns="0">
            <a:spAutoFit/>
          </a:bodyPr>
          <a:lstStyle/>
          <a:p>
            <a:pPr>
              <a:lnSpc>
                <a:spcPts val="1059"/>
              </a:lnSpc>
              <a:defRPr/>
            </a:pPr>
            <a:r>
              <a:rPr sz="1059" dirty="0">
                <a:solidFill>
                  <a:srgbClr val="606060"/>
                </a:solidFill>
                <a:latin typeface="Lucida Sans"/>
                <a:cs typeface="Lucida Sans"/>
              </a:rPr>
              <a:t>10</a:t>
            </a:r>
            <a:r>
              <a:rPr sz="1059" spc="-4" dirty="0">
                <a:solidFill>
                  <a:srgbClr val="606060"/>
                </a:solidFill>
                <a:latin typeface="Lucida Sans"/>
                <a:cs typeface="Lucida Sans"/>
              </a:rPr>
              <a:t> </a:t>
            </a:r>
            <a:r>
              <a:rPr sz="1059" dirty="0">
                <a:solidFill>
                  <a:srgbClr val="606060"/>
                </a:solidFill>
                <a:latin typeface="Lucida Sans"/>
                <a:cs typeface="Lucida Sans"/>
              </a:rPr>
              <a:t>/</a:t>
            </a:r>
            <a:r>
              <a:rPr sz="1059" spc="-4" dirty="0">
                <a:solidFill>
                  <a:srgbClr val="606060"/>
                </a:solidFill>
                <a:latin typeface="Lucida Sans"/>
                <a:cs typeface="Lucida Sans"/>
              </a:rPr>
              <a:t> </a:t>
            </a:r>
            <a:r>
              <a:rPr sz="1059" spc="-31" dirty="0">
                <a:solidFill>
                  <a:srgbClr val="606060"/>
                </a:solidFill>
                <a:latin typeface="Lucida Sans"/>
                <a:cs typeface="Lucida Sans"/>
              </a:rPr>
              <a:t>10</a:t>
            </a:r>
            <a:endParaRPr sz="1059">
              <a:latin typeface="Lucida Sans"/>
              <a:cs typeface="Lucida Sans"/>
            </a:endParaRPr>
          </a:p>
        </p:txBody>
      </p:sp>
      <p:sp>
        <p:nvSpPr>
          <p:cNvPr id="74" name="object 74">
            <a:extLst>
              <a:ext uri="{FF2B5EF4-FFF2-40B4-BE49-F238E27FC236}">
                <a16:creationId xmlns:a16="http://schemas.microsoft.com/office/drawing/2014/main" id="{5567813B-1DDF-252F-DED2-A265A9CBF881}"/>
              </a:ext>
            </a:extLst>
          </p:cNvPr>
          <p:cNvSpPr/>
          <p:nvPr/>
        </p:nvSpPr>
        <p:spPr>
          <a:xfrm>
            <a:off x="1909763" y="4297363"/>
            <a:ext cx="606425" cy="571500"/>
          </a:xfrm>
          <a:custGeom>
            <a:avLst/>
            <a:gdLst/>
            <a:ahLst/>
            <a:cxnLst/>
            <a:rect l="l" t="t" r="r" b="b"/>
            <a:pathLst>
              <a:path w="687069" h="648970">
                <a:moveTo>
                  <a:pt x="158614" y="0"/>
                </a:moveTo>
                <a:lnTo>
                  <a:pt x="0" y="178024"/>
                </a:lnTo>
                <a:lnTo>
                  <a:pt x="528022" y="648475"/>
                </a:lnTo>
                <a:lnTo>
                  <a:pt x="686636" y="470451"/>
                </a:lnTo>
                <a:lnTo>
                  <a:pt x="158614" y="0"/>
                </a:lnTo>
                <a:close/>
              </a:path>
            </a:pathLst>
          </a:custGeom>
          <a:solidFill>
            <a:srgbClr val="F2F2F2"/>
          </a:solidFill>
        </p:spPr>
        <p:txBody>
          <a:bodyPr lIns="0" tIns="0" rIns="0" bIns="0"/>
          <a:lstStyle/>
          <a:p>
            <a:pPr>
              <a:defRPr/>
            </a:pPr>
            <a:endParaRPr sz="2647"/>
          </a:p>
        </p:txBody>
      </p:sp>
      <p:sp>
        <p:nvSpPr>
          <p:cNvPr id="75" name="object 75">
            <a:extLst>
              <a:ext uri="{FF2B5EF4-FFF2-40B4-BE49-F238E27FC236}">
                <a16:creationId xmlns:a16="http://schemas.microsoft.com/office/drawing/2014/main" id="{AE2071BE-C9DD-99EA-5BB9-7C5B1CA30A64}"/>
              </a:ext>
            </a:extLst>
          </p:cNvPr>
          <p:cNvSpPr txBox="1"/>
          <p:nvPr/>
        </p:nvSpPr>
        <p:spPr>
          <a:xfrm rot="2460000">
            <a:off x="1968500" y="4522788"/>
            <a:ext cx="512763" cy="141287"/>
          </a:xfrm>
          <a:prstGeom prst="rect">
            <a:avLst/>
          </a:prstGeom>
        </p:spPr>
        <p:txBody>
          <a:bodyPr lIns="0" tIns="0" rIns="0" bIns="0">
            <a:spAutoFit/>
          </a:bodyPr>
          <a:lstStyle/>
          <a:p>
            <a:pPr>
              <a:lnSpc>
                <a:spcPts val="1050"/>
              </a:lnSpc>
              <a:defRPr/>
            </a:pPr>
            <a:r>
              <a:rPr sz="1588" baseline="2314" dirty="0">
                <a:solidFill>
                  <a:srgbClr val="606060"/>
                </a:solidFill>
                <a:latin typeface="Lucida Sans"/>
                <a:cs typeface="Lucida Sans"/>
              </a:rPr>
              <a:t>13</a:t>
            </a:r>
            <a:r>
              <a:rPr sz="1588" spc="-39" baseline="2314" dirty="0">
                <a:solidFill>
                  <a:srgbClr val="606060"/>
                </a:solidFill>
                <a:latin typeface="Lucida Sans"/>
                <a:cs typeface="Lucida Sans"/>
              </a:rPr>
              <a:t> </a:t>
            </a:r>
            <a:r>
              <a:rPr sz="1059" dirty="0">
                <a:solidFill>
                  <a:srgbClr val="606060"/>
                </a:solidFill>
                <a:latin typeface="Lucida Sans"/>
                <a:cs typeface="Lucida Sans"/>
              </a:rPr>
              <a:t>/</a:t>
            </a:r>
            <a:r>
              <a:rPr sz="1059" spc="-18" dirty="0">
                <a:solidFill>
                  <a:srgbClr val="606060"/>
                </a:solidFill>
                <a:latin typeface="Lucida Sans"/>
                <a:cs typeface="Lucida Sans"/>
              </a:rPr>
              <a:t> </a:t>
            </a:r>
            <a:r>
              <a:rPr sz="1059" spc="-22" dirty="0">
                <a:solidFill>
                  <a:srgbClr val="606060"/>
                </a:solidFill>
                <a:latin typeface="Lucida Sans"/>
                <a:cs typeface="Lucida Sans"/>
              </a:rPr>
              <a:t>15</a:t>
            </a:r>
            <a:endParaRPr sz="1059">
              <a:latin typeface="Lucida Sans"/>
              <a:cs typeface="Lucida Sans"/>
            </a:endParaRPr>
          </a:p>
        </p:txBody>
      </p:sp>
      <p:sp>
        <p:nvSpPr>
          <p:cNvPr id="76" name="object 76">
            <a:extLst>
              <a:ext uri="{FF2B5EF4-FFF2-40B4-BE49-F238E27FC236}">
                <a16:creationId xmlns:a16="http://schemas.microsoft.com/office/drawing/2014/main" id="{249A9EED-4F06-C533-DFEF-AD5230A1C5A9}"/>
              </a:ext>
            </a:extLst>
          </p:cNvPr>
          <p:cNvSpPr txBox="1"/>
          <p:nvPr/>
        </p:nvSpPr>
        <p:spPr>
          <a:xfrm>
            <a:off x="7183438" y="3667125"/>
            <a:ext cx="544512" cy="214313"/>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spc="-22" dirty="0">
                <a:latin typeface="Lucida Sans"/>
                <a:cs typeface="Lucida Sans"/>
              </a:rPr>
              <a:t>28</a:t>
            </a:r>
            <a:endParaRPr sz="1191">
              <a:latin typeface="Lucida Sans"/>
              <a:cs typeface="Lucida Sans"/>
            </a:endParaRPr>
          </a:p>
        </p:txBody>
      </p:sp>
      <p:grpSp>
        <p:nvGrpSpPr>
          <p:cNvPr id="117789" name="object 77">
            <a:extLst>
              <a:ext uri="{FF2B5EF4-FFF2-40B4-BE49-F238E27FC236}">
                <a16:creationId xmlns:a16="http://schemas.microsoft.com/office/drawing/2014/main" id="{607A092A-6C96-497C-8E11-364DE19AE913}"/>
              </a:ext>
            </a:extLst>
          </p:cNvPr>
          <p:cNvGrpSpPr>
            <a:grpSpLocks/>
          </p:cNvGrpSpPr>
          <p:nvPr/>
        </p:nvGrpSpPr>
        <p:grpSpPr bwMode="auto">
          <a:xfrm>
            <a:off x="3170238" y="5292725"/>
            <a:ext cx="2119312" cy="211138"/>
            <a:chOff x="3441039" y="6763384"/>
            <a:chExt cx="2402205" cy="238760"/>
          </a:xfrm>
        </p:grpSpPr>
        <p:sp>
          <p:nvSpPr>
            <p:cNvPr id="78" name="object 78">
              <a:extLst>
                <a:ext uri="{FF2B5EF4-FFF2-40B4-BE49-F238E27FC236}">
                  <a16:creationId xmlns:a16="http://schemas.microsoft.com/office/drawing/2014/main" id="{CB3AEBFE-0BF8-8AD7-846B-0774076B5790}"/>
                </a:ext>
              </a:extLst>
            </p:cNvPr>
            <p:cNvSpPr/>
            <p:nvPr/>
          </p:nvSpPr>
          <p:spPr>
            <a:xfrm>
              <a:off x="3450035" y="6901614"/>
              <a:ext cx="2333829" cy="0"/>
            </a:xfrm>
            <a:custGeom>
              <a:avLst/>
              <a:gdLst/>
              <a:ahLst/>
              <a:cxnLst/>
              <a:rect l="l" t="t" r="r" b="b"/>
              <a:pathLst>
                <a:path w="2332990">
                  <a:moveTo>
                    <a:pt x="0" y="0"/>
                  </a:moveTo>
                  <a:lnTo>
                    <a:pt x="921760" y="0"/>
                  </a:lnTo>
                </a:path>
                <a:path w="2332990">
                  <a:moveTo>
                    <a:pt x="1628960" y="0"/>
                  </a:moveTo>
                  <a:lnTo>
                    <a:pt x="2332878" y="0"/>
                  </a:lnTo>
                </a:path>
              </a:pathLst>
            </a:custGeom>
            <a:ln w="19074">
              <a:solidFill>
                <a:srgbClr val="BABABA"/>
              </a:solidFill>
            </a:ln>
          </p:spPr>
          <p:txBody>
            <a:bodyPr lIns="0" tIns="0" rIns="0" bIns="0"/>
            <a:lstStyle/>
            <a:p>
              <a:pPr>
                <a:defRPr/>
              </a:pPr>
              <a:endParaRPr sz="2647"/>
            </a:p>
          </p:txBody>
        </p:sp>
        <p:sp>
          <p:nvSpPr>
            <p:cNvPr id="79" name="object 79">
              <a:extLst>
                <a:ext uri="{FF2B5EF4-FFF2-40B4-BE49-F238E27FC236}">
                  <a16:creationId xmlns:a16="http://schemas.microsoft.com/office/drawing/2014/main" id="{6EC8997A-3F4C-7B62-75BD-E709051934D7}"/>
                </a:ext>
              </a:extLst>
            </p:cNvPr>
            <p:cNvSpPr/>
            <p:nvPr/>
          </p:nvSpPr>
          <p:spPr>
            <a:xfrm>
              <a:off x="5751475" y="6856734"/>
              <a:ext cx="91769" cy="91555"/>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80" name="object 80">
              <a:extLst>
                <a:ext uri="{FF2B5EF4-FFF2-40B4-BE49-F238E27FC236}">
                  <a16:creationId xmlns:a16="http://schemas.microsoft.com/office/drawing/2014/main" id="{214161E6-24A0-0ED5-4870-F680DF04956A}"/>
                </a:ext>
              </a:extLst>
            </p:cNvPr>
            <p:cNvSpPr/>
            <p:nvPr/>
          </p:nvSpPr>
          <p:spPr>
            <a:xfrm>
              <a:off x="4373131" y="6763384"/>
              <a:ext cx="707166" cy="238760"/>
            </a:xfrm>
            <a:custGeom>
              <a:avLst/>
              <a:gdLst/>
              <a:ahLst/>
              <a:cxnLst/>
              <a:rect l="l" t="t" r="r" b="b"/>
              <a:pathLst>
                <a:path w="707389" h="238759">
                  <a:moveTo>
                    <a:pt x="0" y="0"/>
                  </a:moveTo>
                  <a:lnTo>
                    <a:pt x="707199" y="0"/>
                  </a:lnTo>
                  <a:lnTo>
                    <a:pt x="707199" y="238435"/>
                  </a:lnTo>
                  <a:lnTo>
                    <a:pt x="0" y="238435"/>
                  </a:lnTo>
                  <a:lnTo>
                    <a:pt x="0" y="0"/>
                  </a:lnTo>
                  <a:close/>
                </a:path>
              </a:pathLst>
            </a:custGeom>
            <a:solidFill>
              <a:srgbClr val="F2F2F2"/>
            </a:solidFill>
          </p:spPr>
          <p:txBody>
            <a:bodyPr lIns="0" tIns="0" rIns="0" bIns="0"/>
            <a:lstStyle/>
            <a:p>
              <a:pPr>
                <a:defRPr/>
              </a:pPr>
              <a:endParaRPr sz="2647"/>
            </a:p>
          </p:txBody>
        </p:sp>
      </p:grpSp>
      <p:sp>
        <p:nvSpPr>
          <p:cNvPr id="81" name="object 81">
            <a:extLst>
              <a:ext uri="{FF2B5EF4-FFF2-40B4-BE49-F238E27FC236}">
                <a16:creationId xmlns:a16="http://schemas.microsoft.com/office/drawing/2014/main" id="{6D5CAE3A-D535-D8A4-27AB-2C55E827FE98}"/>
              </a:ext>
            </a:extLst>
          </p:cNvPr>
          <p:cNvSpPr txBox="1"/>
          <p:nvPr/>
        </p:nvSpPr>
        <p:spPr>
          <a:xfrm>
            <a:off x="4062413" y="5289550"/>
            <a:ext cx="515937"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13 / </a:t>
            </a:r>
            <a:r>
              <a:rPr sz="1059" spc="-22" dirty="0">
                <a:solidFill>
                  <a:srgbClr val="606060"/>
                </a:solidFill>
                <a:latin typeface="Lucida Sans"/>
                <a:cs typeface="Lucida Sans"/>
              </a:rPr>
              <a:t>16</a:t>
            </a:r>
            <a:endParaRPr sz="1059">
              <a:latin typeface="Lucida Sans"/>
              <a:cs typeface="Lucida Sans"/>
            </a:endParaRPr>
          </a:p>
        </p:txBody>
      </p:sp>
      <p:grpSp>
        <p:nvGrpSpPr>
          <p:cNvPr id="117791" name="object 82">
            <a:extLst>
              <a:ext uri="{FF2B5EF4-FFF2-40B4-BE49-F238E27FC236}">
                <a16:creationId xmlns:a16="http://schemas.microsoft.com/office/drawing/2014/main" id="{48152EFC-F6A4-4D9C-B2D4-93C6DD74CB2F}"/>
              </a:ext>
            </a:extLst>
          </p:cNvPr>
          <p:cNvGrpSpPr>
            <a:grpSpLocks/>
          </p:cNvGrpSpPr>
          <p:nvPr/>
        </p:nvGrpSpPr>
        <p:grpSpPr bwMode="auto">
          <a:xfrm>
            <a:off x="2990850" y="2903538"/>
            <a:ext cx="2778125" cy="2640012"/>
            <a:chOff x="3236783" y="4054762"/>
            <a:chExt cx="3148965" cy="2992755"/>
          </a:xfrm>
        </p:grpSpPr>
        <p:sp>
          <p:nvSpPr>
            <p:cNvPr id="83" name="object 83">
              <a:extLst>
                <a:ext uri="{FF2B5EF4-FFF2-40B4-BE49-F238E27FC236}">
                  <a16:creationId xmlns:a16="http://schemas.microsoft.com/office/drawing/2014/main" id="{FFF7A2E6-DB23-53DB-55A6-8E9545F9DBA4}"/>
                </a:ext>
              </a:extLst>
            </p:cNvPr>
            <p:cNvSpPr/>
            <p:nvPr/>
          </p:nvSpPr>
          <p:spPr>
            <a:xfrm>
              <a:off x="3242182" y="6689395"/>
              <a:ext cx="352684" cy="352724"/>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606060"/>
            </a:solidFill>
          </p:spPr>
          <p:txBody>
            <a:bodyPr lIns="0" tIns="0" rIns="0" bIns="0"/>
            <a:lstStyle/>
            <a:p>
              <a:pPr>
                <a:defRPr/>
              </a:pPr>
              <a:endParaRPr sz="2647"/>
            </a:p>
          </p:txBody>
        </p:sp>
        <p:sp>
          <p:nvSpPr>
            <p:cNvPr id="84" name="object 84">
              <a:extLst>
                <a:ext uri="{FF2B5EF4-FFF2-40B4-BE49-F238E27FC236}">
                  <a16:creationId xmlns:a16="http://schemas.microsoft.com/office/drawing/2014/main" id="{B1FCA487-B606-1F36-BF02-B737E98F5498}"/>
                </a:ext>
              </a:extLst>
            </p:cNvPr>
            <p:cNvSpPr/>
            <p:nvPr/>
          </p:nvSpPr>
          <p:spPr>
            <a:xfrm>
              <a:off x="3242182" y="6689395"/>
              <a:ext cx="352684" cy="352724"/>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000000"/>
              </a:solidFill>
            </a:ln>
          </p:spPr>
          <p:txBody>
            <a:bodyPr lIns="0" tIns="0" rIns="0" bIns="0"/>
            <a:lstStyle/>
            <a:p>
              <a:pPr>
                <a:defRPr/>
              </a:pPr>
              <a:endParaRPr sz="2647"/>
            </a:p>
          </p:txBody>
        </p:sp>
        <p:sp>
          <p:nvSpPr>
            <p:cNvPr id="85" name="object 85">
              <a:extLst>
                <a:ext uri="{FF2B5EF4-FFF2-40B4-BE49-F238E27FC236}">
                  <a16:creationId xmlns:a16="http://schemas.microsoft.com/office/drawing/2014/main" id="{49196B90-ED75-B5BE-4695-BF8892B16F77}"/>
                </a:ext>
              </a:extLst>
            </p:cNvPr>
            <p:cNvSpPr/>
            <p:nvPr/>
          </p:nvSpPr>
          <p:spPr>
            <a:xfrm>
              <a:off x="5773949" y="4054762"/>
              <a:ext cx="611799" cy="23934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grpSp>
      <p:sp>
        <p:nvSpPr>
          <p:cNvPr id="86" name="object 86">
            <a:extLst>
              <a:ext uri="{FF2B5EF4-FFF2-40B4-BE49-F238E27FC236}">
                <a16:creationId xmlns:a16="http://schemas.microsoft.com/office/drawing/2014/main" id="{363125B7-7A9C-F4ED-0447-F908DF1F841D}"/>
              </a:ext>
            </a:extLst>
          </p:cNvPr>
          <p:cNvSpPr txBox="1"/>
          <p:nvPr/>
        </p:nvSpPr>
        <p:spPr>
          <a:xfrm>
            <a:off x="5299075" y="2900363"/>
            <a:ext cx="430213" cy="174625"/>
          </a:xfrm>
          <a:prstGeom prst="rect">
            <a:avLst/>
          </a:prstGeom>
        </p:spPr>
        <p:txBody>
          <a:bodyPr lIns="0" tIns="11206" rIns="0" bIns="0">
            <a:spAutoFit/>
          </a:bodyPr>
          <a:lstStyle/>
          <a:p>
            <a:pPr marL="11206">
              <a:spcBef>
                <a:spcPts val="88"/>
              </a:spcBef>
              <a:defRPr/>
            </a:pPr>
            <a:r>
              <a:rPr sz="1059" dirty="0">
                <a:solidFill>
                  <a:srgbClr val="606060"/>
                </a:solidFill>
                <a:latin typeface="Lucida Sans"/>
                <a:cs typeface="Lucida Sans"/>
              </a:rPr>
              <a:t>0 / </a:t>
            </a:r>
            <a:r>
              <a:rPr sz="1059" spc="-22" dirty="0">
                <a:solidFill>
                  <a:srgbClr val="606060"/>
                </a:solidFill>
                <a:latin typeface="Lucida Sans"/>
                <a:cs typeface="Lucida Sans"/>
              </a:rPr>
              <a:t>15</a:t>
            </a:r>
            <a:endParaRPr sz="1059">
              <a:latin typeface="Lucida Sans"/>
              <a:cs typeface="Lucida Sans"/>
            </a:endParaRPr>
          </a:p>
        </p:txBody>
      </p:sp>
      <p:grpSp>
        <p:nvGrpSpPr>
          <p:cNvPr id="117793" name="object 87">
            <a:extLst>
              <a:ext uri="{FF2B5EF4-FFF2-40B4-BE49-F238E27FC236}">
                <a16:creationId xmlns:a16="http://schemas.microsoft.com/office/drawing/2014/main" id="{4C5AA859-3B33-60FC-24F1-339B1586B0EF}"/>
              </a:ext>
            </a:extLst>
          </p:cNvPr>
          <p:cNvGrpSpPr>
            <a:grpSpLocks/>
          </p:cNvGrpSpPr>
          <p:nvPr/>
        </p:nvGrpSpPr>
        <p:grpSpPr bwMode="auto">
          <a:xfrm>
            <a:off x="5741988" y="4721225"/>
            <a:ext cx="1077912" cy="649288"/>
            <a:chOff x="6354631" y="6114840"/>
            <a:chExt cx="1223010" cy="735965"/>
          </a:xfrm>
        </p:grpSpPr>
        <p:sp>
          <p:nvSpPr>
            <p:cNvPr id="88" name="object 88">
              <a:extLst>
                <a:ext uri="{FF2B5EF4-FFF2-40B4-BE49-F238E27FC236}">
                  <a16:creationId xmlns:a16="http://schemas.microsoft.com/office/drawing/2014/main" id="{4D3FD30A-88FC-C45B-9895-7DDEF8562B4B}"/>
                </a:ext>
              </a:extLst>
            </p:cNvPr>
            <p:cNvSpPr/>
            <p:nvPr/>
          </p:nvSpPr>
          <p:spPr>
            <a:xfrm>
              <a:off x="7266035" y="6156227"/>
              <a:ext cx="300799" cy="284309"/>
            </a:xfrm>
            <a:custGeom>
              <a:avLst/>
              <a:gdLst/>
              <a:ahLst/>
              <a:cxnLst/>
              <a:rect l="l" t="t" r="r" b="b"/>
              <a:pathLst>
                <a:path w="300990" h="285750">
                  <a:moveTo>
                    <a:pt x="0" y="0"/>
                  </a:moveTo>
                  <a:lnTo>
                    <a:pt x="6923" y="6558"/>
                  </a:lnTo>
                  <a:lnTo>
                    <a:pt x="300957" y="285124"/>
                  </a:lnTo>
                </a:path>
              </a:pathLst>
            </a:custGeom>
            <a:ln w="19074">
              <a:solidFill>
                <a:srgbClr val="8D3124"/>
              </a:solidFill>
            </a:ln>
          </p:spPr>
          <p:txBody>
            <a:bodyPr lIns="0" tIns="0" rIns="0" bIns="0"/>
            <a:lstStyle/>
            <a:p>
              <a:pPr>
                <a:defRPr/>
              </a:pPr>
              <a:endParaRPr sz="2647"/>
            </a:p>
          </p:txBody>
        </p:sp>
        <p:sp>
          <p:nvSpPr>
            <p:cNvPr id="89" name="object 89">
              <a:extLst>
                <a:ext uri="{FF2B5EF4-FFF2-40B4-BE49-F238E27FC236}">
                  <a16:creationId xmlns:a16="http://schemas.microsoft.com/office/drawing/2014/main" id="{5E971C59-1AF5-2634-3C84-1AD2D4D5DADD}"/>
                </a:ext>
              </a:extLst>
            </p:cNvPr>
            <p:cNvSpPr/>
            <p:nvPr/>
          </p:nvSpPr>
          <p:spPr>
            <a:xfrm>
              <a:off x="7224607" y="6114840"/>
              <a:ext cx="97264" cy="97169"/>
            </a:xfrm>
            <a:custGeom>
              <a:avLst/>
              <a:gdLst/>
              <a:ahLst/>
              <a:cxnLst/>
              <a:rect l="l" t="t" r="r" b="b"/>
              <a:pathLst>
                <a:path w="98425" h="96520">
                  <a:moveTo>
                    <a:pt x="0" y="0"/>
                  </a:moveTo>
                  <a:lnTo>
                    <a:pt x="34982" y="96202"/>
                  </a:lnTo>
                  <a:lnTo>
                    <a:pt x="49850" y="47227"/>
                  </a:lnTo>
                  <a:lnTo>
                    <a:pt x="97951" y="29737"/>
                  </a:lnTo>
                  <a:lnTo>
                    <a:pt x="0" y="0"/>
                  </a:lnTo>
                  <a:close/>
                </a:path>
              </a:pathLst>
            </a:custGeom>
            <a:solidFill>
              <a:srgbClr val="8D3124"/>
            </a:solidFill>
          </p:spPr>
          <p:txBody>
            <a:bodyPr lIns="0" tIns="0" rIns="0" bIns="0"/>
            <a:lstStyle/>
            <a:p>
              <a:pPr>
                <a:defRPr/>
              </a:pPr>
              <a:endParaRPr sz="2647"/>
            </a:p>
          </p:txBody>
        </p:sp>
        <p:sp>
          <p:nvSpPr>
            <p:cNvPr id="90" name="object 90">
              <a:extLst>
                <a:ext uri="{FF2B5EF4-FFF2-40B4-BE49-F238E27FC236}">
                  <a16:creationId xmlns:a16="http://schemas.microsoft.com/office/drawing/2014/main" id="{EC489503-172A-2F54-AF59-B68CF14EF65F}"/>
                </a:ext>
              </a:extLst>
            </p:cNvPr>
            <p:cNvSpPr/>
            <p:nvPr/>
          </p:nvSpPr>
          <p:spPr>
            <a:xfrm>
              <a:off x="6394257" y="6158026"/>
              <a:ext cx="610604" cy="683781"/>
            </a:xfrm>
            <a:custGeom>
              <a:avLst/>
              <a:gdLst/>
              <a:ahLst/>
              <a:cxnLst/>
              <a:rect l="l" t="t" r="r" b="b"/>
              <a:pathLst>
                <a:path w="611504" h="682625">
                  <a:moveTo>
                    <a:pt x="0" y="0"/>
                  </a:moveTo>
                  <a:lnTo>
                    <a:pt x="6364" y="7103"/>
                  </a:lnTo>
                  <a:lnTo>
                    <a:pt x="611409" y="682325"/>
                  </a:lnTo>
                </a:path>
              </a:pathLst>
            </a:custGeom>
            <a:ln w="19074">
              <a:solidFill>
                <a:srgbClr val="8D3124"/>
              </a:solidFill>
            </a:ln>
          </p:spPr>
          <p:txBody>
            <a:bodyPr lIns="0" tIns="0" rIns="0" bIns="0"/>
            <a:lstStyle/>
            <a:p>
              <a:pPr>
                <a:defRPr/>
              </a:pPr>
              <a:endParaRPr sz="2647"/>
            </a:p>
          </p:txBody>
        </p:sp>
        <p:sp>
          <p:nvSpPr>
            <p:cNvPr id="91" name="object 91">
              <a:extLst>
                <a:ext uri="{FF2B5EF4-FFF2-40B4-BE49-F238E27FC236}">
                  <a16:creationId xmlns:a16="http://schemas.microsoft.com/office/drawing/2014/main" id="{3AE8E5A6-3BB7-BC51-BE55-906853A83427}"/>
                </a:ext>
              </a:extLst>
            </p:cNvPr>
            <p:cNvSpPr/>
            <p:nvPr/>
          </p:nvSpPr>
          <p:spPr>
            <a:xfrm>
              <a:off x="6354631" y="6114840"/>
              <a:ext cx="95463" cy="98969"/>
            </a:xfrm>
            <a:custGeom>
              <a:avLst/>
              <a:gdLst/>
              <a:ahLst/>
              <a:cxnLst/>
              <a:rect l="l" t="t" r="r" b="b"/>
              <a:pathLst>
                <a:path w="95250" h="99060">
                  <a:moveTo>
                    <a:pt x="0" y="0"/>
                  </a:moveTo>
                  <a:lnTo>
                    <a:pt x="27007" y="98739"/>
                  </a:lnTo>
                  <a:lnTo>
                    <a:pt x="45826" y="51141"/>
                  </a:lnTo>
                  <a:lnTo>
                    <a:pt x="95195" y="37637"/>
                  </a:lnTo>
                  <a:lnTo>
                    <a:pt x="0" y="0"/>
                  </a:lnTo>
                  <a:close/>
                </a:path>
              </a:pathLst>
            </a:custGeom>
            <a:solidFill>
              <a:srgbClr val="8D3124"/>
            </a:solidFill>
          </p:spPr>
          <p:txBody>
            <a:bodyPr lIns="0" tIns="0" rIns="0" bIns="0"/>
            <a:lstStyle/>
            <a:p>
              <a:pPr>
                <a:defRPr/>
              </a:pPr>
              <a:endParaRPr sz="2647"/>
            </a:p>
          </p:txBody>
        </p:sp>
      </p:grpSp>
      <p:sp>
        <p:nvSpPr>
          <p:cNvPr id="92" name="object 92">
            <a:extLst>
              <a:ext uri="{FF2B5EF4-FFF2-40B4-BE49-F238E27FC236}">
                <a16:creationId xmlns:a16="http://schemas.microsoft.com/office/drawing/2014/main" id="{192052F0-0EFA-7D70-BC71-8A96F81EEE88}"/>
              </a:ext>
            </a:extLst>
          </p:cNvPr>
          <p:cNvSpPr txBox="1"/>
          <p:nvPr/>
        </p:nvSpPr>
        <p:spPr>
          <a:xfrm>
            <a:off x="6842125" y="5054600"/>
            <a:ext cx="11493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full</a:t>
            </a:r>
            <a:r>
              <a:rPr sz="1059" spc="13" dirty="0">
                <a:solidFill>
                  <a:srgbClr val="8D3124"/>
                </a:solidFill>
                <a:latin typeface="Lucida Sans"/>
                <a:cs typeface="Lucida Sans"/>
              </a:rPr>
              <a:t> </a:t>
            </a:r>
            <a:r>
              <a:rPr sz="1059" dirty="0">
                <a:solidFill>
                  <a:srgbClr val="8D3124"/>
                </a:solidFill>
                <a:latin typeface="Lucida Sans"/>
                <a:cs typeface="Lucida Sans"/>
              </a:rPr>
              <a:t>forward</a:t>
            </a:r>
            <a:r>
              <a:rPr sz="1059" spc="22" dirty="0">
                <a:solidFill>
                  <a:srgbClr val="8D3124"/>
                </a:solidFill>
                <a:latin typeface="Lucida Sans"/>
                <a:cs typeface="Lucida Sans"/>
              </a:rPr>
              <a:t> </a:t>
            </a:r>
            <a:r>
              <a:rPr sz="1059" spc="-18" dirty="0">
                <a:solidFill>
                  <a:srgbClr val="8D3124"/>
                </a:solidFill>
                <a:latin typeface="Lucida Sans"/>
                <a:cs typeface="Lucida Sans"/>
              </a:rPr>
              <a:t>edge</a:t>
            </a:r>
            <a:endParaRPr sz="1059">
              <a:latin typeface="Lucida Sans"/>
              <a:cs typeface="Lucida Sans"/>
            </a:endParaRPr>
          </a:p>
        </p:txBody>
      </p:sp>
      <p:sp>
        <p:nvSpPr>
          <p:cNvPr id="93" name="object 93">
            <a:extLst>
              <a:ext uri="{FF2B5EF4-FFF2-40B4-BE49-F238E27FC236}">
                <a16:creationId xmlns:a16="http://schemas.microsoft.com/office/drawing/2014/main" id="{CAF49D19-4910-3298-CFEC-8B1963D1D722}"/>
              </a:ext>
            </a:extLst>
          </p:cNvPr>
          <p:cNvSpPr txBox="1"/>
          <p:nvPr/>
        </p:nvSpPr>
        <p:spPr>
          <a:xfrm>
            <a:off x="6353175" y="5357813"/>
            <a:ext cx="1471613"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empty</a:t>
            </a:r>
            <a:r>
              <a:rPr sz="1059" spc="44" dirty="0">
                <a:solidFill>
                  <a:srgbClr val="8D3124"/>
                </a:solidFill>
                <a:latin typeface="Lucida Sans"/>
                <a:cs typeface="Lucida Sans"/>
              </a:rPr>
              <a:t> </a:t>
            </a:r>
            <a:r>
              <a:rPr sz="1059" dirty="0">
                <a:solidFill>
                  <a:srgbClr val="8D3124"/>
                </a:solidFill>
                <a:latin typeface="Lucida Sans"/>
                <a:cs typeface="Lucida Sans"/>
              </a:rPr>
              <a:t>backward</a:t>
            </a:r>
            <a:r>
              <a:rPr sz="1059" spc="49" dirty="0">
                <a:solidFill>
                  <a:srgbClr val="8D3124"/>
                </a:solidFill>
                <a:latin typeface="Lucida Sans"/>
                <a:cs typeface="Lucida Sans"/>
              </a:rPr>
              <a:t> </a:t>
            </a:r>
            <a:r>
              <a:rPr sz="1059" spc="-18" dirty="0">
                <a:solidFill>
                  <a:srgbClr val="8D3124"/>
                </a:solidFill>
                <a:latin typeface="Lucida Sans"/>
                <a:cs typeface="Lucida Sans"/>
              </a:rPr>
              <a:t>edge</a:t>
            </a:r>
            <a:endParaRPr sz="1059">
              <a:latin typeface="Lucida Sans"/>
              <a:cs typeface="Lucida Sans"/>
            </a:endParaRPr>
          </a:p>
        </p:txBody>
      </p:sp>
      <p:sp>
        <p:nvSpPr>
          <p:cNvPr id="94" name="object 94">
            <a:extLst>
              <a:ext uri="{FF2B5EF4-FFF2-40B4-BE49-F238E27FC236}">
                <a16:creationId xmlns:a16="http://schemas.microsoft.com/office/drawing/2014/main" id="{8B61D691-6669-0361-FEF2-33132F09DC70}"/>
              </a:ext>
            </a:extLst>
          </p:cNvPr>
          <p:cNvSpPr/>
          <p:nvPr/>
        </p:nvSpPr>
        <p:spPr>
          <a:xfrm>
            <a:off x="1123950" y="3302000"/>
            <a:ext cx="4629150" cy="2608263"/>
          </a:xfrm>
          <a:custGeom>
            <a:avLst/>
            <a:gdLst/>
            <a:ahLst/>
            <a:cxnLst/>
            <a:rect l="l" t="t" r="r" b="b"/>
            <a:pathLst>
              <a:path w="5246370" h="2956559">
                <a:moveTo>
                  <a:pt x="1306950" y="0"/>
                </a:moveTo>
                <a:lnTo>
                  <a:pt x="1261720" y="109"/>
                </a:lnTo>
                <a:lnTo>
                  <a:pt x="1216859" y="814"/>
                </a:lnTo>
                <a:lnTo>
                  <a:pt x="1172382" y="2118"/>
                </a:lnTo>
                <a:lnTo>
                  <a:pt x="1128304" y="4028"/>
                </a:lnTo>
                <a:lnTo>
                  <a:pt x="1084639" y="6549"/>
                </a:lnTo>
                <a:lnTo>
                  <a:pt x="1027672" y="10821"/>
                </a:lnTo>
                <a:lnTo>
                  <a:pt x="972180" y="16117"/>
                </a:lnTo>
                <a:lnTo>
                  <a:pt x="918167" y="22422"/>
                </a:lnTo>
                <a:lnTo>
                  <a:pt x="865639" y="29723"/>
                </a:lnTo>
                <a:lnTo>
                  <a:pt x="814601" y="38005"/>
                </a:lnTo>
                <a:lnTo>
                  <a:pt x="765058" y="47252"/>
                </a:lnTo>
                <a:lnTo>
                  <a:pt x="717017" y="57451"/>
                </a:lnTo>
                <a:lnTo>
                  <a:pt x="670481" y="68586"/>
                </a:lnTo>
                <a:lnTo>
                  <a:pt x="625457" y="80644"/>
                </a:lnTo>
                <a:lnTo>
                  <a:pt x="581950" y="93609"/>
                </a:lnTo>
                <a:lnTo>
                  <a:pt x="539965" y="107467"/>
                </a:lnTo>
                <a:lnTo>
                  <a:pt x="499507" y="122204"/>
                </a:lnTo>
                <a:lnTo>
                  <a:pt x="460582" y="137804"/>
                </a:lnTo>
                <a:lnTo>
                  <a:pt x="423194" y="154254"/>
                </a:lnTo>
                <a:lnTo>
                  <a:pt x="387351" y="171538"/>
                </a:lnTo>
                <a:lnTo>
                  <a:pt x="353055" y="189641"/>
                </a:lnTo>
                <a:lnTo>
                  <a:pt x="289132" y="228251"/>
                </a:lnTo>
                <a:lnTo>
                  <a:pt x="231467" y="269964"/>
                </a:lnTo>
                <a:lnTo>
                  <a:pt x="180103" y="314666"/>
                </a:lnTo>
                <a:lnTo>
                  <a:pt x="135082" y="362239"/>
                </a:lnTo>
                <a:lnTo>
                  <a:pt x="96446" y="412565"/>
                </a:lnTo>
                <a:lnTo>
                  <a:pt x="64240" y="465529"/>
                </a:lnTo>
                <a:lnTo>
                  <a:pt x="38504" y="521014"/>
                </a:lnTo>
                <a:lnTo>
                  <a:pt x="19281" y="578902"/>
                </a:lnTo>
                <a:lnTo>
                  <a:pt x="6614" y="639078"/>
                </a:lnTo>
                <a:lnTo>
                  <a:pt x="546" y="701423"/>
                </a:lnTo>
                <a:lnTo>
                  <a:pt x="0" y="733373"/>
                </a:lnTo>
                <a:lnTo>
                  <a:pt x="1119" y="765822"/>
                </a:lnTo>
                <a:lnTo>
                  <a:pt x="8375" y="832157"/>
                </a:lnTo>
                <a:lnTo>
                  <a:pt x="22356" y="900312"/>
                </a:lnTo>
                <a:lnTo>
                  <a:pt x="43107" y="970170"/>
                </a:lnTo>
                <a:lnTo>
                  <a:pt x="70668" y="1041614"/>
                </a:lnTo>
                <a:lnTo>
                  <a:pt x="87016" y="1077894"/>
                </a:lnTo>
                <a:lnTo>
                  <a:pt x="105083" y="1114527"/>
                </a:lnTo>
                <a:lnTo>
                  <a:pt x="124874" y="1151499"/>
                </a:lnTo>
                <a:lnTo>
                  <a:pt x="146394" y="1188793"/>
                </a:lnTo>
                <a:lnTo>
                  <a:pt x="169648" y="1226397"/>
                </a:lnTo>
                <a:lnTo>
                  <a:pt x="194643" y="1264295"/>
                </a:lnTo>
                <a:lnTo>
                  <a:pt x="221383" y="1302473"/>
                </a:lnTo>
                <a:lnTo>
                  <a:pt x="249873" y="1340915"/>
                </a:lnTo>
                <a:lnTo>
                  <a:pt x="280120" y="1379609"/>
                </a:lnTo>
                <a:lnTo>
                  <a:pt x="312127" y="1418538"/>
                </a:lnTo>
                <a:lnTo>
                  <a:pt x="345901" y="1457688"/>
                </a:lnTo>
                <a:lnTo>
                  <a:pt x="381447" y="1497046"/>
                </a:lnTo>
                <a:lnTo>
                  <a:pt x="418770" y="1536595"/>
                </a:lnTo>
                <a:lnTo>
                  <a:pt x="457875" y="1576322"/>
                </a:lnTo>
                <a:lnTo>
                  <a:pt x="498769" y="1616212"/>
                </a:lnTo>
                <a:lnTo>
                  <a:pt x="530598" y="1646210"/>
                </a:lnTo>
                <a:lnTo>
                  <a:pt x="563136" y="1676006"/>
                </a:lnTo>
                <a:lnTo>
                  <a:pt x="596369" y="1705595"/>
                </a:lnTo>
                <a:lnTo>
                  <a:pt x="630281" y="1734970"/>
                </a:lnTo>
                <a:lnTo>
                  <a:pt x="664860" y="1764128"/>
                </a:lnTo>
                <a:lnTo>
                  <a:pt x="700090" y="1793062"/>
                </a:lnTo>
                <a:lnTo>
                  <a:pt x="735957" y="1821769"/>
                </a:lnTo>
                <a:lnTo>
                  <a:pt x="772448" y="1850241"/>
                </a:lnTo>
                <a:lnTo>
                  <a:pt x="809548" y="1878475"/>
                </a:lnTo>
                <a:lnTo>
                  <a:pt x="847244" y="1906466"/>
                </a:lnTo>
                <a:lnTo>
                  <a:pt x="885519" y="1934207"/>
                </a:lnTo>
                <a:lnTo>
                  <a:pt x="924362" y="1961694"/>
                </a:lnTo>
                <a:lnTo>
                  <a:pt x="963757" y="1988922"/>
                </a:lnTo>
                <a:lnTo>
                  <a:pt x="1003690" y="2015886"/>
                </a:lnTo>
                <a:lnTo>
                  <a:pt x="1044147" y="2042580"/>
                </a:lnTo>
                <a:lnTo>
                  <a:pt x="1085114" y="2068999"/>
                </a:lnTo>
                <a:lnTo>
                  <a:pt x="1126576" y="2095138"/>
                </a:lnTo>
                <a:lnTo>
                  <a:pt x="1168520" y="2120992"/>
                </a:lnTo>
                <a:lnTo>
                  <a:pt x="1210931" y="2146556"/>
                </a:lnTo>
                <a:lnTo>
                  <a:pt x="1253795" y="2171824"/>
                </a:lnTo>
                <a:lnTo>
                  <a:pt x="1297098" y="2196792"/>
                </a:lnTo>
                <a:lnTo>
                  <a:pt x="1340826" y="2221454"/>
                </a:lnTo>
                <a:lnTo>
                  <a:pt x="1384964" y="2245805"/>
                </a:lnTo>
                <a:lnTo>
                  <a:pt x="1429498" y="2269840"/>
                </a:lnTo>
                <a:lnTo>
                  <a:pt x="1474415" y="2293554"/>
                </a:lnTo>
                <a:lnTo>
                  <a:pt x="1519699" y="2316941"/>
                </a:lnTo>
                <a:lnTo>
                  <a:pt x="1565338" y="2339997"/>
                </a:lnTo>
                <a:lnTo>
                  <a:pt x="1611315" y="2362716"/>
                </a:lnTo>
                <a:lnTo>
                  <a:pt x="1657618" y="2385093"/>
                </a:lnTo>
                <a:lnTo>
                  <a:pt x="1704233" y="2407123"/>
                </a:lnTo>
                <a:lnTo>
                  <a:pt x="1751144" y="2428800"/>
                </a:lnTo>
                <a:lnTo>
                  <a:pt x="1798338" y="2450120"/>
                </a:lnTo>
                <a:lnTo>
                  <a:pt x="1845800" y="2471078"/>
                </a:lnTo>
                <a:lnTo>
                  <a:pt x="1893517" y="2491668"/>
                </a:lnTo>
                <a:lnTo>
                  <a:pt x="1941474" y="2511885"/>
                </a:lnTo>
                <a:lnTo>
                  <a:pt x="1989657" y="2531724"/>
                </a:lnTo>
                <a:lnTo>
                  <a:pt x="2038052" y="2551179"/>
                </a:lnTo>
                <a:lnTo>
                  <a:pt x="2086644" y="2570247"/>
                </a:lnTo>
                <a:lnTo>
                  <a:pt x="2135420" y="2588920"/>
                </a:lnTo>
                <a:lnTo>
                  <a:pt x="2184365" y="2607195"/>
                </a:lnTo>
                <a:lnTo>
                  <a:pt x="2233465" y="2625066"/>
                </a:lnTo>
                <a:lnTo>
                  <a:pt x="2282706" y="2642528"/>
                </a:lnTo>
                <a:lnTo>
                  <a:pt x="2332074" y="2659576"/>
                </a:lnTo>
                <a:lnTo>
                  <a:pt x="2381554" y="2676204"/>
                </a:lnTo>
                <a:lnTo>
                  <a:pt x="2431133" y="2692408"/>
                </a:lnTo>
                <a:lnTo>
                  <a:pt x="2480795" y="2708182"/>
                </a:lnTo>
                <a:lnTo>
                  <a:pt x="2530528" y="2723521"/>
                </a:lnTo>
                <a:lnTo>
                  <a:pt x="2580316" y="2738420"/>
                </a:lnTo>
                <a:lnTo>
                  <a:pt x="2630145" y="2752874"/>
                </a:lnTo>
                <a:lnTo>
                  <a:pt x="2680002" y="2766877"/>
                </a:lnTo>
                <a:lnTo>
                  <a:pt x="2729873" y="2780425"/>
                </a:lnTo>
                <a:lnTo>
                  <a:pt x="2779742" y="2793512"/>
                </a:lnTo>
                <a:lnTo>
                  <a:pt x="2829595" y="2806134"/>
                </a:lnTo>
                <a:lnTo>
                  <a:pt x="2879420" y="2818284"/>
                </a:lnTo>
                <a:lnTo>
                  <a:pt x="2929201" y="2829958"/>
                </a:lnTo>
                <a:lnTo>
                  <a:pt x="2978924" y="2841150"/>
                </a:lnTo>
                <a:lnTo>
                  <a:pt x="3028574" y="2851857"/>
                </a:lnTo>
                <a:lnTo>
                  <a:pt x="3078139" y="2862071"/>
                </a:lnTo>
                <a:lnTo>
                  <a:pt x="3127604" y="2871788"/>
                </a:lnTo>
                <a:lnTo>
                  <a:pt x="3176953" y="2881004"/>
                </a:lnTo>
                <a:lnTo>
                  <a:pt x="3226174" y="2889712"/>
                </a:lnTo>
                <a:lnTo>
                  <a:pt x="3275253" y="2897908"/>
                </a:lnTo>
                <a:lnTo>
                  <a:pt x="3324173" y="2905586"/>
                </a:lnTo>
                <a:lnTo>
                  <a:pt x="3372923" y="2912742"/>
                </a:lnTo>
                <a:lnTo>
                  <a:pt x="3421487" y="2919370"/>
                </a:lnTo>
                <a:lnTo>
                  <a:pt x="3469851" y="2925465"/>
                </a:lnTo>
                <a:lnTo>
                  <a:pt x="3518002" y="2931021"/>
                </a:lnTo>
                <a:lnTo>
                  <a:pt x="3565924" y="2936034"/>
                </a:lnTo>
                <a:lnTo>
                  <a:pt x="3613604" y="2940499"/>
                </a:lnTo>
                <a:lnTo>
                  <a:pt x="3661028" y="2944410"/>
                </a:lnTo>
                <a:lnTo>
                  <a:pt x="3708181" y="2947762"/>
                </a:lnTo>
                <a:lnTo>
                  <a:pt x="3755049" y="2950550"/>
                </a:lnTo>
                <a:lnTo>
                  <a:pt x="3801617" y="2952769"/>
                </a:lnTo>
                <a:lnTo>
                  <a:pt x="3847873" y="2954414"/>
                </a:lnTo>
                <a:lnTo>
                  <a:pt x="3893801" y="2955479"/>
                </a:lnTo>
                <a:lnTo>
                  <a:pt x="3939388" y="2955959"/>
                </a:lnTo>
                <a:lnTo>
                  <a:pt x="3984619" y="2955850"/>
                </a:lnTo>
                <a:lnTo>
                  <a:pt x="4029480" y="2955146"/>
                </a:lnTo>
                <a:lnTo>
                  <a:pt x="4073956" y="2953841"/>
                </a:lnTo>
                <a:lnTo>
                  <a:pt x="4118034" y="2951931"/>
                </a:lnTo>
                <a:lnTo>
                  <a:pt x="4161700" y="2949410"/>
                </a:lnTo>
                <a:lnTo>
                  <a:pt x="4218667" y="2945139"/>
                </a:lnTo>
                <a:lnTo>
                  <a:pt x="4274159" y="2939843"/>
                </a:lnTo>
                <a:lnTo>
                  <a:pt x="4328172" y="2933537"/>
                </a:lnTo>
                <a:lnTo>
                  <a:pt x="4380700" y="2926236"/>
                </a:lnTo>
                <a:lnTo>
                  <a:pt x="4431738" y="2917954"/>
                </a:lnTo>
                <a:lnTo>
                  <a:pt x="4481280" y="2908707"/>
                </a:lnTo>
                <a:lnTo>
                  <a:pt x="4529322" y="2898508"/>
                </a:lnTo>
                <a:lnTo>
                  <a:pt x="4575857" y="2887372"/>
                </a:lnTo>
                <a:lnTo>
                  <a:pt x="4620881" y="2875315"/>
                </a:lnTo>
                <a:lnTo>
                  <a:pt x="4664388" y="2862349"/>
                </a:lnTo>
                <a:lnTo>
                  <a:pt x="4706373" y="2848491"/>
                </a:lnTo>
                <a:lnTo>
                  <a:pt x="4746831" y="2833755"/>
                </a:lnTo>
                <a:lnTo>
                  <a:pt x="4785756" y="2818154"/>
                </a:lnTo>
                <a:lnTo>
                  <a:pt x="4823143" y="2801705"/>
                </a:lnTo>
                <a:lnTo>
                  <a:pt x="4858987" y="2784421"/>
                </a:lnTo>
                <a:lnTo>
                  <a:pt x="4893283" y="2766317"/>
                </a:lnTo>
                <a:lnTo>
                  <a:pt x="4957206" y="2727708"/>
                </a:lnTo>
                <a:lnTo>
                  <a:pt x="5014871" y="2685994"/>
                </a:lnTo>
                <a:lnTo>
                  <a:pt x="5066235" y="2641292"/>
                </a:lnTo>
                <a:lnTo>
                  <a:pt x="5111256" y="2593719"/>
                </a:lnTo>
                <a:lnTo>
                  <a:pt x="5149891" y="2543393"/>
                </a:lnTo>
                <a:lnTo>
                  <a:pt x="5182098" y="2490429"/>
                </a:lnTo>
                <a:lnTo>
                  <a:pt x="5207834" y="2434944"/>
                </a:lnTo>
                <a:lnTo>
                  <a:pt x="5227056" y="2377056"/>
                </a:lnTo>
                <a:lnTo>
                  <a:pt x="5239723" y="2316880"/>
                </a:lnTo>
                <a:lnTo>
                  <a:pt x="5245791" y="2254535"/>
                </a:lnTo>
                <a:lnTo>
                  <a:pt x="5246338" y="2222585"/>
                </a:lnTo>
                <a:lnTo>
                  <a:pt x="5245219" y="2190136"/>
                </a:lnTo>
                <a:lnTo>
                  <a:pt x="5237963" y="2123801"/>
                </a:lnTo>
                <a:lnTo>
                  <a:pt x="5223981" y="2055646"/>
                </a:lnTo>
                <a:lnTo>
                  <a:pt x="5203230" y="1985788"/>
                </a:lnTo>
                <a:lnTo>
                  <a:pt x="5175669" y="1914344"/>
                </a:lnTo>
                <a:lnTo>
                  <a:pt x="5159321" y="1878064"/>
                </a:lnTo>
                <a:lnTo>
                  <a:pt x="5141254" y="1841431"/>
                </a:lnTo>
                <a:lnTo>
                  <a:pt x="5121464" y="1804460"/>
                </a:lnTo>
                <a:lnTo>
                  <a:pt x="5099944" y="1767165"/>
                </a:lnTo>
                <a:lnTo>
                  <a:pt x="5076689" y="1729562"/>
                </a:lnTo>
                <a:lnTo>
                  <a:pt x="5051694" y="1691664"/>
                </a:lnTo>
                <a:lnTo>
                  <a:pt x="5024954" y="1653486"/>
                </a:lnTo>
                <a:lnTo>
                  <a:pt x="4996464" y="1615044"/>
                </a:lnTo>
                <a:lnTo>
                  <a:pt x="4966218" y="1576350"/>
                </a:lnTo>
                <a:lnTo>
                  <a:pt x="4934210" y="1537421"/>
                </a:lnTo>
                <a:lnTo>
                  <a:pt x="4900436" y="1498271"/>
                </a:lnTo>
                <a:lnTo>
                  <a:pt x="4864890" y="1458914"/>
                </a:lnTo>
                <a:lnTo>
                  <a:pt x="4827567" y="1419364"/>
                </a:lnTo>
                <a:lnTo>
                  <a:pt x="4788462" y="1379638"/>
                </a:lnTo>
                <a:lnTo>
                  <a:pt x="4747569" y="1339748"/>
                </a:lnTo>
                <a:lnTo>
                  <a:pt x="4715739" y="1309749"/>
                </a:lnTo>
                <a:lnTo>
                  <a:pt x="4683201" y="1279953"/>
                </a:lnTo>
                <a:lnTo>
                  <a:pt x="4649969" y="1250365"/>
                </a:lnTo>
                <a:lnTo>
                  <a:pt x="4616056" y="1220989"/>
                </a:lnTo>
                <a:lnTo>
                  <a:pt x="4581478" y="1191831"/>
                </a:lnTo>
                <a:lnTo>
                  <a:pt x="4546248" y="1162897"/>
                </a:lnTo>
                <a:lnTo>
                  <a:pt x="4510380" y="1134190"/>
                </a:lnTo>
                <a:lnTo>
                  <a:pt x="4473889" y="1105717"/>
                </a:lnTo>
                <a:lnTo>
                  <a:pt x="4436789" y="1077483"/>
                </a:lnTo>
                <a:lnTo>
                  <a:pt x="4399094" y="1049493"/>
                </a:lnTo>
                <a:lnTo>
                  <a:pt x="4360818" y="1021751"/>
                </a:lnTo>
                <a:lnTo>
                  <a:pt x="4321976" y="994264"/>
                </a:lnTo>
                <a:lnTo>
                  <a:pt x="4282581" y="967036"/>
                </a:lnTo>
                <a:lnTo>
                  <a:pt x="4242648" y="940072"/>
                </a:lnTo>
                <a:lnTo>
                  <a:pt x="4202191" y="913378"/>
                </a:lnTo>
                <a:lnTo>
                  <a:pt x="4161224" y="886959"/>
                </a:lnTo>
                <a:lnTo>
                  <a:pt x="4119761" y="860820"/>
                </a:lnTo>
                <a:lnTo>
                  <a:pt x="4077818" y="834966"/>
                </a:lnTo>
                <a:lnTo>
                  <a:pt x="4035406" y="809402"/>
                </a:lnTo>
                <a:lnTo>
                  <a:pt x="3992542" y="784133"/>
                </a:lnTo>
                <a:lnTo>
                  <a:pt x="3949239" y="759166"/>
                </a:lnTo>
                <a:lnTo>
                  <a:pt x="3905512" y="734503"/>
                </a:lnTo>
                <a:lnTo>
                  <a:pt x="3861373" y="710152"/>
                </a:lnTo>
                <a:lnTo>
                  <a:pt x="3816839" y="686117"/>
                </a:lnTo>
                <a:lnTo>
                  <a:pt x="3771922" y="662404"/>
                </a:lnTo>
                <a:lnTo>
                  <a:pt x="3726638" y="639016"/>
                </a:lnTo>
                <a:lnTo>
                  <a:pt x="3681000" y="615961"/>
                </a:lnTo>
                <a:lnTo>
                  <a:pt x="3635022" y="593242"/>
                </a:lnTo>
                <a:lnTo>
                  <a:pt x="3588719" y="570865"/>
                </a:lnTo>
                <a:lnTo>
                  <a:pt x="3542105" y="548835"/>
                </a:lnTo>
                <a:lnTo>
                  <a:pt x="3495194" y="527157"/>
                </a:lnTo>
                <a:lnTo>
                  <a:pt x="3448000" y="505837"/>
                </a:lnTo>
                <a:lnTo>
                  <a:pt x="3400537" y="484879"/>
                </a:lnTo>
                <a:lnTo>
                  <a:pt x="3352821" y="464289"/>
                </a:lnTo>
                <a:lnTo>
                  <a:pt x="3304864" y="444072"/>
                </a:lnTo>
                <a:lnTo>
                  <a:pt x="3256681" y="424234"/>
                </a:lnTo>
                <a:lnTo>
                  <a:pt x="3208286" y="404778"/>
                </a:lnTo>
                <a:lnTo>
                  <a:pt x="3159693" y="385711"/>
                </a:lnTo>
                <a:lnTo>
                  <a:pt x="3110917" y="367037"/>
                </a:lnTo>
                <a:lnTo>
                  <a:pt x="3061972" y="348762"/>
                </a:lnTo>
                <a:lnTo>
                  <a:pt x="3012872" y="330891"/>
                </a:lnTo>
                <a:lnTo>
                  <a:pt x="2963631" y="313429"/>
                </a:lnTo>
                <a:lnTo>
                  <a:pt x="2914264" y="296381"/>
                </a:lnTo>
                <a:lnTo>
                  <a:pt x="2864783" y="279753"/>
                </a:lnTo>
                <a:lnTo>
                  <a:pt x="2815205" y="263549"/>
                </a:lnTo>
                <a:lnTo>
                  <a:pt x="2765542" y="247775"/>
                </a:lnTo>
                <a:lnTo>
                  <a:pt x="2715810" y="232436"/>
                </a:lnTo>
                <a:lnTo>
                  <a:pt x="2666022" y="217537"/>
                </a:lnTo>
                <a:lnTo>
                  <a:pt x="2616192" y="203084"/>
                </a:lnTo>
                <a:lnTo>
                  <a:pt x="2566335" y="189080"/>
                </a:lnTo>
                <a:lnTo>
                  <a:pt x="2516465" y="175532"/>
                </a:lnTo>
                <a:lnTo>
                  <a:pt x="2466596" y="162445"/>
                </a:lnTo>
                <a:lnTo>
                  <a:pt x="2416742" y="149824"/>
                </a:lnTo>
                <a:lnTo>
                  <a:pt x="2366918" y="137674"/>
                </a:lnTo>
                <a:lnTo>
                  <a:pt x="2317137" y="126000"/>
                </a:lnTo>
                <a:lnTo>
                  <a:pt x="2267414" y="114807"/>
                </a:lnTo>
                <a:lnTo>
                  <a:pt x="2217763" y="104101"/>
                </a:lnTo>
                <a:lnTo>
                  <a:pt x="2168199" y="93887"/>
                </a:lnTo>
                <a:lnTo>
                  <a:pt x="2118734" y="84169"/>
                </a:lnTo>
                <a:lnTo>
                  <a:pt x="2069385" y="74954"/>
                </a:lnTo>
                <a:lnTo>
                  <a:pt x="2020164" y="66246"/>
                </a:lnTo>
                <a:lnTo>
                  <a:pt x="1971085" y="58050"/>
                </a:lnTo>
                <a:lnTo>
                  <a:pt x="1922165" y="50372"/>
                </a:lnTo>
                <a:lnTo>
                  <a:pt x="1873415" y="43216"/>
                </a:lnTo>
                <a:lnTo>
                  <a:pt x="1824851" y="36588"/>
                </a:lnTo>
                <a:lnTo>
                  <a:pt x="1776487" y="30494"/>
                </a:lnTo>
                <a:lnTo>
                  <a:pt x="1728336" y="24937"/>
                </a:lnTo>
                <a:lnTo>
                  <a:pt x="1680414" y="19924"/>
                </a:lnTo>
                <a:lnTo>
                  <a:pt x="1632734" y="15459"/>
                </a:lnTo>
                <a:lnTo>
                  <a:pt x="1585311" y="11548"/>
                </a:lnTo>
                <a:lnTo>
                  <a:pt x="1538158" y="8196"/>
                </a:lnTo>
                <a:lnTo>
                  <a:pt x="1491290" y="5408"/>
                </a:lnTo>
                <a:lnTo>
                  <a:pt x="1444721" y="3189"/>
                </a:lnTo>
                <a:lnTo>
                  <a:pt x="1398465" y="1545"/>
                </a:lnTo>
                <a:lnTo>
                  <a:pt x="1352537" y="480"/>
                </a:lnTo>
                <a:lnTo>
                  <a:pt x="1306950" y="0"/>
                </a:lnTo>
                <a:close/>
              </a:path>
            </a:pathLst>
          </a:custGeom>
          <a:solidFill>
            <a:srgbClr val="0048AA">
              <a:alpha val="16999"/>
            </a:srgbClr>
          </a:solidFill>
        </p:spPr>
        <p:txBody>
          <a:bodyPr lIns="0" tIns="0" rIns="0" bIns="0"/>
          <a:lstStyle/>
          <a:p>
            <a:pPr>
              <a:defRPr/>
            </a:pPr>
            <a:endParaRPr sz="2647"/>
          </a:p>
        </p:txBody>
      </p:sp>
      <p:sp>
        <p:nvSpPr>
          <p:cNvPr id="117797" name="object 2">
            <a:extLst>
              <a:ext uri="{FF2B5EF4-FFF2-40B4-BE49-F238E27FC236}">
                <a16:creationId xmlns:a16="http://schemas.microsoft.com/office/drawing/2014/main" id="{7126FC8A-4532-1B2B-F6FE-54CB4BE72DC9}"/>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sp>
        <p:nvSpPr>
          <p:cNvPr id="117798" name="矩形 1">
            <a:extLst>
              <a:ext uri="{FF2B5EF4-FFF2-40B4-BE49-F238E27FC236}">
                <a16:creationId xmlns:a16="http://schemas.microsoft.com/office/drawing/2014/main" id="{CEE6CFF6-1705-CA2F-736C-F9861967F58F}"/>
              </a:ext>
            </a:extLst>
          </p:cNvPr>
          <p:cNvSpPr>
            <a:spLocks noChangeArrowheads="1"/>
          </p:cNvSpPr>
          <p:nvPr/>
        </p:nvSpPr>
        <p:spPr bwMode="auto">
          <a:xfrm>
            <a:off x="4116388" y="2151063"/>
            <a:ext cx="49212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gn="ctr"/>
            <a:r>
              <a:rPr lang="zh-CN" altLang="zh-CN" sz="1000">
                <a:solidFill>
                  <a:srgbClr val="606060"/>
                </a:solidFill>
                <a:latin typeface="Lucida Sans" panose="020B0602030504020204" pitchFamily="34" charset="0"/>
              </a:rPr>
              <a:t>8 / 9</a:t>
            </a:r>
            <a:endParaRPr lang="zh-CN" altLang="zh-CN" sz="1000">
              <a:latin typeface="Lucida Sans" panose="020B0602030504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5">
            <a:extLst>
              <a:ext uri="{FF2B5EF4-FFF2-40B4-BE49-F238E27FC236}">
                <a16:creationId xmlns:a16="http://schemas.microsoft.com/office/drawing/2014/main" id="{3E2C6F82-622A-C94B-7787-559958CCAE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7A60C53-D7D6-4785-A26A-6622B5194793}" type="slidenum">
              <a:rPr lang="zh-CN" altLang="en-US" sz="1200">
                <a:solidFill>
                  <a:schemeClr val="tx1"/>
                </a:solidFill>
                <a:latin typeface="Garamond" panose="02020404030301010803" pitchFamily="18" charset="0"/>
                <a:ea typeface="宋体" panose="02010600030101010101" pitchFamily="2" charset="-122"/>
              </a:rPr>
              <a:pPr/>
              <a:t>78</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09571" name="Rectangle 2">
            <a:extLst>
              <a:ext uri="{FF2B5EF4-FFF2-40B4-BE49-F238E27FC236}">
                <a16:creationId xmlns:a16="http://schemas.microsoft.com/office/drawing/2014/main" id="{7752E5F6-8C1A-2557-8621-11CA797FFCA0}"/>
              </a:ext>
            </a:extLst>
          </p:cNvPr>
          <p:cNvSpPr>
            <a:spLocks noGrp="1" noChangeArrowheads="1"/>
          </p:cNvSpPr>
          <p:nvPr>
            <p:ph type="body" idx="1"/>
          </p:nvPr>
        </p:nvSpPr>
        <p:spPr>
          <a:xfrm>
            <a:off x="468313" y="-100013"/>
            <a:ext cx="8540750" cy="792163"/>
          </a:xfrm>
        </p:spPr>
        <p:txBody>
          <a:bodyPr/>
          <a:lstStyle/>
          <a:p>
            <a:pPr marL="0" indent="0">
              <a:lnSpc>
                <a:spcPct val="130000"/>
              </a:lnSpc>
              <a:buFont typeface="Wingdings" panose="05000000000000000000" pitchFamily="2" charset="2"/>
              <a:buNone/>
              <a:defRPr/>
            </a:pPr>
            <a:endParaRPr lang="en-US" altLang="zh-CN" sz="2000" b="1" dirty="0"/>
          </a:p>
          <a:p>
            <a:pPr marL="0" indent="0">
              <a:lnSpc>
                <a:spcPct val="130000"/>
              </a:lnSpc>
              <a:buFont typeface="Wingdings" panose="05000000000000000000" pitchFamily="2" charset="2"/>
              <a:buNone/>
              <a:defRPr/>
            </a:pPr>
            <a:r>
              <a:rPr lang="zh-CN" altLang="en-US" sz="2000" b="1" dirty="0"/>
              <a:t>最大网络流增广路算法描述</a:t>
            </a:r>
            <a:endParaRPr lang="zh-CN" altLang="en-US" sz="2000" dirty="0"/>
          </a:p>
          <a:p>
            <a:pPr marL="0" indent="0">
              <a:lnSpc>
                <a:spcPct val="130000"/>
              </a:lnSpc>
              <a:buFont typeface="Wingdings" panose="05000000000000000000" pitchFamily="2" charset="2"/>
              <a:buNone/>
              <a:defRPr/>
            </a:pPr>
            <a:r>
              <a:rPr lang="zh-CN" altLang="en-US" sz="2000" dirty="0"/>
              <a:t> </a:t>
            </a:r>
          </a:p>
        </p:txBody>
      </p:sp>
      <p:sp>
        <p:nvSpPr>
          <p:cNvPr id="120836" name="矩形 1">
            <a:extLst>
              <a:ext uri="{FF2B5EF4-FFF2-40B4-BE49-F238E27FC236}">
                <a16:creationId xmlns:a16="http://schemas.microsoft.com/office/drawing/2014/main" id="{41789FF4-3A2D-34F8-84BA-C662B027A4AF}"/>
              </a:ext>
            </a:extLst>
          </p:cNvPr>
          <p:cNvSpPr>
            <a:spLocks noChangeArrowheads="1"/>
          </p:cNvSpPr>
          <p:nvPr/>
        </p:nvSpPr>
        <p:spPr bwMode="auto">
          <a:xfrm>
            <a:off x="395288" y="981075"/>
            <a:ext cx="8220075"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000">
                <a:solidFill>
                  <a:srgbClr val="000066"/>
                </a:solidFill>
                <a:latin typeface="Arial" panose="020B0604020202020204" pitchFamily="34" charset="0"/>
                <a:ea typeface="楷体_GB2312" pitchFamily="49" charset="-122"/>
              </a:defRPr>
            </a:lvl1pPr>
            <a:lvl2pPr>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50000"/>
              </a:lnSpc>
              <a:defRPr/>
            </a:pPr>
            <a:r>
              <a:rPr lang="en-US" altLang="zh-CN" sz="2000" dirty="0">
                <a:solidFill>
                  <a:schemeClr val="tx1"/>
                </a:solidFill>
                <a:latin typeface="+mj-ea"/>
                <a:ea typeface="+mj-ea"/>
              </a:rPr>
              <a:t>Ford-Fulkerson</a:t>
            </a:r>
            <a:r>
              <a:rPr lang="zh-CN" altLang="en-US" sz="2000" dirty="0">
                <a:solidFill>
                  <a:schemeClr val="tx1"/>
                </a:solidFill>
                <a:latin typeface="+mj-ea"/>
                <a:ea typeface="+mj-ea"/>
              </a:rPr>
              <a:t>方法基于寻找增广路径的思想，以零流作为可行流，通过不断寻找增广路径来增加流量，直到无法找到增广路径为止。</a:t>
            </a:r>
            <a:endParaRPr lang="en-US" altLang="zh-CN" sz="2000" dirty="0">
              <a:solidFill>
                <a:schemeClr val="tx1"/>
              </a:solidFill>
              <a:latin typeface="+mj-ea"/>
              <a:ea typeface="+mj-ea"/>
            </a:endParaRPr>
          </a:p>
          <a:p>
            <a:pPr>
              <a:lnSpc>
                <a:spcPct val="150000"/>
              </a:lnSpc>
              <a:defRPr/>
            </a:pPr>
            <a:br>
              <a:rPr lang="zh-CN" altLang="en-US" sz="2000" dirty="0">
                <a:solidFill>
                  <a:schemeClr val="tx1"/>
                </a:solidFill>
                <a:latin typeface="+mj-ea"/>
                <a:ea typeface="+mj-ea"/>
              </a:rPr>
            </a:br>
            <a:r>
              <a:rPr lang="zh-CN" altLang="en-US" sz="2000" b="1" dirty="0">
                <a:solidFill>
                  <a:schemeClr val="tx1"/>
                </a:solidFill>
                <a:latin typeface="+mj-ea"/>
                <a:ea typeface="+mj-ea"/>
              </a:rPr>
              <a:t>该算法的步骤如下：</a:t>
            </a:r>
            <a:endParaRPr lang="en-US" altLang="zh-CN" sz="2000" b="1" dirty="0">
              <a:solidFill>
                <a:schemeClr val="tx1"/>
              </a:solidFill>
              <a:latin typeface="+mj-ea"/>
              <a:ea typeface="+mj-ea"/>
            </a:endParaRPr>
          </a:p>
          <a:p>
            <a:pPr>
              <a:lnSpc>
                <a:spcPct val="150000"/>
              </a:lnSpc>
              <a:defRPr/>
            </a:pPr>
            <a:r>
              <a:rPr lang="en-US" altLang="zh-CN" sz="2000" dirty="0">
                <a:solidFill>
                  <a:schemeClr val="tx1"/>
                </a:solidFill>
                <a:latin typeface="+mj-ea"/>
                <a:ea typeface="+mj-ea"/>
              </a:rPr>
              <a:t>1.  </a:t>
            </a:r>
            <a:r>
              <a:rPr lang="zh-CN" altLang="en-US" sz="2000" dirty="0">
                <a:solidFill>
                  <a:schemeClr val="tx1"/>
                </a:solidFill>
                <a:latin typeface="+mj-ea"/>
                <a:ea typeface="+mj-ea"/>
              </a:rPr>
              <a:t>创建一个残流网络，并初始化所有边的流量为</a:t>
            </a:r>
            <a:r>
              <a:rPr lang="en-US" altLang="zh-CN" sz="2000" dirty="0">
                <a:solidFill>
                  <a:schemeClr val="tx1"/>
                </a:solidFill>
                <a:latin typeface="+mj-ea"/>
                <a:ea typeface="+mj-ea"/>
              </a:rPr>
              <a:t>0</a:t>
            </a:r>
            <a:r>
              <a:rPr lang="zh-CN" altLang="en-US" sz="2000" dirty="0">
                <a:solidFill>
                  <a:schemeClr val="tx1"/>
                </a:solidFill>
                <a:latin typeface="+mj-ea"/>
                <a:ea typeface="+mj-ea"/>
              </a:rPr>
              <a:t>。</a:t>
            </a:r>
            <a:endParaRPr lang="en-US" altLang="zh-CN" sz="2000" dirty="0">
              <a:solidFill>
                <a:schemeClr val="tx1"/>
              </a:solidFill>
              <a:latin typeface="+mj-ea"/>
              <a:ea typeface="+mj-ea"/>
            </a:endParaRPr>
          </a:p>
          <a:p>
            <a:pPr>
              <a:lnSpc>
                <a:spcPct val="150000"/>
              </a:lnSpc>
              <a:defRPr/>
            </a:pPr>
            <a:r>
              <a:rPr lang="en-US" altLang="zh-CN" sz="2000" dirty="0">
                <a:solidFill>
                  <a:schemeClr val="tx1"/>
                </a:solidFill>
                <a:latin typeface="+mj-ea"/>
                <a:ea typeface="+mj-ea"/>
              </a:rPr>
              <a:t>2. </a:t>
            </a:r>
            <a:r>
              <a:rPr lang="zh-CN" altLang="en-US" sz="2000" dirty="0">
                <a:solidFill>
                  <a:schemeClr val="tx1"/>
                </a:solidFill>
                <a:latin typeface="+mj-ea"/>
                <a:ea typeface="+mj-ea"/>
              </a:rPr>
              <a:t>当存在从源节点到汇节点的增广路径时：</a:t>
            </a:r>
            <a:endParaRPr lang="en-US" altLang="zh-CN" sz="2000" dirty="0">
              <a:solidFill>
                <a:schemeClr val="tx1"/>
              </a:solidFill>
              <a:latin typeface="+mj-ea"/>
              <a:ea typeface="+mj-ea"/>
            </a:endParaRPr>
          </a:p>
          <a:p>
            <a:pPr lvl="1">
              <a:lnSpc>
                <a:spcPct val="150000"/>
              </a:lnSpc>
              <a:defRPr/>
            </a:pPr>
            <a:r>
              <a:rPr lang="en-US" altLang="zh-CN" sz="2000" dirty="0">
                <a:solidFill>
                  <a:schemeClr val="tx1"/>
                </a:solidFill>
                <a:latin typeface="+mj-ea"/>
                <a:ea typeface="+mj-ea"/>
              </a:rPr>
              <a:t>2.1 </a:t>
            </a:r>
            <a:r>
              <a:rPr lang="zh-CN" altLang="en-US" sz="2000" dirty="0">
                <a:solidFill>
                  <a:schemeClr val="tx1"/>
                </a:solidFill>
                <a:latin typeface="+mj-ea"/>
                <a:ea typeface="+mj-ea"/>
              </a:rPr>
              <a:t>使用</a:t>
            </a:r>
            <a:r>
              <a:rPr lang="en-US" altLang="zh-CN" sz="2000" spc="-18" dirty="0">
                <a:solidFill>
                  <a:srgbClr val="FF0000"/>
                </a:solidFill>
              </a:rPr>
              <a:t>DFS/BFS</a:t>
            </a:r>
            <a:r>
              <a:rPr lang="zh-CN" altLang="en-US" sz="2000" dirty="0">
                <a:solidFill>
                  <a:schemeClr val="tx1"/>
                </a:solidFill>
                <a:latin typeface="+mj-ea"/>
                <a:ea typeface="+mj-ea"/>
              </a:rPr>
              <a:t>寻找一条可增广路径。增广路径上的每条边的剩余容量大于</a:t>
            </a:r>
            <a:r>
              <a:rPr lang="en-US" altLang="zh-CN" sz="2000" dirty="0">
                <a:solidFill>
                  <a:schemeClr val="tx1"/>
                </a:solidFill>
                <a:latin typeface="+mj-ea"/>
                <a:ea typeface="+mj-ea"/>
              </a:rPr>
              <a:t>0</a:t>
            </a:r>
            <a:r>
              <a:rPr lang="zh-CN" altLang="en-US" sz="2000" dirty="0">
                <a:solidFill>
                  <a:schemeClr val="tx1"/>
                </a:solidFill>
                <a:latin typeface="+mj-ea"/>
                <a:ea typeface="+mj-ea"/>
              </a:rPr>
              <a:t>。</a:t>
            </a:r>
          </a:p>
          <a:p>
            <a:pPr lvl="1" algn="just">
              <a:lnSpc>
                <a:spcPct val="150000"/>
              </a:lnSpc>
              <a:defRPr/>
            </a:pPr>
            <a:r>
              <a:rPr lang="en-US" altLang="zh-CN" sz="2000" dirty="0">
                <a:solidFill>
                  <a:schemeClr val="tx1"/>
                </a:solidFill>
                <a:latin typeface="+mj-ea"/>
                <a:ea typeface="+mj-ea"/>
              </a:rPr>
              <a:t>2.2 </a:t>
            </a:r>
            <a:r>
              <a:rPr lang="zh-CN" altLang="en-US" sz="2000" dirty="0">
                <a:solidFill>
                  <a:schemeClr val="tx1"/>
                </a:solidFill>
                <a:latin typeface="+mj-ea"/>
                <a:ea typeface="+mj-ea"/>
              </a:rPr>
              <a:t>沿此可增广路径增流：通过更新路径上边的剩余容量来增加流量，</a:t>
            </a:r>
            <a:r>
              <a:rPr lang="zh-CN" altLang="en-US" sz="2000" b="1" dirty="0">
                <a:solidFill>
                  <a:schemeClr val="tx1"/>
                </a:solidFill>
                <a:latin typeface="+mj-ea"/>
                <a:ea typeface="+mj-ea"/>
              </a:rPr>
              <a:t>即减少正向边的剩余容量</a:t>
            </a:r>
            <a:r>
              <a:rPr lang="zh-CN" altLang="en-US" sz="2000" dirty="0">
                <a:solidFill>
                  <a:schemeClr val="tx1"/>
                </a:solidFill>
                <a:latin typeface="+mj-ea"/>
                <a:ea typeface="+mj-ea"/>
              </a:rPr>
              <a:t>，</a:t>
            </a:r>
            <a:r>
              <a:rPr lang="zh-CN" altLang="en-US" sz="2000" b="1" dirty="0">
                <a:solidFill>
                  <a:schemeClr val="tx1"/>
                </a:solidFill>
                <a:latin typeface="+mj-ea"/>
                <a:ea typeface="+mj-ea"/>
              </a:rPr>
              <a:t>增加反向边的剩余容量</a:t>
            </a:r>
            <a:r>
              <a:rPr lang="zh-CN" altLang="en-US" sz="2000" dirty="0">
                <a:solidFill>
                  <a:schemeClr val="tx1"/>
                </a:solidFill>
                <a:latin typeface="+mj-ea"/>
                <a:ea typeface="+mj-ea"/>
              </a:rPr>
              <a:t>。</a:t>
            </a:r>
          </a:p>
          <a:p>
            <a:pPr>
              <a:lnSpc>
                <a:spcPct val="150000"/>
              </a:lnSpc>
              <a:defRPr/>
            </a:pPr>
            <a:r>
              <a:rPr lang="en-US" altLang="zh-CN" sz="2000" dirty="0">
                <a:solidFill>
                  <a:schemeClr val="tx1"/>
                </a:solidFill>
                <a:latin typeface="+mj-ea"/>
                <a:ea typeface="+mj-ea"/>
              </a:rPr>
              <a:t>3. </a:t>
            </a:r>
            <a:r>
              <a:rPr lang="zh-CN" altLang="en-US" sz="2000" dirty="0">
                <a:solidFill>
                  <a:schemeClr val="tx1"/>
                </a:solidFill>
                <a:latin typeface="+mj-ea"/>
                <a:ea typeface="+mj-ea"/>
              </a:rPr>
              <a:t>当无法找到增广路径时，算法终止。此时，得到的流就是最大流。</a:t>
            </a:r>
          </a:p>
        </p:txBody>
      </p:sp>
    </p:spTree>
  </p:cSld>
  <p:clrMapOvr>
    <a:masterClrMapping/>
  </p:clrMapOvr>
  <p:transition>
    <p:blinds dir="vert"/>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5" name="AutoShape 3">
            <a:extLst>
              <a:ext uri="{FF2B5EF4-FFF2-40B4-BE49-F238E27FC236}">
                <a16:creationId xmlns:a16="http://schemas.microsoft.com/office/drawing/2014/main" id="{738DB7B7-9ADE-254D-E912-12C8EE0FB05C}"/>
              </a:ext>
            </a:extLst>
          </p:cNvPr>
          <p:cNvSpPr>
            <a:spLocks noChangeArrowheads="1"/>
          </p:cNvSpPr>
          <p:nvPr/>
        </p:nvSpPr>
        <p:spPr bwMode="auto">
          <a:xfrm>
            <a:off x="34925" y="1052513"/>
            <a:ext cx="8958263" cy="5005387"/>
          </a:xfrm>
          <a:prstGeom prst="roundRect">
            <a:avLst>
              <a:gd name="adj" fmla="val 16667"/>
            </a:avLst>
          </a:prstGeom>
          <a:ln>
            <a:solidFill>
              <a:schemeClr val="bg1"/>
            </a:solidFill>
            <a:headEnd/>
            <a:tailEnd/>
          </a:ln>
        </p:spPr>
        <p:style>
          <a:lnRef idx="2">
            <a:schemeClr val="accent6"/>
          </a:lnRef>
          <a:fillRef idx="1">
            <a:schemeClr val="lt1"/>
          </a:fillRef>
          <a:effectRef idx="0">
            <a:schemeClr val="accent6"/>
          </a:effectRef>
          <a:fontRef idx="minor">
            <a:schemeClr val="dk1"/>
          </a:fontRef>
        </p:style>
        <p:txBody>
          <a:bodyPr anchor="ctr">
            <a:spAutoFit/>
          </a:bodyPr>
          <a:lstStyle/>
          <a:p>
            <a:pPr>
              <a:defRPr/>
            </a:pPr>
            <a:r>
              <a:rPr lang="en-US" altLang="zh-CN" sz="1800" dirty="0">
                <a:solidFill>
                  <a:srgbClr val="FF0000"/>
                </a:solidFill>
              </a:rPr>
              <a:t>MAXFLOW</a:t>
            </a:r>
            <a:r>
              <a:rPr lang="en-US" altLang="zh-CN" sz="1800" dirty="0"/>
              <a:t>(</a:t>
            </a:r>
            <a:r>
              <a:rPr lang="en-US" altLang="zh-CN" sz="1800" dirty="0" err="1"/>
              <a:t>const</a:t>
            </a:r>
            <a:r>
              <a:rPr lang="en-US" altLang="zh-CN" sz="1800" dirty="0"/>
              <a:t> Graph &amp;G, </a:t>
            </a:r>
            <a:r>
              <a:rPr lang="en-US" altLang="zh-CN" sz="1800" dirty="0" err="1"/>
              <a:t>int</a:t>
            </a:r>
            <a:r>
              <a:rPr lang="en-US" altLang="zh-CN" sz="1800" dirty="0"/>
              <a:t> s, </a:t>
            </a:r>
            <a:r>
              <a:rPr lang="en-US" altLang="zh-CN" sz="1800" dirty="0" err="1"/>
              <a:t>int</a:t>
            </a:r>
            <a:r>
              <a:rPr lang="en-US" altLang="zh-CN" sz="1800" dirty="0"/>
              <a:t> t, </a:t>
            </a:r>
            <a:r>
              <a:rPr lang="en-US" altLang="zh-CN" sz="1800" dirty="0" err="1"/>
              <a:t>int</a:t>
            </a:r>
            <a:r>
              <a:rPr lang="en-US" altLang="zh-CN" sz="1800" dirty="0"/>
              <a:t> &amp;</a:t>
            </a:r>
            <a:r>
              <a:rPr lang="en-US" altLang="zh-CN" sz="1800" dirty="0" err="1"/>
              <a:t>maxflow</a:t>
            </a:r>
            <a:r>
              <a:rPr lang="en-US" altLang="zh-CN" sz="1800" dirty="0"/>
              <a:t>) : </a:t>
            </a:r>
          </a:p>
          <a:p>
            <a:pPr>
              <a:defRPr/>
            </a:pPr>
            <a:r>
              <a:rPr lang="en-US" altLang="zh-CN" sz="1800" dirty="0"/>
              <a:t>          G(G), s(s), t(t), </a:t>
            </a:r>
            <a:r>
              <a:rPr lang="en-US" altLang="zh-CN" sz="1800" dirty="0" err="1"/>
              <a:t>st</a:t>
            </a:r>
            <a:r>
              <a:rPr lang="en-US" altLang="zh-CN" sz="1800" dirty="0"/>
              <a:t>(G.V()), </a:t>
            </a:r>
            <a:r>
              <a:rPr lang="en-US" altLang="zh-CN" sz="1800" dirty="0" err="1"/>
              <a:t>wt</a:t>
            </a:r>
            <a:r>
              <a:rPr lang="en-US" altLang="zh-CN" sz="1800" dirty="0"/>
              <a:t>(G.V()),</a:t>
            </a:r>
            <a:r>
              <a:rPr lang="en-US" altLang="zh-CN" sz="1800" dirty="0" err="1"/>
              <a:t>maxf</a:t>
            </a:r>
            <a:r>
              <a:rPr lang="en-US" altLang="zh-CN" sz="1800" dirty="0"/>
              <a:t>(0)</a:t>
            </a:r>
          </a:p>
          <a:p>
            <a:pPr>
              <a:defRPr/>
            </a:pPr>
            <a:r>
              <a:rPr lang="en-US" altLang="zh-CN" sz="1800" dirty="0"/>
              <a:t>      {   while (</a:t>
            </a:r>
            <a:r>
              <a:rPr lang="en-US" altLang="zh-CN" sz="1800" dirty="0">
                <a:solidFill>
                  <a:srgbClr val="FF0000"/>
                </a:solidFill>
              </a:rPr>
              <a:t>DFS</a:t>
            </a:r>
            <a:r>
              <a:rPr lang="en-US" altLang="zh-CN" sz="1800" dirty="0"/>
              <a:t>())  //</a:t>
            </a:r>
            <a:r>
              <a:rPr lang="en-US" altLang="zh-CN" sz="1800" dirty="0" err="1"/>
              <a:t>dsf</a:t>
            </a:r>
            <a:r>
              <a:rPr lang="zh-CN" altLang="en-US" sz="1800" dirty="0"/>
              <a:t>找到网络中的一条从</a:t>
            </a:r>
            <a:r>
              <a:rPr lang="en-US" altLang="zh-CN" sz="1800" dirty="0"/>
              <a:t>s</a:t>
            </a:r>
            <a:r>
              <a:rPr lang="zh-CN" altLang="en-US" sz="1800" dirty="0"/>
              <a:t>到</a:t>
            </a:r>
            <a:r>
              <a:rPr lang="en-US" altLang="zh-CN" sz="1800" dirty="0"/>
              <a:t>t</a:t>
            </a:r>
            <a:r>
              <a:rPr lang="zh-CN" altLang="en-US" sz="1800" dirty="0"/>
              <a:t>的可增广路，存储在向量</a:t>
            </a:r>
            <a:r>
              <a:rPr lang="en-US" altLang="zh-CN" sz="1800" dirty="0" err="1"/>
              <a:t>st</a:t>
            </a:r>
            <a:r>
              <a:rPr lang="zh-CN" altLang="en-US" sz="1800" dirty="0"/>
              <a:t>中</a:t>
            </a:r>
            <a:endParaRPr lang="en-US" altLang="zh-CN" sz="1800" dirty="0"/>
          </a:p>
          <a:p>
            <a:pPr>
              <a:defRPr/>
            </a:pPr>
            <a:r>
              <a:rPr lang="en-US" altLang="zh-CN" sz="1800" dirty="0"/>
              <a:t>               </a:t>
            </a:r>
            <a:r>
              <a:rPr lang="en-US" altLang="zh-CN" sz="1800" dirty="0">
                <a:solidFill>
                  <a:srgbClr val="FF0000"/>
                </a:solidFill>
              </a:rPr>
              <a:t>augment</a:t>
            </a:r>
            <a:r>
              <a:rPr lang="en-US" altLang="zh-CN" sz="1800" dirty="0"/>
              <a:t>(s, t); </a:t>
            </a:r>
          </a:p>
          <a:p>
            <a:pPr>
              <a:defRPr/>
            </a:pPr>
            <a:r>
              <a:rPr lang="en-US" altLang="zh-CN" sz="1800" dirty="0"/>
              <a:t>          </a:t>
            </a:r>
            <a:r>
              <a:rPr lang="en-US" altLang="zh-CN" sz="1800" dirty="0" err="1">
                <a:solidFill>
                  <a:srgbClr val="FF0000"/>
                </a:solidFill>
              </a:rPr>
              <a:t>maxflow</a:t>
            </a:r>
            <a:r>
              <a:rPr lang="en-US" altLang="zh-CN" sz="1800" dirty="0"/>
              <a:t>+=</a:t>
            </a:r>
            <a:r>
              <a:rPr lang="en-US" altLang="zh-CN" sz="1800" dirty="0" err="1"/>
              <a:t>maxf</a:t>
            </a:r>
            <a:r>
              <a:rPr lang="en-US" altLang="zh-CN" sz="1800" dirty="0"/>
              <a:t>;</a:t>
            </a:r>
          </a:p>
          <a:p>
            <a:pPr>
              <a:defRPr/>
            </a:pPr>
            <a:r>
              <a:rPr lang="en-US" altLang="zh-CN" sz="1800" dirty="0"/>
              <a:t>      }</a:t>
            </a:r>
          </a:p>
          <a:p>
            <a:pPr>
              <a:defRPr/>
            </a:pPr>
            <a:endParaRPr lang="en-US" altLang="zh-CN" sz="1800" dirty="0"/>
          </a:p>
          <a:p>
            <a:pPr>
              <a:defRPr/>
            </a:pPr>
            <a:r>
              <a:rPr lang="en-US" altLang="zh-CN" sz="1800" dirty="0"/>
              <a:t>void </a:t>
            </a:r>
            <a:r>
              <a:rPr lang="en-US" altLang="zh-CN" sz="1800" dirty="0">
                <a:solidFill>
                  <a:srgbClr val="FF0000"/>
                </a:solidFill>
              </a:rPr>
              <a:t>augment</a:t>
            </a:r>
            <a:r>
              <a:rPr lang="en-US" altLang="zh-CN" sz="1800" dirty="0"/>
              <a:t>(</a:t>
            </a:r>
            <a:r>
              <a:rPr lang="en-US" altLang="zh-CN" sz="1800" dirty="0" err="1"/>
              <a:t>int</a:t>
            </a:r>
            <a:r>
              <a:rPr lang="en-US" altLang="zh-CN" sz="1800" dirty="0"/>
              <a:t> s, </a:t>
            </a:r>
            <a:r>
              <a:rPr lang="en-US" altLang="zh-CN" sz="1800" dirty="0" err="1"/>
              <a:t>int</a:t>
            </a:r>
            <a:r>
              <a:rPr lang="en-US" altLang="zh-CN" sz="1800" dirty="0"/>
              <a:t> t) //</a:t>
            </a:r>
            <a:r>
              <a:rPr lang="zh-CN" altLang="en-US" sz="1800" dirty="0"/>
              <a:t>沿可增广路计算可增广量</a:t>
            </a:r>
            <a:r>
              <a:rPr lang="en-US" altLang="zh-CN" sz="1800" dirty="0"/>
              <a:t>d</a:t>
            </a:r>
            <a:r>
              <a:rPr lang="zh-CN" altLang="en-US" sz="1800" dirty="0"/>
              <a:t>，然后沿可增广路增流</a:t>
            </a:r>
            <a:endParaRPr lang="en-US" altLang="zh-CN" sz="1800" dirty="0"/>
          </a:p>
          <a:p>
            <a:pPr>
              <a:defRPr/>
            </a:pPr>
            <a:r>
              <a:rPr lang="en-US" altLang="zh-CN" sz="1800" dirty="0"/>
              <a:t>    {   </a:t>
            </a:r>
            <a:r>
              <a:rPr lang="en-US" altLang="zh-CN" sz="1800" dirty="0" err="1"/>
              <a:t>int</a:t>
            </a:r>
            <a:r>
              <a:rPr lang="en-US" altLang="zh-CN" sz="1800" dirty="0"/>
              <a:t> d = </a:t>
            </a:r>
            <a:r>
              <a:rPr lang="en-US" altLang="zh-CN" sz="1800" dirty="0" err="1"/>
              <a:t>st</a:t>
            </a:r>
            <a:r>
              <a:rPr lang="en-US" altLang="zh-CN" sz="1800" dirty="0"/>
              <a:t>[t]-&gt;</a:t>
            </a:r>
            <a:r>
              <a:rPr lang="en-US" altLang="zh-CN" sz="1800" dirty="0" err="1"/>
              <a:t>capRto</a:t>
            </a:r>
            <a:r>
              <a:rPr lang="en-US" altLang="zh-CN" sz="1800" dirty="0"/>
              <a:t>(t);   //</a:t>
            </a:r>
            <a:r>
              <a:rPr lang="en-US" altLang="zh-CN" sz="1800" dirty="0" err="1"/>
              <a:t>capRto</a:t>
            </a:r>
            <a:r>
              <a:rPr lang="en-US" altLang="zh-CN" sz="1800" dirty="0"/>
              <a:t>() </a:t>
            </a:r>
            <a:r>
              <a:rPr lang="zh-CN" altLang="en-US" sz="1800" dirty="0"/>
              <a:t>残流网络中的边容量</a:t>
            </a:r>
            <a:endParaRPr lang="en-US" altLang="zh-CN" sz="1800" dirty="0"/>
          </a:p>
          <a:p>
            <a:pPr>
              <a:defRPr/>
            </a:pPr>
            <a:r>
              <a:rPr lang="en-US" altLang="zh-CN" sz="1800" dirty="0"/>
              <a:t>        for (</a:t>
            </a:r>
            <a:r>
              <a:rPr lang="en-US" altLang="zh-CN" sz="1800" dirty="0" err="1"/>
              <a:t>int</a:t>
            </a:r>
            <a:r>
              <a:rPr lang="en-US" altLang="zh-CN" sz="1800" dirty="0"/>
              <a:t> v = ST(t); v != s; v = ST(v))  //</a:t>
            </a:r>
            <a:r>
              <a:rPr lang="zh-CN" altLang="en-US" sz="1800" dirty="0"/>
              <a:t>函数</a:t>
            </a:r>
            <a:r>
              <a:rPr lang="en-US" altLang="zh-CN" sz="1800" dirty="0"/>
              <a:t>ST(v)</a:t>
            </a:r>
            <a:r>
              <a:rPr lang="zh-CN" altLang="en-US" sz="1800" dirty="0"/>
              <a:t>返回增广路中结点</a:t>
            </a:r>
            <a:r>
              <a:rPr lang="en-US" altLang="zh-CN" sz="1800" dirty="0"/>
              <a:t>v</a:t>
            </a:r>
            <a:r>
              <a:rPr lang="zh-CN" altLang="en-US" sz="1800" dirty="0"/>
              <a:t>的父节点</a:t>
            </a:r>
            <a:endParaRPr lang="en-US" altLang="zh-CN" sz="1800" dirty="0"/>
          </a:p>
          <a:p>
            <a:pPr>
              <a:defRPr/>
            </a:pPr>
            <a:r>
              <a:rPr lang="en-US" altLang="zh-CN" sz="1800" dirty="0"/>
              <a:t>             if (</a:t>
            </a:r>
            <a:r>
              <a:rPr lang="en-US" altLang="zh-CN" sz="1800" dirty="0" err="1"/>
              <a:t>st</a:t>
            </a:r>
            <a:r>
              <a:rPr lang="en-US" altLang="zh-CN" sz="1800" dirty="0"/>
              <a:t>[v]-&gt;</a:t>
            </a:r>
            <a:r>
              <a:rPr lang="en-US" altLang="zh-CN" sz="1800" dirty="0" err="1"/>
              <a:t>capRto</a:t>
            </a:r>
            <a:r>
              <a:rPr lang="en-US" altLang="zh-CN" sz="1800" dirty="0"/>
              <a:t>(v) &lt; d)  d = </a:t>
            </a:r>
            <a:r>
              <a:rPr lang="en-US" altLang="zh-CN" sz="1800" dirty="0" err="1"/>
              <a:t>st</a:t>
            </a:r>
            <a:r>
              <a:rPr lang="en-US" altLang="zh-CN" sz="1800" dirty="0"/>
              <a:t>[v]-&gt;</a:t>
            </a:r>
            <a:r>
              <a:rPr lang="en-US" altLang="zh-CN" sz="1800" dirty="0" err="1"/>
              <a:t>capRto</a:t>
            </a:r>
            <a:r>
              <a:rPr lang="en-US" altLang="zh-CN" sz="1800" dirty="0"/>
              <a:t>(v);</a:t>
            </a:r>
          </a:p>
          <a:p>
            <a:pPr>
              <a:defRPr/>
            </a:pPr>
            <a:r>
              <a:rPr lang="en-US" altLang="zh-CN" sz="1800" dirty="0"/>
              <a:t>        </a:t>
            </a:r>
            <a:r>
              <a:rPr lang="en-US" altLang="zh-CN" sz="1800" dirty="0" err="1">
                <a:solidFill>
                  <a:srgbClr val="FF0000"/>
                </a:solidFill>
              </a:rPr>
              <a:t>maxf</a:t>
            </a:r>
            <a:r>
              <a:rPr lang="en-US" altLang="zh-CN" sz="1800" dirty="0">
                <a:solidFill>
                  <a:srgbClr val="FF0000"/>
                </a:solidFill>
              </a:rPr>
              <a:t>+=d;       </a:t>
            </a:r>
          </a:p>
          <a:p>
            <a:pPr>
              <a:defRPr/>
            </a:pPr>
            <a:r>
              <a:rPr lang="en-US" altLang="zh-CN" sz="1800" dirty="0"/>
              <a:t>        </a:t>
            </a:r>
            <a:r>
              <a:rPr lang="en-US" altLang="zh-CN" sz="1800" dirty="0" err="1"/>
              <a:t>st</a:t>
            </a:r>
            <a:r>
              <a:rPr lang="en-US" altLang="zh-CN" sz="1800" dirty="0"/>
              <a:t>[t]-&gt;</a:t>
            </a:r>
            <a:r>
              <a:rPr lang="en-US" altLang="zh-CN" sz="1800" dirty="0" err="1"/>
              <a:t>addflowRto</a:t>
            </a:r>
            <a:r>
              <a:rPr lang="en-US" altLang="zh-CN" sz="1800" dirty="0"/>
              <a:t>(t, d);    //</a:t>
            </a:r>
            <a:r>
              <a:rPr lang="zh-CN" altLang="en-US" sz="1800" dirty="0"/>
              <a:t>改变残流网络中边的流量</a:t>
            </a:r>
            <a:endParaRPr lang="en-US" altLang="zh-CN" sz="1800" dirty="0"/>
          </a:p>
          <a:p>
            <a:pPr>
              <a:defRPr/>
            </a:pPr>
            <a:r>
              <a:rPr lang="en-US" altLang="zh-CN" sz="1800" dirty="0"/>
              <a:t>        for ( v = ST(t); v != s; v = ST(v)) </a:t>
            </a:r>
          </a:p>
          <a:p>
            <a:pPr>
              <a:defRPr/>
            </a:pPr>
            <a:r>
              <a:rPr lang="en-US" altLang="zh-CN" sz="1800" dirty="0"/>
              <a:t>            </a:t>
            </a:r>
            <a:r>
              <a:rPr lang="en-US" altLang="zh-CN" sz="1800" dirty="0" err="1"/>
              <a:t>st</a:t>
            </a:r>
            <a:r>
              <a:rPr lang="en-US" altLang="zh-CN" sz="1800" dirty="0"/>
              <a:t>[v]-&gt;</a:t>
            </a:r>
            <a:r>
              <a:rPr lang="en-US" altLang="zh-CN" sz="1800" dirty="0" err="1"/>
              <a:t>addflowRto</a:t>
            </a:r>
            <a:r>
              <a:rPr lang="en-US" altLang="zh-CN" sz="1800" dirty="0"/>
              <a:t>(v, d); </a:t>
            </a:r>
          </a:p>
          <a:p>
            <a:pPr>
              <a:defRPr/>
            </a:pPr>
            <a:r>
              <a:rPr lang="en-US" altLang="zh-CN" sz="1800" dirty="0"/>
              <a:t>    }</a:t>
            </a:r>
          </a:p>
        </p:txBody>
      </p:sp>
      <p:sp>
        <p:nvSpPr>
          <p:cNvPr id="119811" name="灯片编号占位符 5">
            <a:extLst>
              <a:ext uri="{FF2B5EF4-FFF2-40B4-BE49-F238E27FC236}">
                <a16:creationId xmlns:a16="http://schemas.microsoft.com/office/drawing/2014/main" id="{83E5B6B4-A2F9-124B-CC47-C6A904E872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1661F94-91C8-4A72-BC6E-E4930DDFAFAB}" type="slidenum">
              <a:rPr lang="zh-CN" altLang="en-US" sz="1200">
                <a:solidFill>
                  <a:schemeClr val="tx1"/>
                </a:solidFill>
                <a:latin typeface="Garamond" panose="02020404030301010803" pitchFamily="18" charset="0"/>
                <a:ea typeface="宋体" panose="02010600030101010101" pitchFamily="2" charset="-122"/>
              </a:rPr>
              <a:pPr/>
              <a:t>79</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10596" name="Rectangle 2">
            <a:extLst>
              <a:ext uri="{FF2B5EF4-FFF2-40B4-BE49-F238E27FC236}">
                <a16:creationId xmlns:a16="http://schemas.microsoft.com/office/drawing/2014/main" id="{A90BCB40-1EC3-251D-FD5E-EEDA9934BD47}"/>
              </a:ext>
            </a:extLst>
          </p:cNvPr>
          <p:cNvSpPr>
            <a:spLocks noGrp="1" noChangeArrowheads="1"/>
          </p:cNvSpPr>
          <p:nvPr>
            <p:ph type="body" idx="1"/>
          </p:nvPr>
        </p:nvSpPr>
        <p:spPr>
          <a:xfrm>
            <a:off x="301625" y="188913"/>
            <a:ext cx="8540750" cy="792162"/>
          </a:xfrm>
        </p:spPr>
        <p:txBody>
          <a:bodyPr/>
          <a:lstStyle/>
          <a:p>
            <a:pPr marL="0" indent="0">
              <a:lnSpc>
                <a:spcPct val="130000"/>
              </a:lnSpc>
              <a:buFont typeface="Wingdings" panose="05000000000000000000" pitchFamily="2" charset="2"/>
              <a:buNone/>
              <a:defRPr/>
            </a:pPr>
            <a:endParaRPr lang="en-US" altLang="zh-CN" sz="1600" b="1" dirty="0">
              <a:solidFill>
                <a:schemeClr val="hlink"/>
              </a:solidFill>
            </a:endParaRPr>
          </a:p>
          <a:p>
            <a:pPr marL="0" indent="0">
              <a:lnSpc>
                <a:spcPct val="130000"/>
              </a:lnSpc>
              <a:buFont typeface="Wingdings" panose="05000000000000000000" pitchFamily="2" charset="2"/>
              <a:buNone/>
              <a:defRPr/>
            </a:pPr>
            <a:r>
              <a:rPr lang="zh-CN" altLang="en-US" sz="1600" b="1" dirty="0">
                <a:solidFill>
                  <a:schemeClr val="hlink"/>
                </a:solidFill>
              </a:rPr>
              <a:t>最大网络流增广路算法的广义的算法</a:t>
            </a:r>
            <a:endParaRPr lang="zh-CN" altLang="en-US" sz="1600" dirty="0"/>
          </a:p>
        </p:txBody>
      </p:sp>
      <p:sp>
        <p:nvSpPr>
          <p:cNvPr id="2" name="矩形 1">
            <a:extLst>
              <a:ext uri="{FF2B5EF4-FFF2-40B4-BE49-F238E27FC236}">
                <a16:creationId xmlns:a16="http://schemas.microsoft.com/office/drawing/2014/main" id="{2609F74A-F719-25EE-D02C-365D87792F26}"/>
              </a:ext>
            </a:extLst>
          </p:cNvPr>
          <p:cNvSpPr/>
          <p:nvPr/>
        </p:nvSpPr>
        <p:spPr>
          <a:xfrm>
            <a:off x="4211638" y="5168900"/>
            <a:ext cx="4630737" cy="1531938"/>
          </a:xfrm>
          <a:prstGeom prst="rect">
            <a:avLst/>
          </a:prstGeom>
        </p:spPr>
        <p:style>
          <a:lnRef idx="2">
            <a:schemeClr val="accent5"/>
          </a:lnRef>
          <a:fillRef idx="1">
            <a:schemeClr val="lt1"/>
          </a:fillRef>
          <a:effectRef idx="0">
            <a:schemeClr val="accent5"/>
          </a:effectRef>
          <a:fontRef idx="minor">
            <a:schemeClr val="dk1"/>
          </a:fontRef>
        </p:style>
        <p:txBody>
          <a:bodyPr>
            <a:spAutoFit/>
          </a:bodyPr>
          <a:lstStyle/>
          <a:p>
            <a:pPr>
              <a:lnSpc>
                <a:spcPct val="130000"/>
              </a:lnSpc>
              <a:defRPr/>
            </a:pPr>
            <a:r>
              <a:rPr lang="zh-CN" altLang="en-US" sz="2400" dirty="0"/>
              <a:t>算法效率由</a:t>
            </a:r>
            <a:r>
              <a:rPr lang="en-US" altLang="zh-CN" sz="2400" dirty="0"/>
              <a:t>2</a:t>
            </a:r>
            <a:r>
              <a:rPr lang="zh-CN" altLang="en-US" sz="2400" dirty="0"/>
              <a:t>个因素所确定</a:t>
            </a:r>
            <a:r>
              <a:rPr lang="en-US" altLang="zh-CN" sz="2400" dirty="0"/>
              <a:t>:</a:t>
            </a:r>
            <a:endParaRPr lang="zh-CN" altLang="en-US" sz="2400" dirty="0"/>
          </a:p>
          <a:p>
            <a:pPr>
              <a:lnSpc>
                <a:spcPct val="130000"/>
              </a:lnSpc>
              <a:defRPr/>
            </a:pPr>
            <a:r>
              <a:rPr lang="zh-CN" altLang="en-US" sz="2400" dirty="0"/>
              <a:t>（</a:t>
            </a:r>
            <a:r>
              <a:rPr lang="en-US" altLang="zh-CN" sz="2400" dirty="0"/>
              <a:t>1</a:t>
            </a:r>
            <a:r>
              <a:rPr lang="zh-CN" altLang="en-US" sz="2400" dirty="0"/>
              <a:t>）整个算法找增广路的次数；</a:t>
            </a:r>
          </a:p>
          <a:p>
            <a:pPr>
              <a:lnSpc>
                <a:spcPct val="130000"/>
              </a:lnSpc>
              <a:defRPr/>
            </a:pPr>
            <a:r>
              <a:rPr lang="zh-CN" altLang="en-US" sz="2400" dirty="0"/>
              <a:t>（</a:t>
            </a:r>
            <a:r>
              <a:rPr lang="en-US" altLang="zh-CN" sz="2400" dirty="0"/>
              <a:t>2</a:t>
            </a:r>
            <a:r>
              <a:rPr lang="zh-CN" altLang="en-US" sz="2400" dirty="0"/>
              <a:t>）每次找增广路所需的时间。</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灯片编号占位符 5">
            <a:extLst>
              <a:ext uri="{FF2B5EF4-FFF2-40B4-BE49-F238E27FC236}">
                <a16:creationId xmlns:a16="http://schemas.microsoft.com/office/drawing/2014/main" id="{F33CDAD9-CEDA-3D3E-B6DD-D402043DA5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13580CCC-CEAC-4BD0-809B-EA240E0CDDBE}" type="slidenum">
              <a:rPr lang="zh-CN" altLang="en-US" sz="1200">
                <a:solidFill>
                  <a:schemeClr val="tx1"/>
                </a:solidFill>
                <a:latin typeface="Garamond" panose="02020404030301010803" pitchFamily="18" charset="0"/>
                <a:ea typeface="宋体" panose="02010600030101010101" pitchFamily="2" charset="-122"/>
              </a:rPr>
              <a:pPr/>
              <a:t>80</a:t>
            </a:fld>
            <a:endParaRPr lang="en-US" altLang="zh-CN" sz="1200">
              <a:solidFill>
                <a:schemeClr val="tx1"/>
              </a:solidFill>
              <a:latin typeface="Garamond" panose="02020404030301010803" pitchFamily="18" charset="0"/>
              <a:ea typeface="宋体" panose="02010600030101010101" pitchFamily="2" charset="-122"/>
            </a:endParaRPr>
          </a:p>
        </p:txBody>
      </p:sp>
      <p:sp>
        <p:nvSpPr>
          <p:cNvPr id="120835" name="Rectangle 3">
            <a:extLst>
              <a:ext uri="{FF2B5EF4-FFF2-40B4-BE49-F238E27FC236}">
                <a16:creationId xmlns:a16="http://schemas.microsoft.com/office/drawing/2014/main" id="{DDA535FF-CA3C-6C66-D91A-015F9D955986}"/>
              </a:ext>
            </a:extLst>
          </p:cNvPr>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120836" name="Rectangle 5">
            <a:extLst>
              <a:ext uri="{FF2B5EF4-FFF2-40B4-BE49-F238E27FC236}">
                <a16:creationId xmlns:a16="http://schemas.microsoft.com/office/drawing/2014/main" id="{265BC178-FA60-300A-53C5-9FB3A9373254}"/>
              </a:ext>
            </a:extLst>
          </p:cNvPr>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endParaRPr lang="zh-CN" altLang="en-US"/>
          </a:p>
        </p:txBody>
      </p:sp>
      <p:sp>
        <p:nvSpPr>
          <p:cNvPr id="2" name="内容占位符 1">
            <a:extLst>
              <a:ext uri="{FF2B5EF4-FFF2-40B4-BE49-F238E27FC236}">
                <a16:creationId xmlns:a16="http://schemas.microsoft.com/office/drawing/2014/main" id="{1CB9C2AC-ADBF-C122-A600-4228DE1E5FEE}"/>
              </a:ext>
            </a:extLst>
          </p:cNvPr>
          <p:cNvSpPr>
            <a:spLocks noGrp="1"/>
          </p:cNvSpPr>
          <p:nvPr>
            <p:ph idx="1"/>
          </p:nvPr>
        </p:nvSpPr>
        <p:spPr>
          <a:xfrm>
            <a:off x="179388" y="1557338"/>
            <a:ext cx="8229600" cy="4530725"/>
          </a:xfrm>
        </p:spPr>
        <p:txBody>
          <a:bodyPr/>
          <a:lstStyle/>
          <a:p>
            <a:pPr>
              <a:lnSpc>
                <a:spcPct val="150000"/>
              </a:lnSpc>
              <a:defRPr/>
            </a:pPr>
            <a:r>
              <a:rPr lang="zh-CN" altLang="en-US" sz="2500" dirty="0"/>
              <a:t>最初的</a:t>
            </a:r>
            <a:r>
              <a:rPr lang="en-US" altLang="zh-CN" sz="2500" spc="-49" dirty="0"/>
              <a:t>Ford-</a:t>
            </a:r>
            <a:r>
              <a:rPr lang="en-US" altLang="zh-CN" sz="2500" spc="-18" dirty="0"/>
              <a:t>Fulkerson</a:t>
            </a:r>
            <a:r>
              <a:rPr lang="zh-CN" altLang="en-US" sz="2500" spc="-18" dirty="0"/>
              <a:t>算法采用</a:t>
            </a:r>
            <a:r>
              <a:rPr lang="en-US" altLang="zh-CN" sz="2500" spc="-18" dirty="0">
                <a:solidFill>
                  <a:srgbClr val="FF0000"/>
                </a:solidFill>
              </a:rPr>
              <a:t>DFS/BFS</a:t>
            </a:r>
          </a:p>
          <a:p>
            <a:pPr>
              <a:lnSpc>
                <a:spcPct val="150000"/>
              </a:lnSpc>
              <a:defRPr/>
            </a:pPr>
            <a:r>
              <a:rPr lang="en-US" altLang="zh-CN" sz="2500" dirty="0"/>
              <a:t>Edmonds-Karp</a:t>
            </a:r>
            <a:r>
              <a:rPr lang="zh-CN" altLang="en-US" sz="2500" dirty="0"/>
              <a:t>算法</a:t>
            </a:r>
            <a:r>
              <a:rPr lang="en-US" altLang="zh-CN" sz="2500" dirty="0"/>
              <a:t>(</a:t>
            </a:r>
            <a:r>
              <a:rPr lang="zh-CN" altLang="en-US" sz="2500" b="1" dirty="0"/>
              <a:t>最短路增广路算法</a:t>
            </a:r>
            <a:r>
              <a:rPr lang="en-US" altLang="zh-CN" sz="2500" dirty="0"/>
              <a:t>)</a:t>
            </a:r>
          </a:p>
          <a:p>
            <a:pPr lvl="1">
              <a:lnSpc>
                <a:spcPct val="150000"/>
              </a:lnSpc>
              <a:defRPr/>
            </a:pPr>
            <a:r>
              <a:rPr lang="zh-CN" altLang="en-US" sz="2100" dirty="0"/>
              <a:t>优先级优先搜索</a:t>
            </a:r>
            <a:r>
              <a:rPr lang="en-US" altLang="zh-CN" sz="2100" dirty="0"/>
              <a:t>(PSF)</a:t>
            </a:r>
            <a:r>
              <a:rPr lang="zh-CN" altLang="en-US" sz="2100" dirty="0"/>
              <a:t>：残存网络中选择的增广路径是一条从源结点</a:t>
            </a:r>
            <a:r>
              <a:rPr lang="en-US" altLang="zh-CN" sz="2100" dirty="0"/>
              <a:t>s</a:t>
            </a:r>
            <a:r>
              <a:rPr lang="zh-CN" altLang="en-US" sz="2100" dirty="0"/>
              <a:t>到汇点</a:t>
            </a:r>
            <a:r>
              <a:rPr lang="en-US" altLang="zh-CN" sz="2100" dirty="0"/>
              <a:t>t</a:t>
            </a:r>
            <a:r>
              <a:rPr lang="zh-CN" altLang="en-US" sz="2100" dirty="0"/>
              <a:t>的</a:t>
            </a:r>
            <a:r>
              <a:rPr lang="zh-CN" altLang="en-US" sz="2100" dirty="0">
                <a:solidFill>
                  <a:srgbClr val="FF0000"/>
                </a:solidFill>
              </a:rPr>
              <a:t>最短路径</a:t>
            </a:r>
            <a:endParaRPr lang="en-US" altLang="zh-CN" sz="2100" dirty="0"/>
          </a:p>
          <a:p>
            <a:pPr>
              <a:lnSpc>
                <a:spcPct val="150000"/>
              </a:lnSpc>
              <a:defRPr/>
            </a:pPr>
            <a:r>
              <a:rPr lang="zh-CN" altLang="en-US" sz="2500" b="1" dirty="0"/>
              <a:t>最大容量增广路算法</a:t>
            </a:r>
            <a:endParaRPr lang="en-US" altLang="zh-CN" sz="2500" b="1" dirty="0"/>
          </a:p>
          <a:p>
            <a:pPr lvl="1">
              <a:lnSpc>
                <a:spcPct val="150000"/>
              </a:lnSpc>
              <a:defRPr/>
            </a:pPr>
            <a:r>
              <a:rPr lang="zh-CN" altLang="en-US" sz="2100" dirty="0"/>
              <a:t>优先级优先搜索</a:t>
            </a:r>
            <a:r>
              <a:rPr lang="en-US" altLang="zh-CN" sz="2100" dirty="0"/>
              <a:t>(PSF)</a:t>
            </a:r>
            <a:r>
              <a:rPr lang="zh-CN" altLang="en-US" sz="2100" dirty="0"/>
              <a:t>：残存网络中选择的增广路径是一条从源结点</a:t>
            </a:r>
            <a:r>
              <a:rPr lang="en-US" altLang="zh-CN" sz="2100" dirty="0"/>
              <a:t>s</a:t>
            </a:r>
            <a:r>
              <a:rPr lang="zh-CN" altLang="en-US" sz="2100" dirty="0"/>
              <a:t>到汇点</a:t>
            </a:r>
            <a:r>
              <a:rPr lang="en-US" altLang="zh-CN" sz="2100" dirty="0"/>
              <a:t>t</a:t>
            </a:r>
            <a:r>
              <a:rPr lang="zh-CN" altLang="en-US" sz="2100" dirty="0"/>
              <a:t>的</a:t>
            </a:r>
            <a:r>
              <a:rPr lang="zh-CN" altLang="en-US" sz="2100" dirty="0">
                <a:solidFill>
                  <a:srgbClr val="FF0000"/>
                </a:solidFill>
              </a:rPr>
              <a:t>最大容量的路径</a:t>
            </a:r>
            <a:endParaRPr lang="en-US" altLang="zh-CN" sz="2100" dirty="0"/>
          </a:p>
          <a:p>
            <a:pPr>
              <a:lnSpc>
                <a:spcPct val="150000"/>
              </a:lnSpc>
              <a:defRPr/>
            </a:pPr>
            <a:endParaRPr lang="zh-CN" altLang="en-US" sz="2500" dirty="0">
              <a:solidFill>
                <a:srgbClr val="FF0000"/>
              </a:solidFill>
            </a:endParaRPr>
          </a:p>
          <a:p>
            <a:pPr>
              <a:lnSpc>
                <a:spcPct val="150000"/>
              </a:lnSpc>
              <a:defRPr/>
            </a:pPr>
            <a:endParaRPr lang="zh-CN" altLang="en-US" sz="2500" dirty="0"/>
          </a:p>
        </p:txBody>
      </p:sp>
      <p:sp>
        <p:nvSpPr>
          <p:cNvPr id="120838" name="矩形 3">
            <a:extLst>
              <a:ext uri="{FF2B5EF4-FFF2-40B4-BE49-F238E27FC236}">
                <a16:creationId xmlns:a16="http://schemas.microsoft.com/office/drawing/2014/main" id="{13730F1F-1205-340C-4111-CAF8D05EAFF0}"/>
              </a:ext>
            </a:extLst>
          </p:cNvPr>
          <p:cNvSpPr>
            <a:spLocks noChangeArrowheads="1"/>
          </p:cNvSpPr>
          <p:nvPr/>
        </p:nvSpPr>
        <p:spPr bwMode="auto">
          <a:xfrm>
            <a:off x="611188" y="620713"/>
            <a:ext cx="6364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r>
              <a:rPr lang="zh-CN" altLang="en-US" sz="3200" b="1">
                <a:solidFill>
                  <a:schemeClr val="hlink"/>
                </a:solidFill>
              </a:rPr>
              <a:t>最大网络流增广路算法的具体实现</a:t>
            </a:r>
          </a:p>
        </p:txBody>
      </p:sp>
    </p:spTree>
  </p:cSld>
  <p:clrMapOvr>
    <a:masterClrMapping/>
  </p:clrMapOvr>
  <p:transition>
    <p:blinds dir="vert"/>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82" name="object 4">
            <a:extLst>
              <a:ext uri="{FF2B5EF4-FFF2-40B4-BE49-F238E27FC236}">
                <a16:creationId xmlns:a16="http://schemas.microsoft.com/office/drawing/2014/main" id="{140F4D77-B276-35CF-4AD7-BBF310EE1A9F}"/>
              </a:ext>
            </a:extLst>
          </p:cNvPr>
          <p:cNvGrpSpPr>
            <a:grpSpLocks/>
          </p:cNvGrpSpPr>
          <p:nvPr/>
        </p:nvGrpSpPr>
        <p:grpSpPr bwMode="auto">
          <a:xfrm>
            <a:off x="1341438" y="2905125"/>
            <a:ext cx="5756275" cy="3225800"/>
            <a:chOff x="1368055" y="3293069"/>
            <a:chExt cx="6523990" cy="3655060"/>
          </a:xfrm>
        </p:grpSpPr>
        <p:sp>
          <p:nvSpPr>
            <p:cNvPr id="5" name="object 5">
              <a:extLst>
                <a:ext uri="{FF2B5EF4-FFF2-40B4-BE49-F238E27FC236}">
                  <a16:creationId xmlns:a16="http://schemas.microsoft.com/office/drawing/2014/main" id="{D58ADEAC-4120-3728-497C-5D4620748454}"/>
                </a:ext>
              </a:extLst>
            </p:cNvPr>
            <p:cNvSpPr/>
            <p:nvPr/>
          </p:nvSpPr>
          <p:spPr>
            <a:xfrm>
              <a:off x="3591897" y="5278889"/>
              <a:ext cx="2401965" cy="1555919"/>
            </a:xfrm>
            <a:custGeom>
              <a:avLst/>
              <a:gdLst/>
              <a:ahLst/>
              <a:cxnLst/>
              <a:rect l="l" t="t" r="r" b="b"/>
              <a:pathLst>
                <a:path w="2401570" h="1556384">
                  <a:moveTo>
                    <a:pt x="0" y="0"/>
                  </a:moveTo>
                  <a:lnTo>
                    <a:pt x="8003" y="5187"/>
                  </a:lnTo>
                  <a:lnTo>
                    <a:pt x="2401089" y="1556302"/>
                  </a:lnTo>
                </a:path>
              </a:pathLst>
            </a:custGeom>
            <a:ln w="19074">
              <a:solidFill>
                <a:srgbClr val="BABABA"/>
              </a:solidFill>
            </a:ln>
          </p:spPr>
          <p:txBody>
            <a:bodyPr lIns="0" tIns="0" rIns="0" bIns="0"/>
            <a:lstStyle/>
            <a:p>
              <a:pPr>
                <a:defRPr/>
              </a:pPr>
              <a:endParaRPr sz="2647"/>
            </a:p>
          </p:txBody>
        </p:sp>
        <p:sp>
          <p:nvSpPr>
            <p:cNvPr id="6" name="object 6">
              <a:extLst>
                <a:ext uri="{FF2B5EF4-FFF2-40B4-BE49-F238E27FC236}">
                  <a16:creationId xmlns:a16="http://schemas.microsoft.com/office/drawing/2014/main" id="{D893F300-3D5D-DD32-80C1-5C1CD49C5557}"/>
                </a:ext>
              </a:extLst>
            </p:cNvPr>
            <p:cNvSpPr/>
            <p:nvPr/>
          </p:nvSpPr>
          <p:spPr>
            <a:xfrm>
              <a:off x="3543318" y="5246512"/>
              <a:ext cx="102556" cy="88139"/>
            </a:xfrm>
            <a:custGeom>
              <a:avLst/>
              <a:gdLst/>
              <a:ahLst/>
              <a:cxnLst/>
              <a:rect l="l" t="t" r="r" b="b"/>
              <a:pathLst>
                <a:path w="102235" h="88264">
                  <a:moveTo>
                    <a:pt x="0" y="0"/>
                  </a:moveTo>
                  <a:lnTo>
                    <a:pt x="51931" y="88214"/>
                  </a:lnTo>
                  <a:lnTo>
                    <a:pt x="57623" y="37348"/>
                  </a:lnTo>
                  <a:lnTo>
                    <a:pt x="101730" y="11383"/>
                  </a:lnTo>
                  <a:lnTo>
                    <a:pt x="0" y="0"/>
                  </a:lnTo>
                  <a:close/>
                </a:path>
              </a:pathLst>
            </a:custGeom>
            <a:solidFill>
              <a:srgbClr val="BABABA"/>
            </a:solidFill>
          </p:spPr>
          <p:txBody>
            <a:bodyPr lIns="0" tIns="0" rIns="0" bIns="0"/>
            <a:lstStyle/>
            <a:p>
              <a:pPr>
                <a:defRPr/>
              </a:pPr>
              <a:endParaRPr sz="2647"/>
            </a:p>
          </p:txBody>
        </p:sp>
        <p:sp>
          <p:nvSpPr>
            <p:cNvPr id="7" name="object 7">
              <a:extLst>
                <a:ext uri="{FF2B5EF4-FFF2-40B4-BE49-F238E27FC236}">
                  <a16:creationId xmlns:a16="http://schemas.microsoft.com/office/drawing/2014/main" id="{A6D8F192-D97F-5671-476A-FA2D69D342B7}"/>
                </a:ext>
              </a:extLst>
            </p:cNvPr>
            <p:cNvSpPr/>
            <p:nvPr/>
          </p:nvSpPr>
          <p:spPr>
            <a:xfrm>
              <a:off x="5686195" y="6901362"/>
              <a:ext cx="97158" cy="0"/>
            </a:xfrm>
            <a:custGeom>
              <a:avLst/>
              <a:gdLst/>
              <a:ahLst/>
              <a:cxnLst/>
              <a:rect l="l" t="t" r="r" b="b"/>
              <a:pathLst>
                <a:path w="97154">
                  <a:moveTo>
                    <a:pt x="0" y="0"/>
                  </a:moveTo>
                  <a:lnTo>
                    <a:pt x="96832" y="0"/>
                  </a:lnTo>
                </a:path>
              </a:pathLst>
            </a:custGeom>
            <a:ln w="19074">
              <a:solidFill>
                <a:srgbClr val="BABABA"/>
              </a:solidFill>
            </a:ln>
          </p:spPr>
          <p:txBody>
            <a:bodyPr lIns="0" tIns="0" rIns="0" bIns="0"/>
            <a:lstStyle/>
            <a:p>
              <a:pPr>
                <a:defRPr/>
              </a:pPr>
              <a:endParaRPr sz="2647"/>
            </a:p>
          </p:txBody>
        </p:sp>
        <p:sp>
          <p:nvSpPr>
            <p:cNvPr id="8" name="object 8">
              <a:extLst>
                <a:ext uri="{FF2B5EF4-FFF2-40B4-BE49-F238E27FC236}">
                  <a16:creationId xmlns:a16="http://schemas.microsoft.com/office/drawing/2014/main" id="{20A9E225-7FBC-CE08-5B48-C02DF5381DB5}"/>
                </a:ext>
              </a:extLst>
            </p:cNvPr>
            <p:cNvSpPr/>
            <p:nvPr/>
          </p:nvSpPr>
          <p:spPr>
            <a:xfrm>
              <a:off x="5750967" y="6856393"/>
              <a:ext cx="91760" cy="91736"/>
            </a:xfrm>
            <a:custGeom>
              <a:avLst/>
              <a:gdLst/>
              <a:ahLst/>
              <a:cxnLst/>
              <a:rect l="l" t="t" r="r" b="b"/>
              <a:pathLst>
                <a:path w="92075" h="92075">
                  <a:moveTo>
                    <a:pt x="0" y="0"/>
                  </a:moveTo>
                  <a:lnTo>
                    <a:pt x="22890" y="45779"/>
                  </a:lnTo>
                  <a:lnTo>
                    <a:pt x="0" y="91558"/>
                  </a:lnTo>
                  <a:lnTo>
                    <a:pt x="91559" y="45779"/>
                  </a:lnTo>
                  <a:lnTo>
                    <a:pt x="0" y="0"/>
                  </a:lnTo>
                  <a:close/>
                </a:path>
              </a:pathLst>
            </a:custGeom>
            <a:solidFill>
              <a:srgbClr val="BABABA"/>
            </a:solidFill>
          </p:spPr>
          <p:txBody>
            <a:bodyPr lIns="0" tIns="0" rIns="0" bIns="0"/>
            <a:lstStyle/>
            <a:p>
              <a:pPr>
                <a:defRPr/>
              </a:pPr>
              <a:endParaRPr sz="2647"/>
            </a:p>
          </p:txBody>
        </p:sp>
        <p:sp>
          <p:nvSpPr>
            <p:cNvPr id="9" name="object 9">
              <a:extLst>
                <a:ext uri="{FF2B5EF4-FFF2-40B4-BE49-F238E27FC236}">
                  <a16:creationId xmlns:a16="http://schemas.microsoft.com/office/drawing/2014/main" id="{D6CEADCD-3B72-88AE-2385-E0E494A5307C}"/>
                </a:ext>
              </a:extLst>
            </p:cNvPr>
            <p:cNvSpPr/>
            <p:nvPr/>
          </p:nvSpPr>
          <p:spPr>
            <a:xfrm>
              <a:off x="6094619" y="5266298"/>
              <a:ext cx="1752445" cy="1530736"/>
            </a:xfrm>
            <a:custGeom>
              <a:avLst/>
              <a:gdLst/>
              <a:ahLst/>
              <a:cxnLst/>
              <a:rect l="l" t="t" r="r" b="b"/>
              <a:pathLst>
                <a:path w="1753870" h="1529715">
                  <a:moveTo>
                    <a:pt x="1753306" y="0"/>
                  </a:moveTo>
                  <a:lnTo>
                    <a:pt x="1746118" y="6268"/>
                  </a:lnTo>
                  <a:lnTo>
                    <a:pt x="0" y="1529411"/>
                  </a:lnTo>
                </a:path>
              </a:pathLst>
            </a:custGeom>
            <a:ln w="19074">
              <a:solidFill>
                <a:srgbClr val="BABABA"/>
              </a:solidFill>
            </a:ln>
          </p:spPr>
          <p:txBody>
            <a:bodyPr lIns="0" tIns="0" rIns="0" bIns="0"/>
            <a:lstStyle/>
            <a:p>
              <a:pPr>
                <a:defRPr/>
              </a:pPr>
              <a:endParaRPr sz="2647"/>
            </a:p>
          </p:txBody>
        </p:sp>
        <p:sp>
          <p:nvSpPr>
            <p:cNvPr id="10" name="object 10">
              <a:extLst>
                <a:ext uri="{FF2B5EF4-FFF2-40B4-BE49-F238E27FC236}">
                  <a16:creationId xmlns:a16="http://schemas.microsoft.com/office/drawing/2014/main" id="{0B4A0A98-C71B-2086-C14D-1341CE117358}"/>
                </a:ext>
              </a:extLst>
            </p:cNvPr>
            <p:cNvSpPr/>
            <p:nvPr/>
          </p:nvSpPr>
          <p:spPr>
            <a:xfrm>
              <a:off x="7793087" y="5228524"/>
              <a:ext cx="98958" cy="95334"/>
            </a:xfrm>
            <a:custGeom>
              <a:avLst/>
              <a:gdLst/>
              <a:ahLst/>
              <a:cxnLst/>
              <a:rect l="l" t="t" r="r" b="b"/>
              <a:pathLst>
                <a:path w="99695" h="95250">
                  <a:moveTo>
                    <a:pt x="99091" y="0"/>
                  </a:moveTo>
                  <a:lnTo>
                    <a:pt x="0" y="25687"/>
                  </a:lnTo>
                  <a:lnTo>
                    <a:pt x="47343" y="45139"/>
                  </a:lnTo>
                  <a:lnTo>
                    <a:pt x="60185" y="94684"/>
                  </a:lnTo>
                  <a:lnTo>
                    <a:pt x="99091" y="0"/>
                  </a:lnTo>
                  <a:close/>
                </a:path>
              </a:pathLst>
            </a:custGeom>
            <a:solidFill>
              <a:srgbClr val="BABABA"/>
            </a:solidFill>
          </p:spPr>
          <p:txBody>
            <a:bodyPr lIns="0" tIns="0" rIns="0" bIns="0"/>
            <a:lstStyle/>
            <a:p>
              <a:pPr>
                <a:defRPr/>
              </a:pPr>
              <a:endParaRPr sz="2647"/>
            </a:p>
          </p:txBody>
        </p:sp>
        <p:sp>
          <p:nvSpPr>
            <p:cNvPr id="11" name="object 11">
              <a:extLst>
                <a:ext uri="{FF2B5EF4-FFF2-40B4-BE49-F238E27FC236}">
                  <a16:creationId xmlns:a16="http://schemas.microsoft.com/office/drawing/2014/main" id="{F1B4AF33-5218-67E8-3FD4-7FD7EFFFA78B}"/>
                </a:ext>
              </a:extLst>
            </p:cNvPr>
            <p:cNvSpPr/>
            <p:nvPr/>
          </p:nvSpPr>
          <p:spPr>
            <a:xfrm>
              <a:off x="6044240" y="5176361"/>
              <a:ext cx="0" cy="1460585"/>
            </a:xfrm>
            <a:custGeom>
              <a:avLst/>
              <a:gdLst/>
              <a:ahLst/>
              <a:cxnLst/>
              <a:rect l="l" t="t" r="r" b="b"/>
              <a:pathLst>
                <a:path h="1460500">
                  <a:moveTo>
                    <a:pt x="0" y="909191"/>
                  </a:moveTo>
                  <a:lnTo>
                    <a:pt x="0" y="1460453"/>
                  </a:lnTo>
                </a:path>
                <a:path h="1460500">
                  <a:moveTo>
                    <a:pt x="0" y="0"/>
                  </a:moveTo>
                  <a:lnTo>
                    <a:pt x="0" y="670756"/>
                  </a:lnTo>
                </a:path>
              </a:pathLst>
            </a:custGeom>
            <a:ln w="19211">
              <a:solidFill>
                <a:srgbClr val="BABABA"/>
              </a:solidFill>
            </a:ln>
          </p:spPr>
          <p:txBody>
            <a:bodyPr lIns="0" tIns="0" rIns="0" bIns="0"/>
            <a:lstStyle/>
            <a:p>
              <a:pPr>
                <a:defRPr/>
              </a:pPr>
              <a:endParaRPr sz="2647"/>
            </a:p>
          </p:txBody>
        </p:sp>
        <p:pic>
          <p:nvPicPr>
            <p:cNvPr id="123003" name="object 12">
              <a:extLst>
                <a:ext uri="{FF2B5EF4-FFF2-40B4-BE49-F238E27FC236}">
                  <a16:creationId xmlns:a16="http://schemas.microsoft.com/office/drawing/2014/main" id="{EB19D58B-DAF0-12CE-DCE6-AC02E4822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7812" y="6595520"/>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object 13">
              <a:extLst>
                <a:ext uri="{FF2B5EF4-FFF2-40B4-BE49-F238E27FC236}">
                  <a16:creationId xmlns:a16="http://schemas.microsoft.com/office/drawing/2014/main" id="{27790364-DD87-36E6-7297-CD69B8A47740}"/>
                </a:ext>
              </a:extLst>
            </p:cNvPr>
            <p:cNvSpPr/>
            <p:nvPr/>
          </p:nvSpPr>
          <p:spPr>
            <a:xfrm>
              <a:off x="3431766" y="3383007"/>
              <a:ext cx="2407363" cy="1536133"/>
            </a:xfrm>
            <a:custGeom>
              <a:avLst/>
              <a:gdLst/>
              <a:ahLst/>
              <a:cxnLst/>
              <a:rect l="l" t="t" r="r" b="b"/>
              <a:pathLst>
                <a:path w="2407285" h="1536064">
                  <a:moveTo>
                    <a:pt x="2406950" y="1535836"/>
                  </a:moveTo>
                  <a:lnTo>
                    <a:pt x="2398910" y="1530706"/>
                  </a:lnTo>
                  <a:lnTo>
                    <a:pt x="0" y="0"/>
                  </a:lnTo>
                </a:path>
              </a:pathLst>
            </a:custGeom>
            <a:ln w="19074">
              <a:solidFill>
                <a:srgbClr val="BABABA"/>
              </a:solidFill>
            </a:ln>
          </p:spPr>
          <p:txBody>
            <a:bodyPr lIns="0" tIns="0" rIns="0" bIns="0"/>
            <a:lstStyle/>
            <a:p>
              <a:pPr>
                <a:defRPr/>
              </a:pPr>
              <a:endParaRPr sz="2647"/>
            </a:p>
          </p:txBody>
        </p:sp>
        <p:sp>
          <p:nvSpPr>
            <p:cNvPr id="14" name="object 14">
              <a:extLst>
                <a:ext uri="{FF2B5EF4-FFF2-40B4-BE49-F238E27FC236}">
                  <a16:creationId xmlns:a16="http://schemas.microsoft.com/office/drawing/2014/main" id="{BE6B54F7-20FA-CB59-A843-E6CFB54D4552}"/>
                </a:ext>
              </a:extLst>
            </p:cNvPr>
            <p:cNvSpPr/>
            <p:nvPr/>
          </p:nvSpPr>
          <p:spPr>
            <a:xfrm>
              <a:off x="5786952" y="4863378"/>
              <a:ext cx="102555" cy="88138"/>
            </a:xfrm>
            <a:custGeom>
              <a:avLst/>
              <a:gdLst/>
              <a:ahLst/>
              <a:cxnLst/>
              <a:rect l="l" t="t" r="r" b="b"/>
              <a:pathLst>
                <a:path w="102235" h="88264">
                  <a:moveTo>
                    <a:pt x="49250" y="0"/>
                  </a:moveTo>
                  <a:lnTo>
                    <a:pt x="43921" y="50904"/>
                  </a:lnTo>
                  <a:lnTo>
                    <a:pt x="0" y="77184"/>
                  </a:lnTo>
                  <a:lnTo>
                    <a:pt x="101809" y="87842"/>
                  </a:lnTo>
                  <a:lnTo>
                    <a:pt x="49250" y="0"/>
                  </a:lnTo>
                  <a:close/>
                </a:path>
              </a:pathLst>
            </a:custGeom>
            <a:solidFill>
              <a:srgbClr val="BABABA"/>
            </a:solidFill>
          </p:spPr>
          <p:txBody>
            <a:bodyPr lIns="0" tIns="0" rIns="0" bIns="0"/>
            <a:lstStyle/>
            <a:p>
              <a:pPr>
                <a:defRPr/>
              </a:pPr>
              <a:endParaRPr sz="2647"/>
            </a:p>
          </p:txBody>
        </p:sp>
        <p:sp>
          <p:nvSpPr>
            <p:cNvPr id="15" name="object 15">
              <a:extLst>
                <a:ext uri="{FF2B5EF4-FFF2-40B4-BE49-F238E27FC236}">
                  <a16:creationId xmlns:a16="http://schemas.microsoft.com/office/drawing/2014/main" id="{66585BAD-7C64-38A0-9D2F-46473CE3197C}"/>
                </a:ext>
              </a:extLst>
            </p:cNvPr>
            <p:cNvSpPr/>
            <p:nvPr/>
          </p:nvSpPr>
          <p:spPr>
            <a:xfrm>
              <a:off x="3458754" y="3368617"/>
              <a:ext cx="2324599" cy="19787"/>
            </a:xfrm>
            <a:custGeom>
              <a:avLst/>
              <a:gdLst/>
              <a:ahLst/>
              <a:cxnLst/>
              <a:rect l="l" t="t" r="r" b="b"/>
              <a:pathLst>
                <a:path w="2324100" h="19685">
                  <a:moveTo>
                    <a:pt x="0" y="0"/>
                  </a:moveTo>
                  <a:lnTo>
                    <a:pt x="0" y="19074"/>
                  </a:lnTo>
                </a:path>
                <a:path w="2324100" h="19685">
                  <a:moveTo>
                    <a:pt x="2255314" y="9537"/>
                  </a:moveTo>
                  <a:lnTo>
                    <a:pt x="2323535" y="9537"/>
                  </a:lnTo>
                </a:path>
              </a:pathLst>
            </a:custGeom>
            <a:ln w="15708">
              <a:solidFill>
                <a:srgbClr val="BABABA"/>
              </a:solidFill>
            </a:ln>
          </p:spPr>
          <p:txBody>
            <a:bodyPr lIns="0" tIns="0" rIns="0" bIns="0"/>
            <a:lstStyle/>
            <a:p>
              <a:pPr>
                <a:defRPr/>
              </a:pPr>
              <a:endParaRPr sz="2647"/>
            </a:p>
          </p:txBody>
        </p:sp>
        <p:sp>
          <p:nvSpPr>
            <p:cNvPr id="16" name="object 16">
              <a:extLst>
                <a:ext uri="{FF2B5EF4-FFF2-40B4-BE49-F238E27FC236}">
                  <a16:creationId xmlns:a16="http://schemas.microsoft.com/office/drawing/2014/main" id="{94963AEA-6776-61BF-B312-9F0643CB06C8}"/>
                </a:ext>
              </a:extLst>
            </p:cNvPr>
            <p:cNvSpPr/>
            <p:nvPr/>
          </p:nvSpPr>
          <p:spPr>
            <a:xfrm>
              <a:off x="5749167" y="3332642"/>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17" name="object 17">
              <a:extLst>
                <a:ext uri="{FF2B5EF4-FFF2-40B4-BE49-F238E27FC236}">
                  <a16:creationId xmlns:a16="http://schemas.microsoft.com/office/drawing/2014/main" id="{75809903-2E8C-C124-854B-A1870251F0AF}"/>
                </a:ext>
              </a:extLst>
            </p:cNvPr>
            <p:cNvSpPr/>
            <p:nvPr/>
          </p:nvSpPr>
          <p:spPr>
            <a:xfrm>
              <a:off x="3420970" y="3357824"/>
              <a:ext cx="0" cy="1453390"/>
            </a:xfrm>
            <a:custGeom>
              <a:avLst/>
              <a:gdLst/>
              <a:ahLst/>
              <a:cxnLst/>
              <a:rect l="l" t="t" r="r" b="b"/>
              <a:pathLst>
                <a:path h="1453514">
                  <a:moveTo>
                    <a:pt x="0" y="934668"/>
                  </a:moveTo>
                  <a:lnTo>
                    <a:pt x="0" y="1453136"/>
                  </a:lnTo>
                </a:path>
                <a:path h="1453514">
                  <a:moveTo>
                    <a:pt x="0" y="0"/>
                  </a:moveTo>
                  <a:lnTo>
                    <a:pt x="0" y="696233"/>
                  </a:lnTo>
                </a:path>
              </a:pathLst>
            </a:custGeom>
            <a:ln w="19207">
              <a:solidFill>
                <a:srgbClr val="BABABA"/>
              </a:solidFill>
            </a:ln>
          </p:spPr>
          <p:txBody>
            <a:bodyPr lIns="0" tIns="0" rIns="0" bIns="0"/>
            <a:lstStyle/>
            <a:p>
              <a:pPr>
                <a:defRPr/>
              </a:pPr>
              <a:endParaRPr sz="2647"/>
            </a:p>
          </p:txBody>
        </p:sp>
        <p:pic>
          <p:nvPicPr>
            <p:cNvPr id="123009" name="object 18">
              <a:extLst>
                <a:ext uri="{FF2B5EF4-FFF2-40B4-BE49-F238E27FC236}">
                  <a16:creationId xmlns:a16="http://schemas.microsoft.com/office/drawing/2014/main" id="{58744353-FEE6-D0DF-4B60-403E8E406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5350" y="4769697"/>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object 19">
              <a:extLst>
                <a:ext uri="{FF2B5EF4-FFF2-40B4-BE49-F238E27FC236}">
                  <a16:creationId xmlns:a16="http://schemas.microsoft.com/office/drawing/2014/main" id="{AFE0BDBF-76EE-B5A3-3970-1B9C4CB105BA}"/>
                </a:ext>
              </a:extLst>
            </p:cNvPr>
            <p:cNvSpPr/>
            <p:nvPr/>
          </p:nvSpPr>
          <p:spPr>
            <a:xfrm>
              <a:off x="1411236" y="3539498"/>
              <a:ext cx="1781233" cy="1539730"/>
            </a:xfrm>
            <a:custGeom>
              <a:avLst/>
              <a:gdLst/>
              <a:ahLst/>
              <a:cxnLst/>
              <a:rect l="l" t="t" r="r" b="b"/>
              <a:pathLst>
                <a:path w="1782445" h="1539239">
                  <a:moveTo>
                    <a:pt x="1782389" y="0"/>
                  </a:moveTo>
                  <a:lnTo>
                    <a:pt x="1775171" y="6231"/>
                  </a:lnTo>
                  <a:lnTo>
                    <a:pt x="0" y="1538659"/>
                  </a:lnTo>
                </a:path>
              </a:pathLst>
            </a:custGeom>
            <a:ln w="19074">
              <a:solidFill>
                <a:srgbClr val="BABABA"/>
              </a:solidFill>
            </a:ln>
          </p:spPr>
          <p:txBody>
            <a:bodyPr lIns="0" tIns="0" rIns="0" bIns="0"/>
            <a:lstStyle/>
            <a:p>
              <a:pPr>
                <a:defRPr/>
              </a:pPr>
              <a:endParaRPr sz="2647"/>
            </a:p>
          </p:txBody>
        </p:sp>
        <p:sp>
          <p:nvSpPr>
            <p:cNvPr id="20" name="object 20">
              <a:extLst>
                <a:ext uri="{FF2B5EF4-FFF2-40B4-BE49-F238E27FC236}">
                  <a16:creationId xmlns:a16="http://schemas.microsoft.com/office/drawing/2014/main" id="{B93C3FBC-8CE8-53D9-CFCA-654FCD2CCF96}"/>
                </a:ext>
              </a:extLst>
            </p:cNvPr>
            <p:cNvSpPr/>
            <p:nvPr/>
          </p:nvSpPr>
          <p:spPr>
            <a:xfrm>
              <a:off x="3138492" y="3501724"/>
              <a:ext cx="98957" cy="95334"/>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21" name="object 21">
              <a:extLst>
                <a:ext uri="{FF2B5EF4-FFF2-40B4-BE49-F238E27FC236}">
                  <a16:creationId xmlns:a16="http://schemas.microsoft.com/office/drawing/2014/main" id="{165AC903-9A10-3C45-F926-3085B5AFAA74}"/>
                </a:ext>
              </a:extLst>
            </p:cNvPr>
            <p:cNvSpPr/>
            <p:nvPr/>
          </p:nvSpPr>
          <p:spPr>
            <a:xfrm>
              <a:off x="1458016" y="5176361"/>
              <a:ext cx="1754244" cy="1563113"/>
            </a:xfrm>
            <a:custGeom>
              <a:avLst/>
              <a:gdLst/>
              <a:ahLst/>
              <a:cxnLst/>
              <a:rect l="l" t="t" r="r" b="b"/>
              <a:pathLst>
                <a:path w="1754505" h="1562100">
                  <a:moveTo>
                    <a:pt x="1754287" y="1561669"/>
                  </a:moveTo>
                  <a:lnTo>
                    <a:pt x="1747164" y="1555327"/>
                  </a:lnTo>
                  <a:lnTo>
                    <a:pt x="0" y="0"/>
                  </a:lnTo>
                </a:path>
              </a:pathLst>
            </a:custGeom>
            <a:ln w="19074">
              <a:solidFill>
                <a:srgbClr val="BABABA"/>
              </a:solidFill>
            </a:ln>
          </p:spPr>
          <p:txBody>
            <a:bodyPr lIns="0" tIns="0" rIns="0" bIns="0"/>
            <a:lstStyle/>
            <a:p>
              <a:pPr>
                <a:defRPr/>
              </a:pPr>
              <a:endParaRPr sz="2647"/>
            </a:p>
          </p:txBody>
        </p:sp>
        <p:sp>
          <p:nvSpPr>
            <p:cNvPr id="22" name="object 22">
              <a:extLst>
                <a:ext uri="{FF2B5EF4-FFF2-40B4-BE49-F238E27FC236}">
                  <a16:creationId xmlns:a16="http://schemas.microsoft.com/office/drawing/2014/main" id="{FA508EC3-09BE-557E-91A9-911010397248}"/>
                </a:ext>
              </a:extLst>
            </p:cNvPr>
            <p:cNvSpPr/>
            <p:nvPr/>
          </p:nvSpPr>
          <p:spPr>
            <a:xfrm>
              <a:off x="3158283" y="6681914"/>
              <a:ext cx="98958" cy="95334"/>
            </a:xfrm>
            <a:custGeom>
              <a:avLst/>
              <a:gdLst/>
              <a:ahLst/>
              <a:cxnLst/>
              <a:rect l="l" t="t" r="r" b="b"/>
              <a:pathLst>
                <a:path w="99060" h="95250">
                  <a:moveTo>
                    <a:pt x="60878" y="0"/>
                  </a:moveTo>
                  <a:lnTo>
                    <a:pt x="47536" y="49413"/>
                  </a:lnTo>
                  <a:lnTo>
                    <a:pt x="0" y="68388"/>
                  </a:lnTo>
                  <a:lnTo>
                    <a:pt x="98827" y="95072"/>
                  </a:lnTo>
                  <a:lnTo>
                    <a:pt x="60878" y="0"/>
                  </a:lnTo>
                  <a:close/>
                </a:path>
              </a:pathLst>
            </a:custGeom>
            <a:solidFill>
              <a:srgbClr val="BABABA"/>
            </a:solidFill>
          </p:spPr>
          <p:txBody>
            <a:bodyPr lIns="0" tIns="0" rIns="0" bIns="0"/>
            <a:lstStyle/>
            <a:p>
              <a:pPr>
                <a:defRPr/>
              </a:pPr>
              <a:endParaRPr sz="2647"/>
            </a:p>
          </p:txBody>
        </p:sp>
        <p:sp>
          <p:nvSpPr>
            <p:cNvPr id="23" name="object 23">
              <a:extLst>
                <a:ext uri="{FF2B5EF4-FFF2-40B4-BE49-F238E27FC236}">
                  <a16:creationId xmlns:a16="http://schemas.microsoft.com/office/drawing/2014/main" id="{970377D4-BD0A-2031-F83A-994B1061B54A}"/>
                </a:ext>
              </a:extLst>
            </p:cNvPr>
            <p:cNvSpPr/>
            <p:nvPr/>
          </p:nvSpPr>
          <p:spPr>
            <a:xfrm>
              <a:off x="1377051" y="5117002"/>
              <a:ext cx="1783033" cy="0"/>
            </a:xfrm>
            <a:custGeom>
              <a:avLst/>
              <a:gdLst/>
              <a:ahLst/>
              <a:cxnLst/>
              <a:rect l="l" t="t" r="r" b="b"/>
              <a:pathLst>
                <a:path w="1781810">
                  <a:moveTo>
                    <a:pt x="0" y="0"/>
                  </a:moveTo>
                  <a:lnTo>
                    <a:pt x="715305" y="0"/>
                  </a:lnTo>
                </a:path>
                <a:path w="1781810">
                  <a:moveTo>
                    <a:pt x="1229316" y="0"/>
                  </a:moveTo>
                  <a:lnTo>
                    <a:pt x="1781588" y="0"/>
                  </a:lnTo>
                </a:path>
              </a:pathLst>
            </a:custGeom>
            <a:ln w="19074">
              <a:solidFill>
                <a:srgbClr val="BABABA"/>
              </a:solidFill>
            </a:ln>
          </p:spPr>
          <p:txBody>
            <a:bodyPr lIns="0" tIns="0" rIns="0" bIns="0"/>
            <a:lstStyle/>
            <a:p>
              <a:pPr>
                <a:defRPr/>
              </a:pPr>
              <a:endParaRPr sz="2647"/>
            </a:p>
          </p:txBody>
        </p:sp>
        <p:sp>
          <p:nvSpPr>
            <p:cNvPr id="24" name="object 24">
              <a:extLst>
                <a:ext uri="{FF2B5EF4-FFF2-40B4-BE49-F238E27FC236}">
                  <a16:creationId xmlns:a16="http://schemas.microsoft.com/office/drawing/2014/main" id="{45FFD6C8-0CE2-2DCF-504A-864D132D0893}"/>
                </a:ext>
              </a:extLst>
            </p:cNvPr>
            <p:cNvSpPr/>
            <p:nvPr/>
          </p:nvSpPr>
          <p:spPr>
            <a:xfrm>
              <a:off x="3127697" y="5070234"/>
              <a:ext cx="91760" cy="91737"/>
            </a:xfrm>
            <a:custGeom>
              <a:avLst/>
              <a:gdLst/>
              <a:ahLst/>
              <a:cxnLst/>
              <a:rect l="l" t="t" r="r" b="b"/>
              <a:pathLst>
                <a:path w="92075" h="92075">
                  <a:moveTo>
                    <a:pt x="0" y="0"/>
                  </a:moveTo>
                  <a:lnTo>
                    <a:pt x="22889"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25" name="object 25">
              <a:extLst>
                <a:ext uri="{FF2B5EF4-FFF2-40B4-BE49-F238E27FC236}">
                  <a16:creationId xmlns:a16="http://schemas.microsoft.com/office/drawing/2014/main" id="{2A6FA928-FF03-14A6-3F2D-AAEA1CBD3D6B}"/>
                </a:ext>
              </a:extLst>
            </p:cNvPr>
            <p:cNvSpPr/>
            <p:nvPr/>
          </p:nvSpPr>
          <p:spPr>
            <a:xfrm>
              <a:off x="3161882" y="4053941"/>
              <a:ext cx="514578" cy="239233"/>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26" name="object 26">
              <a:extLst>
                <a:ext uri="{FF2B5EF4-FFF2-40B4-BE49-F238E27FC236}">
                  <a16:creationId xmlns:a16="http://schemas.microsoft.com/office/drawing/2014/main" id="{8E68311A-BB48-E3F7-D8CB-0E6C93859775}"/>
                </a:ext>
              </a:extLst>
            </p:cNvPr>
            <p:cNvSpPr/>
            <p:nvPr/>
          </p:nvSpPr>
          <p:spPr>
            <a:xfrm>
              <a:off x="3420970" y="6086528"/>
              <a:ext cx="0" cy="541423"/>
            </a:xfrm>
            <a:custGeom>
              <a:avLst/>
              <a:gdLst/>
              <a:ahLst/>
              <a:cxnLst/>
              <a:rect l="l" t="t" r="r" b="b"/>
              <a:pathLst>
                <a:path h="542290">
                  <a:moveTo>
                    <a:pt x="0" y="0"/>
                  </a:moveTo>
                  <a:lnTo>
                    <a:pt x="0" y="541724"/>
                  </a:lnTo>
                </a:path>
              </a:pathLst>
            </a:custGeom>
            <a:ln w="19200">
              <a:solidFill>
                <a:srgbClr val="BABABA"/>
              </a:solidFill>
            </a:ln>
          </p:spPr>
          <p:txBody>
            <a:bodyPr lIns="0" tIns="0" rIns="0" bIns="0"/>
            <a:lstStyle/>
            <a:p>
              <a:pPr>
                <a:defRPr/>
              </a:pPr>
              <a:endParaRPr sz="2647"/>
            </a:p>
          </p:txBody>
        </p:sp>
        <p:pic>
          <p:nvPicPr>
            <p:cNvPr id="123018" name="object 27">
              <a:extLst>
                <a:ext uri="{FF2B5EF4-FFF2-40B4-BE49-F238E27FC236}">
                  <a16:creationId xmlns:a16="http://schemas.microsoft.com/office/drawing/2014/main" id="{E042A2E9-822D-BFE0-35A9-0CAAEDBD6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4439" y="6595521"/>
              <a:ext cx="91559" cy="9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object 28">
              <a:extLst>
                <a:ext uri="{FF2B5EF4-FFF2-40B4-BE49-F238E27FC236}">
                  <a16:creationId xmlns:a16="http://schemas.microsoft.com/office/drawing/2014/main" id="{DA83AA0E-23D5-CE6B-06C1-F4D7CEF92357}"/>
                </a:ext>
              </a:extLst>
            </p:cNvPr>
            <p:cNvSpPr/>
            <p:nvPr/>
          </p:nvSpPr>
          <p:spPr>
            <a:xfrm>
              <a:off x="3420970" y="5196147"/>
              <a:ext cx="0" cy="652947"/>
            </a:xfrm>
            <a:custGeom>
              <a:avLst/>
              <a:gdLst/>
              <a:ahLst/>
              <a:cxnLst/>
              <a:rect l="l" t="t" r="r" b="b"/>
              <a:pathLst>
                <a:path h="652145">
                  <a:moveTo>
                    <a:pt x="0" y="0"/>
                  </a:moveTo>
                  <a:lnTo>
                    <a:pt x="0" y="651682"/>
                  </a:lnTo>
                </a:path>
              </a:pathLst>
            </a:custGeom>
            <a:ln w="19200">
              <a:solidFill>
                <a:srgbClr val="BABABA"/>
              </a:solidFill>
            </a:ln>
          </p:spPr>
          <p:txBody>
            <a:bodyPr lIns="0" tIns="0" rIns="0" bIns="0"/>
            <a:lstStyle/>
            <a:p>
              <a:pPr>
                <a:defRPr/>
              </a:pPr>
              <a:endParaRPr sz="2647"/>
            </a:p>
          </p:txBody>
        </p:sp>
        <p:sp>
          <p:nvSpPr>
            <p:cNvPr id="29" name="object 29">
              <a:extLst>
                <a:ext uri="{FF2B5EF4-FFF2-40B4-BE49-F238E27FC236}">
                  <a16:creationId xmlns:a16="http://schemas.microsoft.com/office/drawing/2014/main" id="{43111890-9C8B-6194-FEDA-C2A26B7E1D5B}"/>
                </a:ext>
              </a:extLst>
            </p:cNvPr>
            <p:cNvSpPr/>
            <p:nvPr/>
          </p:nvSpPr>
          <p:spPr>
            <a:xfrm>
              <a:off x="5986665" y="3302063"/>
              <a:ext cx="1851403" cy="1591893"/>
            </a:xfrm>
            <a:custGeom>
              <a:avLst/>
              <a:gdLst/>
              <a:ahLst/>
              <a:cxnLst/>
              <a:rect l="l" t="t" r="r" b="b"/>
              <a:pathLst>
                <a:path w="1851659" h="1591310">
                  <a:moveTo>
                    <a:pt x="1851166" y="1590752"/>
                  </a:moveTo>
                  <a:lnTo>
                    <a:pt x="1843931" y="1584535"/>
                  </a:lnTo>
                  <a:lnTo>
                    <a:pt x="0" y="0"/>
                  </a:lnTo>
                </a:path>
              </a:pathLst>
            </a:custGeom>
            <a:ln w="19074">
              <a:solidFill>
                <a:srgbClr val="BABABA"/>
              </a:solidFill>
            </a:ln>
          </p:spPr>
          <p:txBody>
            <a:bodyPr lIns="0" tIns="0" rIns="0" bIns="0"/>
            <a:lstStyle/>
            <a:p>
              <a:pPr>
                <a:defRPr/>
              </a:pPr>
              <a:endParaRPr sz="2647"/>
            </a:p>
          </p:txBody>
        </p:sp>
        <p:sp>
          <p:nvSpPr>
            <p:cNvPr id="30" name="object 30">
              <a:extLst>
                <a:ext uri="{FF2B5EF4-FFF2-40B4-BE49-F238E27FC236}">
                  <a16:creationId xmlns:a16="http://schemas.microsoft.com/office/drawing/2014/main" id="{9E3AEC09-23BB-3357-6AB6-1644AD840CA5}"/>
                </a:ext>
              </a:extLst>
            </p:cNvPr>
            <p:cNvSpPr/>
            <p:nvPr/>
          </p:nvSpPr>
          <p:spPr>
            <a:xfrm>
              <a:off x="7782292" y="4838196"/>
              <a:ext cx="100757" cy="93535"/>
            </a:xfrm>
            <a:custGeom>
              <a:avLst/>
              <a:gdLst/>
              <a:ahLst/>
              <a:cxnLst/>
              <a:rect l="l" t="t" r="r" b="b"/>
              <a:pathLst>
                <a:path w="99695" h="94614">
                  <a:moveTo>
                    <a:pt x="59673" y="0"/>
                  </a:moveTo>
                  <a:lnTo>
                    <a:pt x="47197" y="49639"/>
                  </a:lnTo>
                  <a:lnTo>
                    <a:pt x="0" y="69442"/>
                  </a:lnTo>
                  <a:lnTo>
                    <a:pt x="99278" y="94394"/>
                  </a:lnTo>
                  <a:lnTo>
                    <a:pt x="59673" y="0"/>
                  </a:lnTo>
                  <a:close/>
                </a:path>
              </a:pathLst>
            </a:custGeom>
            <a:solidFill>
              <a:srgbClr val="BABABA"/>
            </a:solidFill>
          </p:spPr>
          <p:txBody>
            <a:bodyPr lIns="0" tIns="0" rIns="0" bIns="0"/>
            <a:lstStyle/>
            <a:p>
              <a:pPr>
                <a:defRPr/>
              </a:pPr>
              <a:endParaRPr sz="2647"/>
            </a:p>
          </p:txBody>
        </p:sp>
        <p:sp>
          <p:nvSpPr>
            <p:cNvPr id="31" name="object 31">
              <a:extLst>
                <a:ext uri="{FF2B5EF4-FFF2-40B4-BE49-F238E27FC236}">
                  <a16:creationId xmlns:a16="http://schemas.microsoft.com/office/drawing/2014/main" id="{96FEF4BC-1AE5-D9A0-8E1A-1223031AE624}"/>
                </a:ext>
              </a:extLst>
            </p:cNvPr>
            <p:cNvSpPr/>
            <p:nvPr/>
          </p:nvSpPr>
          <p:spPr>
            <a:xfrm>
              <a:off x="6044240" y="3548492"/>
              <a:ext cx="0" cy="1273515"/>
            </a:xfrm>
            <a:custGeom>
              <a:avLst/>
              <a:gdLst/>
              <a:ahLst/>
              <a:cxnLst/>
              <a:rect l="l" t="t" r="r" b="b"/>
              <a:pathLst>
                <a:path h="1272539">
                  <a:moveTo>
                    <a:pt x="0" y="744114"/>
                  </a:moveTo>
                  <a:lnTo>
                    <a:pt x="0" y="1272120"/>
                  </a:lnTo>
                </a:path>
                <a:path h="1272539">
                  <a:moveTo>
                    <a:pt x="0" y="0"/>
                  </a:moveTo>
                  <a:lnTo>
                    <a:pt x="0" y="505679"/>
                  </a:lnTo>
                </a:path>
              </a:pathLst>
            </a:custGeom>
            <a:ln w="19185">
              <a:solidFill>
                <a:srgbClr val="BABABA"/>
              </a:solidFill>
            </a:ln>
          </p:spPr>
          <p:txBody>
            <a:bodyPr lIns="0" tIns="0" rIns="0" bIns="0"/>
            <a:lstStyle/>
            <a:p>
              <a:pPr>
                <a:defRPr/>
              </a:pPr>
              <a:endParaRPr sz="2647"/>
            </a:p>
          </p:txBody>
        </p:sp>
        <p:pic>
          <p:nvPicPr>
            <p:cNvPr id="123023" name="object 32">
              <a:extLst>
                <a:ext uri="{FF2B5EF4-FFF2-40B4-BE49-F238E27FC236}">
                  <a16:creationId xmlns:a16="http://schemas.microsoft.com/office/drawing/2014/main" id="{1567DC55-1A9C-E321-E8B8-AD0B5D374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8724" y="4788771"/>
              <a:ext cx="91559" cy="9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object 33">
              <a:extLst>
                <a:ext uri="{FF2B5EF4-FFF2-40B4-BE49-F238E27FC236}">
                  <a16:creationId xmlns:a16="http://schemas.microsoft.com/office/drawing/2014/main" id="{A9E3D09E-1605-F269-F39E-650F272F8F18}"/>
                </a:ext>
              </a:extLst>
            </p:cNvPr>
            <p:cNvSpPr/>
            <p:nvPr/>
          </p:nvSpPr>
          <p:spPr>
            <a:xfrm>
              <a:off x="3357998" y="5117002"/>
              <a:ext cx="2425355" cy="0"/>
            </a:xfrm>
            <a:custGeom>
              <a:avLst/>
              <a:gdLst/>
              <a:ahLst/>
              <a:cxnLst/>
              <a:rect l="l" t="t" r="r" b="b"/>
              <a:pathLst>
                <a:path w="2424429">
                  <a:moveTo>
                    <a:pt x="0" y="0"/>
                  </a:moveTo>
                  <a:lnTo>
                    <a:pt x="22401" y="0"/>
                  </a:lnTo>
                </a:path>
                <a:path w="2424429">
                  <a:moveTo>
                    <a:pt x="2362391" y="0"/>
                  </a:moveTo>
                  <a:lnTo>
                    <a:pt x="2423919" y="0"/>
                  </a:lnTo>
                </a:path>
              </a:pathLst>
            </a:custGeom>
            <a:ln w="19076">
              <a:solidFill>
                <a:srgbClr val="BABABA"/>
              </a:solidFill>
            </a:ln>
          </p:spPr>
          <p:txBody>
            <a:bodyPr lIns="0" tIns="0" rIns="0" bIns="0"/>
            <a:lstStyle/>
            <a:p>
              <a:pPr>
                <a:defRPr/>
              </a:pPr>
              <a:endParaRPr sz="2647"/>
            </a:p>
          </p:txBody>
        </p:sp>
        <p:sp>
          <p:nvSpPr>
            <p:cNvPr id="34" name="object 34">
              <a:extLst>
                <a:ext uri="{FF2B5EF4-FFF2-40B4-BE49-F238E27FC236}">
                  <a16:creationId xmlns:a16="http://schemas.microsoft.com/office/drawing/2014/main" id="{0477342D-E6D5-1066-EB6F-43F43086F5BF}"/>
                </a:ext>
              </a:extLst>
            </p:cNvPr>
            <p:cNvSpPr/>
            <p:nvPr/>
          </p:nvSpPr>
          <p:spPr>
            <a:xfrm>
              <a:off x="5749167" y="5070234"/>
              <a:ext cx="93560" cy="91737"/>
            </a:xfrm>
            <a:custGeom>
              <a:avLst/>
              <a:gdLst/>
              <a:ahLst/>
              <a:cxnLst/>
              <a:rect l="l" t="t" r="r" b="b"/>
              <a:pathLst>
                <a:path w="92075" h="92075">
                  <a:moveTo>
                    <a:pt x="0" y="0"/>
                  </a:moveTo>
                  <a:lnTo>
                    <a:pt x="22890" y="45779"/>
                  </a:lnTo>
                  <a:lnTo>
                    <a:pt x="0" y="91559"/>
                  </a:lnTo>
                  <a:lnTo>
                    <a:pt x="91558" y="45779"/>
                  </a:lnTo>
                  <a:lnTo>
                    <a:pt x="0" y="0"/>
                  </a:lnTo>
                  <a:close/>
                </a:path>
              </a:pathLst>
            </a:custGeom>
            <a:solidFill>
              <a:srgbClr val="BABABA"/>
            </a:solidFill>
          </p:spPr>
          <p:txBody>
            <a:bodyPr lIns="0" tIns="0" rIns="0" bIns="0"/>
            <a:lstStyle/>
            <a:p>
              <a:pPr>
                <a:defRPr/>
              </a:pPr>
              <a:endParaRPr sz="2647"/>
            </a:p>
          </p:txBody>
        </p:sp>
        <p:sp>
          <p:nvSpPr>
            <p:cNvPr id="35" name="object 35">
              <a:extLst>
                <a:ext uri="{FF2B5EF4-FFF2-40B4-BE49-F238E27FC236}">
                  <a16:creationId xmlns:a16="http://schemas.microsoft.com/office/drawing/2014/main" id="{41D00EE2-E9DA-2064-AA58-04AFEFA25674}"/>
                </a:ext>
              </a:extLst>
            </p:cNvPr>
            <p:cNvSpPr/>
            <p:nvPr/>
          </p:nvSpPr>
          <p:spPr>
            <a:xfrm>
              <a:off x="6002859" y="5117002"/>
              <a:ext cx="1783031" cy="0"/>
            </a:xfrm>
            <a:custGeom>
              <a:avLst/>
              <a:gdLst/>
              <a:ahLst/>
              <a:cxnLst/>
              <a:rect l="l" t="t" r="r" b="b"/>
              <a:pathLst>
                <a:path w="1782445">
                  <a:moveTo>
                    <a:pt x="0" y="0"/>
                  </a:moveTo>
                  <a:lnTo>
                    <a:pt x="677557" y="0"/>
                  </a:lnTo>
                </a:path>
                <a:path w="1782445">
                  <a:moveTo>
                    <a:pt x="1384756" y="0"/>
                  </a:moveTo>
                  <a:lnTo>
                    <a:pt x="1781993" y="0"/>
                  </a:lnTo>
                </a:path>
              </a:pathLst>
            </a:custGeom>
            <a:ln w="19088">
              <a:solidFill>
                <a:srgbClr val="BABABA"/>
              </a:solidFill>
            </a:ln>
          </p:spPr>
          <p:txBody>
            <a:bodyPr lIns="0" tIns="0" rIns="0" bIns="0"/>
            <a:lstStyle/>
            <a:p>
              <a:pPr>
                <a:defRPr/>
              </a:pPr>
              <a:endParaRPr sz="2647"/>
            </a:p>
          </p:txBody>
        </p:sp>
        <p:sp>
          <p:nvSpPr>
            <p:cNvPr id="36" name="object 36">
              <a:extLst>
                <a:ext uri="{FF2B5EF4-FFF2-40B4-BE49-F238E27FC236}">
                  <a16:creationId xmlns:a16="http://schemas.microsoft.com/office/drawing/2014/main" id="{33A506FA-62E1-146D-687F-E3A7FE1F960C}"/>
                </a:ext>
              </a:extLst>
            </p:cNvPr>
            <p:cNvSpPr/>
            <p:nvPr/>
          </p:nvSpPr>
          <p:spPr>
            <a:xfrm>
              <a:off x="7753504" y="5070234"/>
              <a:ext cx="91761" cy="91737"/>
            </a:xfrm>
            <a:custGeom>
              <a:avLst/>
              <a:gdLst/>
              <a:ahLst/>
              <a:cxnLst/>
              <a:rect l="l" t="t" r="r" b="b"/>
              <a:pathLst>
                <a:path w="92075" h="92075">
                  <a:moveTo>
                    <a:pt x="0" y="0"/>
                  </a:moveTo>
                  <a:lnTo>
                    <a:pt x="22890" y="45779"/>
                  </a:lnTo>
                  <a:lnTo>
                    <a:pt x="1" y="91559"/>
                  </a:lnTo>
                  <a:lnTo>
                    <a:pt x="91560" y="45778"/>
                  </a:lnTo>
                  <a:lnTo>
                    <a:pt x="0" y="0"/>
                  </a:lnTo>
                  <a:close/>
                </a:path>
              </a:pathLst>
            </a:custGeom>
            <a:solidFill>
              <a:srgbClr val="BABABA"/>
            </a:solidFill>
          </p:spPr>
          <p:txBody>
            <a:bodyPr lIns="0" tIns="0" rIns="0" bIns="0"/>
            <a:lstStyle/>
            <a:p>
              <a:pPr>
                <a:defRPr/>
              </a:pPr>
              <a:endParaRPr sz="2647"/>
            </a:p>
          </p:txBody>
        </p:sp>
      </p:grpSp>
      <p:sp>
        <p:nvSpPr>
          <p:cNvPr id="37" name="object 37">
            <a:extLst>
              <a:ext uri="{FF2B5EF4-FFF2-40B4-BE49-F238E27FC236}">
                <a16:creationId xmlns:a16="http://schemas.microsoft.com/office/drawing/2014/main" id="{7833229F-DFD5-CF24-2518-03ABABF1A320}"/>
              </a:ext>
            </a:extLst>
          </p:cNvPr>
          <p:cNvSpPr txBox="1"/>
          <p:nvPr/>
        </p:nvSpPr>
        <p:spPr>
          <a:xfrm>
            <a:off x="2994025" y="3575050"/>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38" name="object 38">
            <a:extLst>
              <a:ext uri="{FF2B5EF4-FFF2-40B4-BE49-F238E27FC236}">
                <a16:creationId xmlns:a16="http://schemas.microsoft.com/office/drawing/2014/main" id="{2350E740-F446-D122-FEDD-D1781D9DA0EF}"/>
              </a:ext>
            </a:extLst>
          </p:cNvPr>
          <p:cNvSpPr/>
          <p:nvPr/>
        </p:nvSpPr>
        <p:spPr>
          <a:xfrm>
            <a:off x="2916238" y="5159375"/>
            <a:ext cx="452437" cy="211138"/>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39" name="object 39">
            <a:extLst>
              <a:ext uri="{FF2B5EF4-FFF2-40B4-BE49-F238E27FC236}">
                <a16:creationId xmlns:a16="http://schemas.microsoft.com/office/drawing/2014/main" id="{0815A655-A258-A82C-AFF8-56347DD95F21}"/>
              </a:ext>
            </a:extLst>
          </p:cNvPr>
          <p:cNvSpPr txBox="1"/>
          <p:nvPr/>
        </p:nvSpPr>
        <p:spPr>
          <a:xfrm>
            <a:off x="2984500" y="5157788"/>
            <a:ext cx="346075"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44" dirty="0">
                <a:solidFill>
                  <a:srgbClr val="BABABA"/>
                </a:solidFill>
                <a:latin typeface="Lucida Sans"/>
                <a:cs typeface="Lucida Sans"/>
              </a:rPr>
              <a:t>4</a:t>
            </a:r>
            <a:endParaRPr sz="1059">
              <a:latin typeface="Lucida Sans"/>
              <a:cs typeface="Lucida Sans"/>
            </a:endParaRPr>
          </a:p>
        </p:txBody>
      </p:sp>
      <p:sp>
        <p:nvSpPr>
          <p:cNvPr id="40" name="object 40">
            <a:extLst>
              <a:ext uri="{FF2B5EF4-FFF2-40B4-BE49-F238E27FC236}">
                <a16:creationId xmlns:a16="http://schemas.microsoft.com/office/drawing/2014/main" id="{80608887-9FD5-E1BB-63FB-F2BC07AF4CC5}"/>
              </a:ext>
            </a:extLst>
          </p:cNvPr>
          <p:cNvSpPr/>
          <p:nvPr/>
        </p:nvSpPr>
        <p:spPr>
          <a:xfrm>
            <a:off x="5221288" y="5159375"/>
            <a:ext cx="539750" cy="211138"/>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41" name="object 41">
            <a:extLst>
              <a:ext uri="{FF2B5EF4-FFF2-40B4-BE49-F238E27FC236}">
                <a16:creationId xmlns:a16="http://schemas.microsoft.com/office/drawing/2014/main" id="{30146DA5-C048-CF70-C6C5-03259F48520C}"/>
              </a:ext>
            </a:extLst>
          </p:cNvPr>
          <p:cNvSpPr txBox="1"/>
          <p:nvPr/>
        </p:nvSpPr>
        <p:spPr>
          <a:xfrm>
            <a:off x="5291138" y="5157788"/>
            <a:ext cx="430212" cy="173037"/>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42" name="object 42">
            <a:extLst>
              <a:ext uri="{FF2B5EF4-FFF2-40B4-BE49-F238E27FC236}">
                <a16:creationId xmlns:a16="http://schemas.microsoft.com/office/drawing/2014/main" id="{FE5D4AE5-8648-8C06-B895-7B34377A0DDC}"/>
              </a:ext>
            </a:extLst>
          </p:cNvPr>
          <p:cNvSpPr/>
          <p:nvPr/>
        </p:nvSpPr>
        <p:spPr>
          <a:xfrm>
            <a:off x="1905000" y="3490913"/>
            <a:ext cx="609600" cy="566737"/>
          </a:xfrm>
          <a:custGeom>
            <a:avLst/>
            <a:gdLst/>
            <a:ahLst/>
            <a:cxnLst/>
            <a:rect l="l" t="t" r="r" b="b"/>
            <a:pathLst>
              <a:path w="691514" h="642620">
                <a:moveTo>
                  <a:pt x="535346" y="0"/>
                </a:moveTo>
                <a:lnTo>
                  <a:pt x="0" y="462099"/>
                </a:lnTo>
                <a:lnTo>
                  <a:pt x="155798" y="642593"/>
                </a:lnTo>
                <a:lnTo>
                  <a:pt x="691145" y="180494"/>
                </a:lnTo>
                <a:lnTo>
                  <a:pt x="535346" y="0"/>
                </a:lnTo>
                <a:close/>
              </a:path>
            </a:pathLst>
          </a:custGeom>
          <a:solidFill>
            <a:srgbClr val="F2F2F2"/>
          </a:solidFill>
        </p:spPr>
        <p:txBody>
          <a:bodyPr lIns="0" tIns="0" rIns="0" bIns="0"/>
          <a:lstStyle/>
          <a:p>
            <a:pPr>
              <a:defRPr/>
            </a:pPr>
            <a:endParaRPr sz="2647"/>
          </a:p>
        </p:txBody>
      </p:sp>
      <p:sp>
        <p:nvSpPr>
          <p:cNvPr id="43" name="object 43">
            <a:extLst>
              <a:ext uri="{FF2B5EF4-FFF2-40B4-BE49-F238E27FC236}">
                <a16:creationId xmlns:a16="http://schemas.microsoft.com/office/drawing/2014/main" id="{E0C3A443-05E2-5936-4A93-C1B49886B2C0}"/>
              </a:ext>
            </a:extLst>
          </p:cNvPr>
          <p:cNvSpPr txBox="1"/>
          <p:nvPr/>
        </p:nvSpPr>
        <p:spPr>
          <a:xfrm rot="19200000">
            <a:off x="1963738" y="3692525"/>
            <a:ext cx="512762" cy="141288"/>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a:latin typeface="Lucida Sans"/>
              <a:cs typeface="Lucida Sans"/>
            </a:endParaRPr>
          </a:p>
        </p:txBody>
      </p:sp>
      <p:sp>
        <p:nvSpPr>
          <p:cNvPr id="44" name="object 44">
            <a:extLst>
              <a:ext uri="{FF2B5EF4-FFF2-40B4-BE49-F238E27FC236}">
                <a16:creationId xmlns:a16="http://schemas.microsoft.com/office/drawing/2014/main" id="{A7CC59C5-7A42-04DC-1640-5E521E5D0AC5}"/>
              </a:ext>
            </a:extLst>
          </p:cNvPr>
          <p:cNvSpPr txBox="1"/>
          <p:nvPr/>
        </p:nvSpPr>
        <p:spPr>
          <a:xfrm>
            <a:off x="6099175" y="4383088"/>
            <a:ext cx="51593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10 / </a:t>
            </a:r>
            <a:r>
              <a:rPr sz="1059" spc="-22" dirty="0">
                <a:solidFill>
                  <a:srgbClr val="BABABA"/>
                </a:solidFill>
                <a:latin typeface="Lucida Sans"/>
                <a:cs typeface="Lucida Sans"/>
              </a:rPr>
              <a:t>10</a:t>
            </a:r>
            <a:endParaRPr sz="1059">
              <a:latin typeface="Lucida Sans"/>
              <a:cs typeface="Lucida Sans"/>
            </a:endParaRPr>
          </a:p>
        </p:txBody>
      </p:sp>
      <p:sp>
        <p:nvSpPr>
          <p:cNvPr id="45" name="object 45">
            <a:extLst>
              <a:ext uri="{FF2B5EF4-FFF2-40B4-BE49-F238E27FC236}">
                <a16:creationId xmlns:a16="http://schemas.microsoft.com/office/drawing/2014/main" id="{BAF619E3-2A41-C2A5-9CB1-81E76F1C9C67}"/>
              </a:ext>
            </a:extLst>
          </p:cNvPr>
          <p:cNvSpPr/>
          <p:nvPr/>
        </p:nvSpPr>
        <p:spPr>
          <a:xfrm>
            <a:off x="1981200" y="4386263"/>
            <a:ext cx="454025" cy="209550"/>
          </a:xfrm>
          <a:custGeom>
            <a:avLst/>
            <a:gdLst/>
            <a:ahLst/>
            <a:cxnLst/>
            <a:rect l="l" t="t" r="r" b="b"/>
            <a:pathLst>
              <a:path w="514350" h="238760">
                <a:moveTo>
                  <a:pt x="0" y="0"/>
                </a:moveTo>
                <a:lnTo>
                  <a:pt x="514010" y="0"/>
                </a:lnTo>
                <a:lnTo>
                  <a:pt x="514010" y="238434"/>
                </a:lnTo>
                <a:lnTo>
                  <a:pt x="0" y="238434"/>
                </a:lnTo>
                <a:lnTo>
                  <a:pt x="0" y="0"/>
                </a:lnTo>
                <a:close/>
              </a:path>
            </a:pathLst>
          </a:custGeom>
          <a:solidFill>
            <a:srgbClr val="F2F2F2"/>
          </a:solidFill>
        </p:spPr>
        <p:txBody>
          <a:bodyPr lIns="0" tIns="0" rIns="0" bIns="0"/>
          <a:lstStyle/>
          <a:p>
            <a:pPr>
              <a:defRPr/>
            </a:pPr>
            <a:endParaRPr sz="2647"/>
          </a:p>
        </p:txBody>
      </p:sp>
      <p:sp>
        <p:nvSpPr>
          <p:cNvPr id="46" name="object 46">
            <a:extLst>
              <a:ext uri="{FF2B5EF4-FFF2-40B4-BE49-F238E27FC236}">
                <a16:creationId xmlns:a16="http://schemas.microsoft.com/office/drawing/2014/main" id="{7365CA06-EFF1-DFA3-FBD6-F93A9947D045}"/>
              </a:ext>
            </a:extLst>
          </p:cNvPr>
          <p:cNvSpPr txBox="1"/>
          <p:nvPr/>
        </p:nvSpPr>
        <p:spPr>
          <a:xfrm>
            <a:off x="2051050" y="4383088"/>
            <a:ext cx="344488"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5 / </a:t>
            </a:r>
            <a:r>
              <a:rPr sz="1059" spc="-44" dirty="0">
                <a:solidFill>
                  <a:srgbClr val="BABABA"/>
                </a:solidFill>
                <a:latin typeface="Lucida Sans"/>
                <a:cs typeface="Lucida Sans"/>
              </a:rPr>
              <a:t>5</a:t>
            </a:r>
            <a:endParaRPr sz="1059">
              <a:latin typeface="Lucida Sans"/>
              <a:cs typeface="Lucida Sans"/>
            </a:endParaRPr>
          </a:p>
        </p:txBody>
      </p:sp>
      <p:grpSp>
        <p:nvGrpSpPr>
          <p:cNvPr id="122893" name="object 47">
            <a:extLst>
              <a:ext uri="{FF2B5EF4-FFF2-40B4-BE49-F238E27FC236}">
                <a16:creationId xmlns:a16="http://schemas.microsoft.com/office/drawing/2014/main" id="{E47D4324-129C-9FCC-4AD5-221FCEB438D6}"/>
              </a:ext>
            </a:extLst>
          </p:cNvPr>
          <p:cNvGrpSpPr>
            <a:grpSpLocks/>
          </p:cNvGrpSpPr>
          <p:nvPr/>
        </p:nvGrpSpPr>
        <p:grpSpPr bwMode="auto">
          <a:xfrm>
            <a:off x="1220788" y="2808288"/>
            <a:ext cx="5883275" cy="3409950"/>
            <a:chOff x="1231593" y="3182881"/>
            <a:chExt cx="6668134" cy="3864610"/>
          </a:xfrm>
        </p:grpSpPr>
        <p:sp>
          <p:nvSpPr>
            <p:cNvPr id="48" name="object 48">
              <a:extLst>
                <a:ext uri="{FF2B5EF4-FFF2-40B4-BE49-F238E27FC236}">
                  <a16:creationId xmlns:a16="http://schemas.microsoft.com/office/drawing/2014/main" id="{F2EED866-5C73-427A-6593-6D9D5919782F}"/>
                </a:ext>
              </a:extLst>
            </p:cNvPr>
            <p:cNvSpPr/>
            <p:nvPr/>
          </p:nvSpPr>
          <p:spPr>
            <a:xfrm>
              <a:off x="3653425" y="5323889"/>
              <a:ext cx="2331868" cy="1511300"/>
            </a:xfrm>
            <a:custGeom>
              <a:avLst/>
              <a:gdLst/>
              <a:ahLst/>
              <a:cxnLst/>
              <a:rect l="l" t="t" r="r" b="b"/>
              <a:pathLst>
                <a:path w="2331085" h="1510665">
                  <a:moveTo>
                    <a:pt x="0" y="0"/>
                  </a:moveTo>
                  <a:lnTo>
                    <a:pt x="24010" y="15562"/>
                  </a:lnTo>
                  <a:lnTo>
                    <a:pt x="2330660" y="1510654"/>
                  </a:lnTo>
                </a:path>
              </a:pathLst>
            </a:custGeom>
            <a:ln w="57224">
              <a:solidFill>
                <a:srgbClr val="000000"/>
              </a:solidFill>
            </a:ln>
          </p:spPr>
          <p:txBody>
            <a:bodyPr lIns="0" tIns="0" rIns="0" bIns="0"/>
            <a:lstStyle/>
            <a:p>
              <a:pPr>
                <a:defRPr/>
              </a:pPr>
              <a:endParaRPr sz="2647"/>
            </a:p>
          </p:txBody>
        </p:sp>
        <p:sp>
          <p:nvSpPr>
            <p:cNvPr id="49" name="object 49">
              <a:extLst>
                <a:ext uri="{FF2B5EF4-FFF2-40B4-BE49-F238E27FC236}">
                  <a16:creationId xmlns:a16="http://schemas.microsoft.com/office/drawing/2014/main" id="{49C2CDDC-DBB8-7A2C-C87C-8A11655191E2}"/>
                </a:ext>
              </a:extLst>
            </p:cNvPr>
            <p:cNvSpPr/>
            <p:nvPr/>
          </p:nvSpPr>
          <p:spPr>
            <a:xfrm>
              <a:off x="3532872" y="5246525"/>
              <a:ext cx="255498" cy="221298"/>
            </a:xfrm>
            <a:custGeom>
              <a:avLst/>
              <a:gdLst/>
              <a:ahLst/>
              <a:cxnLst/>
              <a:rect l="l" t="t" r="r" b="b"/>
              <a:pathLst>
                <a:path w="254635" h="220979">
                  <a:moveTo>
                    <a:pt x="0" y="0"/>
                  </a:moveTo>
                  <a:lnTo>
                    <a:pt x="129829" y="220536"/>
                  </a:lnTo>
                  <a:lnTo>
                    <a:pt x="144058" y="93372"/>
                  </a:lnTo>
                  <a:lnTo>
                    <a:pt x="254327" y="28456"/>
                  </a:lnTo>
                  <a:lnTo>
                    <a:pt x="0" y="0"/>
                  </a:lnTo>
                  <a:close/>
                </a:path>
              </a:pathLst>
            </a:custGeom>
            <a:solidFill>
              <a:srgbClr val="000000"/>
            </a:solidFill>
          </p:spPr>
          <p:txBody>
            <a:bodyPr lIns="0" tIns="0" rIns="0" bIns="0"/>
            <a:lstStyle/>
            <a:p>
              <a:pPr>
                <a:defRPr/>
              </a:pPr>
              <a:endParaRPr sz="2647"/>
            </a:p>
          </p:txBody>
        </p:sp>
        <p:sp>
          <p:nvSpPr>
            <p:cNvPr id="50" name="object 50">
              <a:extLst>
                <a:ext uri="{FF2B5EF4-FFF2-40B4-BE49-F238E27FC236}">
                  <a16:creationId xmlns:a16="http://schemas.microsoft.com/office/drawing/2014/main" id="{AB663B4A-1E43-A9C5-F830-FF24F9BE687E}"/>
                </a:ext>
              </a:extLst>
            </p:cNvPr>
            <p:cNvSpPr/>
            <p:nvPr/>
          </p:nvSpPr>
          <p:spPr>
            <a:xfrm>
              <a:off x="6003285" y="3310621"/>
              <a:ext cx="1788485" cy="1536488"/>
            </a:xfrm>
            <a:custGeom>
              <a:avLst/>
              <a:gdLst/>
              <a:ahLst/>
              <a:cxnLst/>
              <a:rect l="l" t="t" r="r" b="b"/>
              <a:pathLst>
                <a:path w="1787525" h="1536064">
                  <a:moveTo>
                    <a:pt x="1787510" y="1536051"/>
                  </a:moveTo>
                  <a:lnTo>
                    <a:pt x="1765810" y="1517403"/>
                  </a:lnTo>
                  <a:lnTo>
                    <a:pt x="0" y="0"/>
                  </a:lnTo>
                </a:path>
              </a:pathLst>
            </a:custGeom>
            <a:ln w="57224">
              <a:solidFill>
                <a:srgbClr val="000000"/>
              </a:solidFill>
            </a:ln>
          </p:spPr>
          <p:txBody>
            <a:bodyPr lIns="0" tIns="0" rIns="0" bIns="0"/>
            <a:lstStyle/>
            <a:p>
              <a:pPr>
                <a:defRPr/>
              </a:pPr>
              <a:endParaRPr sz="2647"/>
            </a:p>
          </p:txBody>
        </p:sp>
        <p:sp>
          <p:nvSpPr>
            <p:cNvPr id="51" name="object 51">
              <a:extLst>
                <a:ext uri="{FF2B5EF4-FFF2-40B4-BE49-F238E27FC236}">
                  <a16:creationId xmlns:a16="http://schemas.microsoft.com/office/drawing/2014/main" id="{E1C9A98F-84F5-9F49-20C7-92755E4F7F5B}"/>
                </a:ext>
              </a:extLst>
            </p:cNvPr>
            <p:cNvSpPr/>
            <p:nvPr/>
          </p:nvSpPr>
          <p:spPr>
            <a:xfrm>
              <a:off x="7651426" y="4704976"/>
              <a:ext cx="248301" cy="235690"/>
            </a:xfrm>
            <a:custGeom>
              <a:avLst/>
              <a:gdLst/>
              <a:ahLst/>
              <a:cxnLst/>
              <a:rect l="l" t="t" r="r" b="b"/>
              <a:pathLst>
                <a:path w="248284" h="236220">
                  <a:moveTo>
                    <a:pt x="149183" y="0"/>
                  </a:moveTo>
                  <a:lnTo>
                    <a:pt x="117993" y="124098"/>
                  </a:lnTo>
                  <a:lnTo>
                    <a:pt x="0" y="173603"/>
                  </a:lnTo>
                  <a:lnTo>
                    <a:pt x="248196" y="235985"/>
                  </a:lnTo>
                  <a:lnTo>
                    <a:pt x="149183" y="0"/>
                  </a:lnTo>
                  <a:close/>
                </a:path>
              </a:pathLst>
            </a:custGeom>
            <a:solidFill>
              <a:srgbClr val="000000"/>
            </a:solidFill>
          </p:spPr>
          <p:txBody>
            <a:bodyPr lIns="0" tIns="0" rIns="0" bIns="0"/>
            <a:lstStyle/>
            <a:p>
              <a:pPr>
                <a:defRPr/>
              </a:pPr>
              <a:endParaRPr sz="2647"/>
            </a:p>
          </p:txBody>
        </p:sp>
        <p:sp>
          <p:nvSpPr>
            <p:cNvPr id="52" name="object 52">
              <a:extLst>
                <a:ext uri="{FF2B5EF4-FFF2-40B4-BE49-F238E27FC236}">
                  <a16:creationId xmlns:a16="http://schemas.microsoft.com/office/drawing/2014/main" id="{82EB8422-EC81-A436-9F6A-8933CDF0E590}"/>
                </a:ext>
              </a:extLst>
            </p:cNvPr>
            <p:cNvSpPr/>
            <p:nvPr/>
          </p:nvSpPr>
          <p:spPr>
            <a:xfrm>
              <a:off x="1443908" y="5179956"/>
              <a:ext cx="1693123" cy="1505902"/>
            </a:xfrm>
            <a:custGeom>
              <a:avLst/>
              <a:gdLst/>
              <a:ahLst/>
              <a:cxnLst/>
              <a:rect l="l" t="t" r="r" b="b"/>
              <a:pathLst>
                <a:path w="1691639" h="1506220">
                  <a:moveTo>
                    <a:pt x="1691600" y="1505863"/>
                  </a:moveTo>
                  <a:lnTo>
                    <a:pt x="1670229" y="1486839"/>
                  </a:lnTo>
                  <a:lnTo>
                    <a:pt x="0" y="0"/>
                  </a:lnTo>
                </a:path>
              </a:pathLst>
            </a:custGeom>
            <a:ln w="57224">
              <a:solidFill>
                <a:srgbClr val="000000"/>
              </a:solidFill>
            </a:ln>
          </p:spPr>
          <p:txBody>
            <a:bodyPr lIns="0" tIns="0" rIns="0" bIns="0"/>
            <a:lstStyle/>
            <a:p>
              <a:pPr>
                <a:defRPr/>
              </a:pPr>
              <a:endParaRPr sz="2647"/>
            </a:p>
          </p:txBody>
        </p:sp>
        <p:sp>
          <p:nvSpPr>
            <p:cNvPr id="53" name="object 53">
              <a:extLst>
                <a:ext uri="{FF2B5EF4-FFF2-40B4-BE49-F238E27FC236}">
                  <a16:creationId xmlns:a16="http://schemas.microsoft.com/office/drawing/2014/main" id="{B3C38741-380A-D954-BC5B-8A56AF625AC0}"/>
                </a:ext>
              </a:extLst>
            </p:cNvPr>
            <p:cNvSpPr/>
            <p:nvPr/>
          </p:nvSpPr>
          <p:spPr>
            <a:xfrm>
              <a:off x="2996687" y="6543724"/>
              <a:ext cx="246502" cy="237490"/>
            </a:xfrm>
            <a:custGeom>
              <a:avLst/>
              <a:gdLst/>
              <a:ahLst/>
              <a:cxnLst/>
              <a:rect l="l" t="t" r="r" b="b"/>
              <a:pathLst>
                <a:path w="247650" h="238125">
                  <a:moveTo>
                    <a:pt x="152196" y="0"/>
                  </a:moveTo>
                  <a:lnTo>
                    <a:pt x="118840" y="123533"/>
                  </a:lnTo>
                  <a:lnTo>
                    <a:pt x="0" y="170968"/>
                  </a:lnTo>
                  <a:lnTo>
                    <a:pt x="247067" y="237681"/>
                  </a:lnTo>
                  <a:lnTo>
                    <a:pt x="152196" y="0"/>
                  </a:lnTo>
                  <a:close/>
                </a:path>
              </a:pathLst>
            </a:custGeom>
            <a:solidFill>
              <a:srgbClr val="000000"/>
            </a:solidFill>
          </p:spPr>
          <p:txBody>
            <a:bodyPr lIns="0" tIns="0" rIns="0" bIns="0"/>
            <a:lstStyle/>
            <a:p>
              <a:pPr>
                <a:defRPr/>
              </a:pPr>
              <a:endParaRPr sz="2647"/>
            </a:p>
          </p:txBody>
        </p:sp>
        <p:sp>
          <p:nvSpPr>
            <p:cNvPr id="54" name="object 54">
              <a:extLst>
                <a:ext uri="{FF2B5EF4-FFF2-40B4-BE49-F238E27FC236}">
                  <a16:creationId xmlns:a16="http://schemas.microsoft.com/office/drawing/2014/main" id="{CCD7E7EF-F107-9B56-1F3F-DC2016496551}"/>
                </a:ext>
              </a:extLst>
            </p:cNvPr>
            <p:cNvSpPr/>
            <p:nvPr/>
          </p:nvSpPr>
          <p:spPr>
            <a:xfrm>
              <a:off x="3379934" y="5122383"/>
              <a:ext cx="2340864" cy="0"/>
            </a:xfrm>
            <a:custGeom>
              <a:avLst/>
              <a:gdLst/>
              <a:ahLst/>
              <a:cxnLst/>
              <a:rect l="l" t="t" r="r" b="b"/>
              <a:pathLst>
                <a:path w="2340610">
                  <a:moveTo>
                    <a:pt x="0" y="0"/>
                  </a:moveTo>
                  <a:lnTo>
                    <a:pt x="1154025" y="0"/>
                  </a:lnTo>
                </a:path>
                <a:path w="2340610">
                  <a:moveTo>
                    <a:pt x="1668036" y="0"/>
                  </a:moveTo>
                  <a:lnTo>
                    <a:pt x="2339990" y="0"/>
                  </a:lnTo>
                </a:path>
              </a:pathLst>
            </a:custGeom>
            <a:ln w="57226">
              <a:solidFill>
                <a:srgbClr val="000000"/>
              </a:solidFill>
            </a:ln>
          </p:spPr>
          <p:txBody>
            <a:bodyPr lIns="0" tIns="0" rIns="0" bIns="0"/>
            <a:lstStyle/>
            <a:p>
              <a:pPr>
                <a:defRPr/>
              </a:pPr>
              <a:endParaRPr sz="2647"/>
            </a:p>
          </p:txBody>
        </p:sp>
        <p:sp>
          <p:nvSpPr>
            <p:cNvPr id="55" name="object 55">
              <a:extLst>
                <a:ext uri="{FF2B5EF4-FFF2-40B4-BE49-F238E27FC236}">
                  <a16:creationId xmlns:a16="http://schemas.microsoft.com/office/drawing/2014/main" id="{9A65F73A-63C2-6804-8D40-38AC2E5EF0D9}"/>
                </a:ext>
              </a:extLst>
            </p:cNvPr>
            <p:cNvSpPr/>
            <p:nvPr/>
          </p:nvSpPr>
          <p:spPr>
            <a:xfrm>
              <a:off x="5634432" y="5009035"/>
              <a:ext cx="230308" cy="228495"/>
            </a:xfrm>
            <a:custGeom>
              <a:avLst/>
              <a:gdLst/>
              <a:ahLst/>
              <a:cxnLst/>
              <a:rect l="l" t="t" r="r" b="b"/>
              <a:pathLst>
                <a:path w="229235" h="229235">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56" name="object 56">
              <a:extLst>
                <a:ext uri="{FF2B5EF4-FFF2-40B4-BE49-F238E27FC236}">
                  <a16:creationId xmlns:a16="http://schemas.microsoft.com/office/drawing/2014/main" id="{24A2BAC4-22AC-7C60-1394-75FA6884AF20}"/>
                </a:ext>
              </a:extLst>
            </p:cNvPr>
            <p:cNvSpPr/>
            <p:nvPr/>
          </p:nvSpPr>
          <p:spPr>
            <a:xfrm>
              <a:off x="3466300" y="3387986"/>
              <a:ext cx="2247301" cy="0"/>
            </a:xfrm>
            <a:custGeom>
              <a:avLst/>
              <a:gdLst/>
              <a:ahLst/>
              <a:cxnLst/>
              <a:rect l="l" t="t" r="r" b="b"/>
              <a:pathLst>
                <a:path w="2247900">
                  <a:moveTo>
                    <a:pt x="0" y="0"/>
                  </a:moveTo>
                  <a:lnTo>
                    <a:pt x="1068188" y="0"/>
                  </a:lnTo>
                </a:path>
                <a:path w="2247900">
                  <a:moveTo>
                    <a:pt x="1582199" y="0"/>
                  </a:moveTo>
                  <a:lnTo>
                    <a:pt x="2247460" y="0"/>
                  </a:lnTo>
                </a:path>
              </a:pathLst>
            </a:custGeom>
            <a:ln w="57224">
              <a:solidFill>
                <a:srgbClr val="000000"/>
              </a:solidFill>
            </a:ln>
          </p:spPr>
          <p:txBody>
            <a:bodyPr lIns="0" tIns="0" rIns="0" bIns="0"/>
            <a:lstStyle/>
            <a:p>
              <a:pPr>
                <a:defRPr/>
              </a:pPr>
              <a:endParaRPr sz="2647"/>
            </a:p>
          </p:txBody>
        </p:sp>
        <p:sp>
          <p:nvSpPr>
            <p:cNvPr id="57" name="object 57">
              <a:extLst>
                <a:ext uri="{FF2B5EF4-FFF2-40B4-BE49-F238E27FC236}">
                  <a16:creationId xmlns:a16="http://schemas.microsoft.com/office/drawing/2014/main" id="{FA90FD66-24D7-84B9-7888-25C8D72DAF6B}"/>
                </a:ext>
              </a:extLst>
            </p:cNvPr>
            <p:cNvSpPr/>
            <p:nvPr/>
          </p:nvSpPr>
          <p:spPr>
            <a:xfrm>
              <a:off x="5629035" y="3272839"/>
              <a:ext cx="228508" cy="228494"/>
            </a:xfrm>
            <a:custGeom>
              <a:avLst/>
              <a:gdLst/>
              <a:ahLst/>
              <a:cxnLst/>
              <a:rect l="l" t="t" r="r" b="b"/>
              <a:pathLst>
                <a:path w="229235" h="229235">
                  <a:moveTo>
                    <a:pt x="0" y="0"/>
                  </a:moveTo>
                  <a:lnTo>
                    <a:pt x="57224" y="114449"/>
                  </a:lnTo>
                  <a:lnTo>
                    <a:pt x="0" y="228898"/>
                  </a:lnTo>
                  <a:lnTo>
                    <a:pt x="228898" y="114449"/>
                  </a:lnTo>
                  <a:lnTo>
                    <a:pt x="0" y="0"/>
                  </a:lnTo>
                  <a:close/>
                </a:path>
              </a:pathLst>
            </a:custGeom>
            <a:solidFill>
              <a:srgbClr val="000000"/>
            </a:solidFill>
          </p:spPr>
          <p:txBody>
            <a:bodyPr lIns="0" tIns="0" rIns="0" bIns="0"/>
            <a:lstStyle/>
            <a:p>
              <a:pPr>
                <a:defRPr/>
              </a:pPr>
              <a:endParaRPr sz="2647"/>
            </a:p>
          </p:txBody>
        </p:sp>
        <p:sp>
          <p:nvSpPr>
            <p:cNvPr id="58" name="object 58">
              <a:extLst>
                <a:ext uri="{FF2B5EF4-FFF2-40B4-BE49-F238E27FC236}">
                  <a16:creationId xmlns:a16="http://schemas.microsoft.com/office/drawing/2014/main" id="{D827A2DB-1EA9-C320-1219-ECD97CD424DA}"/>
                </a:ext>
              </a:extLst>
            </p:cNvPr>
            <p:cNvSpPr/>
            <p:nvPr/>
          </p:nvSpPr>
          <p:spPr>
            <a:xfrm>
              <a:off x="3437511" y="6907156"/>
              <a:ext cx="2249101" cy="0"/>
            </a:xfrm>
            <a:custGeom>
              <a:avLst/>
              <a:gdLst/>
              <a:ahLst/>
              <a:cxnLst/>
              <a:rect l="l" t="t" r="r" b="b"/>
              <a:pathLst>
                <a:path w="2249170">
                  <a:moveTo>
                    <a:pt x="0" y="0"/>
                  </a:moveTo>
                  <a:lnTo>
                    <a:pt x="934664" y="0"/>
                  </a:lnTo>
                </a:path>
                <a:path w="2249170">
                  <a:moveTo>
                    <a:pt x="1641864" y="0"/>
                  </a:moveTo>
                  <a:lnTo>
                    <a:pt x="2248950" y="0"/>
                  </a:lnTo>
                </a:path>
              </a:pathLst>
            </a:custGeom>
            <a:ln w="57224">
              <a:solidFill>
                <a:srgbClr val="000000"/>
              </a:solidFill>
            </a:ln>
          </p:spPr>
          <p:txBody>
            <a:bodyPr lIns="0" tIns="0" rIns="0" bIns="0"/>
            <a:lstStyle/>
            <a:p>
              <a:pPr>
                <a:defRPr/>
              </a:pPr>
              <a:endParaRPr sz="2647"/>
            </a:p>
          </p:txBody>
        </p:sp>
        <p:sp>
          <p:nvSpPr>
            <p:cNvPr id="59" name="object 59">
              <a:extLst>
                <a:ext uri="{FF2B5EF4-FFF2-40B4-BE49-F238E27FC236}">
                  <a16:creationId xmlns:a16="http://schemas.microsoft.com/office/drawing/2014/main" id="{F96333D4-33F4-F330-C73E-DD175D2C99A3}"/>
                </a:ext>
              </a:extLst>
            </p:cNvPr>
            <p:cNvSpPr/>
            <p:nvPr/>
          </p:nvSpPr>
          <p:spPr>
            <a:xfrm>
              <a:off x="5600246" y="6792009"/>
              <a:ext cx="230308" cy="228494"/>
            </a:xfrm>
            <a:custGeom>
              <a:avLst/>
              <a:gdLst/>
              <a:ahLst/>
              <a:cxnLst/>
              <a:rect l="l" t="t" r="r" b="b"/>
              <a:pathLst>
                <a:path w="229235" h="229234">
                  <a:moveTo>
                    <a:pt x="0" y="0"/>
                  </a:moveTo>
                  <a:lnTo>
                    <a:pt x="57223" y="114448"/>
                  </a:lnTo>
                  <a:lnTo>
                    <a:pt x="0" y="228897"/>
                  </a:lnTo>
                  <a:lnTo>
                    <a:pt x="228897" y="114448"/>
                  </a:lnTo>
                  <a:lnTo>
                    <a:pt x="0" y="0"/>
                  </a:lnTo>
                  <a:close/>
                </a:path>
              </a:pathLst>
            </a:custGeom>
            <a:solidFill>
              <a:srgbClr val="000000"/>
            </a:solidFill>
          </p:spPr>
          <p:txBody>
            <a:bodyPr lIns="0" tIns="0" rIns="0" bIns="0"/>
            <a:lstStyle/>
            <a:p>
              <a:pPr>
                <a:defRPr/>
              </a:pPr>
              <a:endParaRPr sz="2647"/>
            </a:p>
          </p:txBody>
        </p:sp>
        <p:sp>
          <p:nvSpPr>
            <p:cNvPr id="60" name="object 60">
              <a:extLst>
                <a:ext uri="{FF2B5EF4-FFF2-40B4-BE49-F238E27FC236}">
                  <a16:creationId xmlns:a16="http://schemas.microsoft.com/office/drawing/2014/main" id="{2F786B72-E703-FBDB-DE82-D069BE5ABD05}"/>
                </a:ext>
              </a:extLst>
            </p:cNvPr>
            <p:cNvSpPr/>
            <p:nvPr/>
          </p:nvSpPr>
          <p:spPr>
            <a:xfrm>
              <a:off x="3241389" y="6689456"/>
              <a:ext cx="352659" cy="352637"/>
            </a:xfrm>
            <a:custGeom>
              <a:avLst/>
              <a:gdLst/>
              <a:ahLst/>
              <a:cxnLst/>
              <a:rect l="l" t="t" r="r" b="b"/>
              <a:pathLst>
                <a:path w="353060" h="353059">
                  <a:moveTo>
                    <a:pt x="176442" y="0"/>
                  </a:moveTo>
                  <a:lnTo>
                    <a:pt x="131683" y="5742"/>
                  </a:lnTo>
                  <a:lnTo>
                    <a:pt x="89302" y="22968"/>
                  </a:lnTo>
                  <a:lnTo>
                    <a:pt x="51678" y="51678"/>
                  </a:lnTo>
                  <a:lnTo>
                    <a:pt x="22968" y="89302"/>
                  </a:lnTo>
                  <a:lnTo>
                    <a:pt x="5742" y="131682"/>
                  </a:lnTo>
                  <a:lnTo>
                    <a:pt x="0" y="176441"/>
                  </a:lnTo>
                  <a:lnTo>
                    <a:pt x="5742" y="221200"/>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0"/>
                  </a:lnTo>
                  <a:lnTo>
                    <a:pt x="352883" y="176441"/>
                  </a:lnTo>
                  <a:lnTo>
                    <a:pt x="347141" y="131682"/>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61" name="object 61">
              <a:extLst>
                <a:ext uri="{FF2B5EF4-FFF2-40B4-BE49-F238E27FC236}">
                  <a16:creationId xmlns:a16="http://schemas.microsoft.com/office/drawing/2014/main" id="{7F004E9D-683F-0D91-491A-CC130B533AD2}"/>
                </a:ext>
              </a:extLst>
            </p:cNvPr>
            <p:cNvSpPr/>
            <p:nvPr/>
          </p:nvSpPr>
          <p:spPr>
            <a:xfrm>
              <a:off x="3241389" y="6689456"/>
              <a:ext cx="352659"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62" name="object 62">
              <a:extLst>
                <a:ext uri="{FF2B5EF4-FFF2-40B4-BE49-F238E27FC236}">
                  <a16:creationId xmlns:a16="http://schemas.microsoft.com/office/drawing/2014/main" id="{CF3ECE01-1F8E-66BA-BA63-C715DA5ACAB2}"/>
                </a:ext>
              </a:extLst>
            </p:cNvPr>
            <p:cNvSpPr/>
            <p:nvPr/>
          </p:nvSpPr>
          <p:spPr>
            <a:xfrm>
              <a:off x="5864740" y="6689456"/>
              <a:ext cx="352659" cy="352637"/>
            </a:xfrm>
            <a:custGeom>
              <a:avLst/>
              <a:gdLst/>
              <a:ahLst/>
              <a:cxnLst/>
              <a:rect l="l" t="t" r="r" b="b"/>
              <a:pathLst>
                <a:path w="353060" h="353059">
                  <a:moveTo>
                    <a:pt x="176442" y="0"/>
                  </a:moveTo>
                  <a:lnTo>
                    <a:pt x="131683" y="5742"/>
                  </a:lnTo>
                  <a:lnTo>
                    <a:pt x="89303" y="22968"/>
                  </a:lnTo>
                  <a:lnTo>
                    <a:pt x="51679" y="51678"/>
                  </a:ln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0"/>
                  </a:lnTo>
                  <a:lnTo>
                    <a:pt x="352884" y="176441"/>
                  </a:lnTo>
                  <a:lnTo>
                    <a:pt x="347142" y="131682"/>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3" name="object 63">
              <a:extLst>
                <a:ext uri="{FF2B5EF4-FFF2-40B4-BE49-F238E27FC236}">
                  <a16:creationId xmlns:a16="http://schemas.microsoft.com/office/drawing/2014/main" id="{9290AF08-15FD-D9C8-F4C5-BABFFE48FECE}"/>
                </a:ext>
              </a:extLst>
            </p:cNvPr>
            <p:cNvSpPr/>
            <p:nvPr/>
          </p:nvSpPr>
          <p:spPr>
            <a:xfrm>
              <a:off x="5864740" y="6689456"/>
              <a:ext cx="352659" cy="352637"/>
            </a:xfrm>
            <a:custGeom>
              <a:avLst/>
              <a:gdLst/>
              <a:ahLst/>
              <a:cxnLst/>
              <a:rect l="l" t="t" r="r" b="b"/>
              <a:pathLst>
                <a:path w="353060" h="353059">
                  <a:moveTo>
                    <a:pt x="51679" y="51677"/>
                  </a:moveTo>
                  <a:lnTo>
                    <a:pt x="22968" y="89301"/>
                  </a:lnTo>
                  <a:lnTo>
                    <a:pt x="5742" y="131682"/>
                  </a:lnTo>
                  <a:lnTo>
                    <a:pt x="0" y="176441"/>
                  </a:lnTo>
                  <a:lnTo>
                    <a:pt x="5742" y="221200"/>
                  </a:lnTo>
                  <a:lnTo>
                    <a:pt x="22968" y="263580"/>
                  </a:lnTo>
                  <a:lnTo>
                    <a:pt x="51679" y="301204"/>
                  </a:lnTo>
                  <a:lnTo>
                    <a:pt x="89303" y="329914"/>
                  </a:lnTo>
                  <a:lnTo>
                    <a:pt x="131683" y="347141"/>
                  </a:lnTo>
                  <a:lnTo>
                    <a:pt x="176442" y="352883"/>
                  </a:lnTo>
                  <a:lnTo>
                    <a:pt x="221201" y="347141"/>
                  </a:lnTo>
                  <a:lnTo>
                    <a:pt x="263581" y="329914"/>
                  </a:lnTo>
                  <a:lnTo>
                    <a:pt x="301205" y="301204"/>
                  </a:lnTo>
                  <a:lnTo>
                    <a:pt x="329915" y="263580"/>
                  </a:lnTo>
                  <a:lnTo>
                    <a:pt x="347142" y="221200"/>
                  </a:lnTo>
                  <a:lnTo>
                    <a:pt x="352884" y="176441"/>
                  </a:lnTo>
                  <a:lnTo>
                    <a:pt x="347142" y="131682"/>
                  </a:lnTo>
                  <a:lnTo>
                    <a:pt x="329915" y="89301"/>
                  </a:lnTo>
                  <a:lnTo>
                    <a:pt x="301205" y="51677"/>
                  </a:lnTo>
                  <a:lnTo>
                    <a:pt x="263581" y="22967"/>
                  </a:lnTo>
                  <a:lnTo>
                    <a:pt x="221201" y="5741"/>
                  </a:lnTo>
                  <a:lnTo>
                    <a:pt x="176442" y="0"/>
                  </a:lnTo>
                  <a:lnTo>
                    <a:pt x="131683" y="5741"/>
                  </a:lnTo>
                  <a:lnTo>
                    <a:pt x="89303" y="22967"/>
                  </a:lnTo>
                  <a:lnTo>
                    <a:pt x="51679" y="51677"/>
                  </a:lnTo>
                </a:path>
              </a:pathLst>
            </a:custGeom>
            <a:ln w="9537">
              <a:solidFill>
                <a:srgbClr val="BABABA"/>
              </a:solidFill>
            </a:ln>
          </p:spPr>
          <p:txBody>
            <a:bodyPr lIns="0" tIns="0" rIns="0" bIns="0"/>
            <a:lstStyle/>
            <a:p>
              <a:pPr>
                <a:defRPr/>
              </a:pPr>
              <a:endParaRPr sz="2647"/>
            </a:p>
          </p:txBody>
        </p:sp>
        <p:sp>
          <p:nvSpPr>
            <p:cNvPr id="64" name="object 64">
              <a:extLst>
                <a:ext uri="{FF2B5EF4-FFF2-40B4-BE49-F238E27FC236}">
                  <a16:creationId xmlns:a16="http://schemas.microsoft.com/office/drawing/2014/main" id="{830332F1-426D-198C-06E2-2AA2D5BFE8FD}"/>
                </a:ext>
              </a:extLst>
            </p:cNvPr>
            <p:cNvSpPr/>
            <p:nvPr/>
          </p:nvSpPr>
          <p:spPr>
            <a:xfrm>
              <a:off x="3241389" y="4906483"/>
              <a:ext cx="352659" cy="354435"/>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65" name="object 65">
              <a:extLst>
                <a:ext uri="{FF2B5EF4-FFF2-40B4-BE49-F238E27FC236}">
                  <a16:creationId xmlns:a16="http://schemas.microsoft.com/office/drawing/2014/main" id="{2834784C-7DCC-677B-1AFA-270EC81D8AAF}"/>
                </a:ext>
              </a:extLst>
            </p:cNvPr>
            <p:cNvSpPr/>
            <p:nvPr/>
          </p:nvSpPr>
          <p:spPr>
            <a:xfrm>
              <a:off x="3241389" y="4906483"/>
              <a:ext cx="352659"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66" name="object 66">
              <a:extLst>
                <a:ext uri="{FF2B5EF4-FFF2-40B4-BE49-F238E27FC236}">
                  <a16:creationId xmlns:a16="http://schemas.microsoft.com/office/drawing/2014/main" id="{5DA59184-D587-B580-EB49-F53C6E48B89C}"/>
                </a:ext>
              </a:extLst>
            </p:cNvPr>
            <p:cNvSpPr/>
            <p:nvPr/>
          </p:nvSpPr>
          <p:spPr>
            <a:xfrm>
              <a:off x="5864740" y="3188278"/>
              <a:ext cx="352659" cy="352637"/>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7" name="object 67">
              <a:extLst>
                <a:ext uri="{FF2B5EF4-FFF2-40B4-BE49-F238E27FC236}">
                  <a16:creationId xmlns:a16="http://schemas.microsoft.com/office/drawing/2014/main" id="{A340BB22-C102-7CB9-736B-28640ED3B81A}"/>
                </a:ext>
              </a:extLst>
            </p:cNvPr>
            <p:cNvSpPr/>
            <p:nvPr/>
          </p:nvSpPr>
          <p:spPr>
            <a:xfrm>
              <a:off x="5864740" y="3188278"/>
              <a:ext cx="352659"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68" name="object 68">
              <a:extLst>
                <a:ext uri="{FF2B5EF4-FFF2-40B4-BE49-F238E27FC236}">
                  <a16:creationId xmlns:a16="http://schemas.microsoft.com/office/drawing/2014/main" id="{344D1A15-7AF7-F01B-1B5B-39D548BB57BA}"/>
                </a:ext>
              </a:extLst>
            </p:cNvPr>
            <p:cNvSpPr/>
            <p:nvPr/>
          </p:nvSpPr>
          <p:spPr>
            <a:xfrm>
              <a:off x="5864740" y="4906483"/>
              <a:ext cx="352659" cy="354435"/>
            </a:xfrm>
            <a:custGeom>
              <a:avLst/>
              <a:gdLst/>
              <a:ahLst/>
              <a:cxnLst/>
              <a:rect l="l" t="t" r="r" b="b"/>
              <a:pathLst>
                <a:path w="353060" h="353060">
                  <a:moveTo>
                    <a:pt x="176442" y="0"/>
                  </a:moveTo>
                  <a:lnTo>
                    <a:pt x="131683" y="5742"/>
                  </a:lnTo>
                  <a:lnTo>
                    <a:pt x="89303" y="22968"/>
                  </a:lnTo>
                  <a:lnTo>
                    <a:pt x="51679" y="51678"/>
                  </a:lnTo>
                  <a:lnTo>
                    <a:pt x="22968" y="89302"/>
                  </a:lnTo>
                  <a:lnTo>
                    <a:pt x="5742" y="131683"/>
                  </a:lnTo>
                  <a:lnTo>
                    <a:pt x="0" y="176442"/>
                  </a:lnTo>
                  <a:lnTo>
                    <a:pt x="5742" y="221201"/>
                  </a:lnTo>
                  <a:lnTo>
                    <a:pt x="22968" y="263581"/>
                  </a:lnTo>
                  <a:lnTo>
                    <a:pt x="51679" y="301204"/>
                  </a:lnTo>
                  <a:lnTo>
                    <a:pt x="89303" y="329915"/>
                  </a:lnTo>
                  <a:lnTo>
                    <a:pt x="131683" y="347141"/>
                  </a:lnTo>
                  <a:lnTo>
                    <a:pt x="176442" y="352883"/>
                  </a:lnTo>
                  <a:lnTo>
                    <a:pt x="221201" y="347141"/>
                  </a:lnTo>
                  <a:lnTo>
                    <a:pt x="263581" y="329915"/>
                  </a:lnTo>
                  <a:lnTo>
                    <a:pt x="301205" y="301204"/>
                  </a:lnTo>
                  <a:lnTo>
                    <a:pt x="329916" y="263581"/>
                  </a:lnTo>
                  <a:lnTo>
                    <a:pt x="347142" y="221201"/>
                  </a:lnTo>
                  <a:lnTo>
                    <a:pt x="352884" y="176442"/>
                  </a:lnTo>
                  <a:lnTo>
                    <a:pt x="347142" y="131683"/>
                  </a:lnTo>
                  <a:lnTo>
                    <a:pt x="329916" y="89302"/>
                  </a:lnTo>
                  <a:lnTo>
                    <a:pt x="301205" y="51678"/>
                  </a:lnTo>
                  <a:lnTo>
                    <a:pt x="263581" y="22968"/>
                  </a:lnTo>
                  <a:lnTo>
                    <a:pt x="221201" y="5742"/>
                  </a:lnTo>
                  <a:lnTo>
                    <a:pt x="176442" y="0"/>
                  </a:lnTo>
                  <a:close/>
                </a:path>
              </a:pathLst>
            </a:custGeom>
            <a:solidFill>
              <a:srgbClr val="FFFFFF"/>
            </a:solidFill>
          </p:spPr>
          <p:txBody>
            <a:bodyPr lIns="0" tIns="0" rIns="0" bIns="0"/>
            <a:lstStyle/>
            <a:p>
              <a:pPr>
                <a:defRPr/>
              </a:pPr>
              <a:endParaRPr sz="2647"/>
            </a:p>
          </p:txBody>
        </p:sp>
        <p:sp>
          <p:nvSpPr>
            <p:cNvPr id="69" name="object 69">
              <a:extLst>
                <a:ext uri="{FF2B5EF4-FFF2-40B4-BE49-F238E27FC236}">
                  <a16:creationId xmlns:a16="http://schemas.microsoft.com/office/drawing/2014/main" id="{8DCD7EFD-9216-68EC-B10F-375D7F3B4B98}"/>
                </a:ext>
              </a:extLst>
            </p:cNvPr>
            <p:cNvSpPr/>
            <p:nvPr/>
          </p:nvSpPr>
          <p:spPr>
            <a:xfrm>
              <a:off x="5864740" y="4906483"/>
              <a:ext cx="352659" cy="354435"/>
            </a:xfrm>
            <a:custGeom>
              <a:avLst/>
              <a:gdLst/>
              <a:ahLst/>
              <a:cxnLst/>
              <a:rect l="l" t="t" r="r" b="b"/>
              <a:pathLst>
                <a:path w="353060" h="353060">
                  <a:moveTo>
                    <a:pt x="51679" y="51679"/>
                  </a:moveTo>
                  <a:lnTo>
                    <a:pt x="22968" y="89303"/>
                  </a:lnTo>
                  <a:lnTo>
                    <a:pt x="5742" y="131683"/>
                  </a:lnTo>
                  <a:lnTo>
                    <a:pt x="0" y="176442"/>
                  </a:lnTo>
                  <a:lnTo>
                    <a:pt x="5742" y="221201"/>
                  </a:lnTo>
                  <a:lnTo>
                    <a:pt x="22968" y="263581"/>
                  </a:lnTo>
                  <a:lnTo>
                    <a:pt x="51679" y="301205"/>
                  </a:lnTo>
                  <a:lnTo>
                    <a:pt x="89303" y="329915"/>
                  </a:lnTo>
                  <a:lnTo>
                    <a:pt x="131683" y="347142"/>
                  </a:lnTo>
                  <a:lnTo>
                    <a:pt x="176442" y="352884"/>
                  </a:lnTo>
                  <a:lnTo>
                    <a:pt x="221201" y="347142"/>
                  </a:lnTo>
                  <a:lnTo>
                    <a:pt x="263581" y="329915"/>
                  </a:lnTo>
                  <a:lnTo>
                    <a:pt x="301205" y="301205"/>
                  </a:lnTo>
                  <a:lnTo>
                    <a:pt x="329915" y="263581"/>
                  </a:lnTo>
                  <a:lnTo>
                    <a:pt x="347142" y="221201"/>
                  </a:lnTo>
                  <a:lnTo>
                    <a:pt x="352884" y="176442"/>
                  </a:lnTo>
                  <a:lnTo>
                    <a:pt x="347142" y="131683"/>
                  </a:lnTo>
                  <a:lnTo>
                    <a:pt x="329915" y="89303"/>
                  </a:lnTo>
                  <a:lnTo>
                    <a:pt x="301205" y="51679"/>
                  </a:lnTo>
                  <a:lnTo>
                    <a:pt x="263581" y="22968"/>
                  </a:lnTo>
                  <a:lnTo>
                    <a:pt x="221201" y="5742"/>
                  </a:lnTo>
                  <a:lnTo>
                    <a:pt x="176442" y="0"/>
                  </a:lnTo>
                  <a:lnTo>
                    <a:pt x="131683" y="5742"/>
                  </a:lnTo>
                  <a:lnTo>
                    <a:pt x="89303" y="22968"/>
                  </a:lnTo>
                  <a:lnTo>
                    <a:pt x="51679" y="51679"/>
                  </a:lnTo>
                </a:path>
              </a:pathLst>
            </a:custGeom>
            <a:ln w="9537">
              <a:solidFill>
                <a:srgbClr val="BABABA"/>
              </a:solidFill>
            </a:ln>
          </p:spPr>
          <p:txBody>
            <a:bodyPr lIns="0" tIns="0" rIns="0" bIns="0"/>
            <a:lstStyle/>
            <a:p>
              <a:pPr>
                <a:defRPr/>
              </a:pPr>
              <a:endParaRPr sz="2647"/>
            </a:p>
          </p:txBody>
        </p:sp>
        <p:sp>
          <p:nvSpPr>
            <p:cNvPr id="70" name="object 70">
              <a:extLst>
                <a:ext uri="{FF2B5EF4-FFF2-40B4-BE49-F238E27FC236}">
                  <a16:creationId xmlns:a16="http://schemas.microsoft.com/office/drawing/2014/main" id="{A6693545-E07E-87DB-0AA4-6AF902540828}"/>
                </a:ext>
              </a:extLst>
            </p:cNvPr>
            <p:cNvSpPr/>
            <p:nvPr/>
          </p:nvSpPr>
          <p:spPr>
            <a:xfrm>
              <a:off x="1236990" y="4901085"/>
              <a:ext cx="352659" cy="352637"/>
            </a:xfrm>
            <a:custGeom>
              <a:avLst/>
              <a:gdLst/>
              <a:ahLst/>
              <a:cxnLst/>
              <a:rect l="l" t="t" r="r" b="b"/>
              <a:pathLst>
                <a:path w="353059" h="353060">
                  <a:moveTo>
                    <a:pt x="176441" y="0"/>
                  </a:moveTo>
                  <a:lnTo>
                    <a:pt x="131682" y="5742"/>
                  </a:lnTo>
                  <a:lnTo>
                    <a:pt x="89302" y="22968"/>
                  </a:lnTo>
                  <a:lnTo>
                    <a:pt x="51678" y="51678"/>
                  </a:lnTo>
                  <a:lnTo>
                    <a:pt x="22968" y="89302"/>
                  </a:lnTo>
                  <a:lnTo>
                    <a:pt x="5742" y="131682"/>
                  </a:lnTo>
                  <a:lnTo>
                    <a:pt x="0" y="176441"/>
                  </a:lnTo>
                  <a:lnTo>
                    <a:pt x="5742" y="221200"/>
                  </a:lnTo>
                  <a:lnTo>
                    <a:pt x="22968" y="263580"/>
                  </a:lnTo>
                  <a:lnTo>
                    <a:pt x="51678" y="301204"/>
                  </a:lnTo>
                  <a:lnTo>
                    <a:pt x="89302" y="329915"/>
                  </a:lnTo>
                  <a:lnTo>
                    <a:pt x="131682" y="347141"/>
                  </a:lnTo>
                  <a:lnTo>
                    <a:pt x="176441" y="352883"/>
                  </a:lnTo>
                  <a:lnTo>
                    <a:pt x="221200" y="347141"/>
                  </a:lnTo>
                  <a:lnTo>
                    <a:pt x="263580" y="329915"/>
                  </a:lnTo>
                  <a:lnTo>
                    <a:pt x="301204" y="301204"/>
                  </a:lnTo>
                  <a:lnTo>
                    <a:pt x="329915" y="263580"/>
                  </a:lnTo>
                  <a:lnTo>
                    <a:pt x="347141" y="221200"/>
                  </a:lnTo>
                  <a:lnTo>
                    <a:pt x="352883" y="176441"/>
                  </a:lnTo>
                  <a:lnTo>
                    <a:pt x="347141" y="131682"/>
                  </a:lnTo>
                  <a:lnTo>
                    <a:pt x="329915" y="89302"/>
                  </a:lnTo>
                  <a:lnTo>
                    <a:pt x="301204" y="51678"/>
                  </a:lnTo>
                  <a:lnTo>
                    <a:pt x="263580" y="22968"/>
                  </a:lnTo>
                  <a:lnTo>
                    <a:pt x="221200" y="5742"/>
                  </a:lnTo>
                  <a:lnTo>
                    <a:pt x="176441" y="0"/>
                  </a:lnTo>
                  <a:close/>
                </a:path>
              </a:pathLst>
            </a:custGeom>
            <a:solidFill>
              <a:srgbClr val="FFFFFF"/>
            </a:solidFill>
          </p:spPr>
          <p:txBody>
            <a:bodyPr lIns="0" tIns="0" rIns="0" bIns="0"/>
            <a:lstStyle/>
            <a:p>
              <a:pPr>
                <a:defRPr/>
              </a:pPr>
              <a:endParaRPr sz="2647"/>
            </a:p>
          </p:txBody>
        </p:sp>
        <p:sp>
          <p:nvSpPr>
            <p:cNvPr id="71" name="object 71">
              <a:extLst>
                <a:ext uri="{FF2B5EF4-FFF2-40B4-BE49-F238E27FC236}">
                  <a16:creationId xmlns:a16="http://schemas.microsoft.com/office/drawing/2014/main" id="{E7129CE1-C512-CCE0-BA6E-F02C30CE34C9}"/>
                </a:ext>
              </a:extLst>
            </p:cNvPr>
            <p:cNvSpPr/>
            <p:nvPr/>
          </p:nvSpPr>
          <p:spPr>
            <a:xfrm>
              <a:off x="1236990" y="4901085"/>
              <a:ext cx="352659" cy="352637"/>
            </a:xfrm>
            <a:custGeom>
              <a:avLst/>
              <a:gdLst/>
              <a:ahLst/>
              <a:cxnLst/>
              <a:rect l="l" t="t" r="r" b="b"/>
              <a:pathLst>
                <a:path w="353059" h="353060">
                  <a:moveTo>
                    <a:pt x="301205" y="51678"/>
                  </a:moveTo>
                  <a:lnTo>
                    <a:pt x="329916" y="89302"/>
                  </a:lnTo>
                  <a:lnTo>
                    <a:pt x="347142" y="131683"/>
                  </a:lnTo>
                  <a:lnTo>
                    <a:pt x="352884" y="176442"/>
                  </a:lnTo>
                  <a:lnTo>
                    <a:pt x="347142" y="221201"/>
                  </a:lnTo>
                  <a:lnTo>
                    <a:pt x="329916" y="263581"/>
                  </a:lnTo>
                  <a:lnTo>
                    <a:pt x="301205" y="301204"/>
                  </a:lnTo>
                  <a:lnTo>
                    <a:pt x="263582" y="329915"/>
                  </a:lnTo>
                  <a:lnTo>
                    <a:pt x="221201" y="347141"/>
                  </a:lnTo>
                  <a:lnTo>
                    <a:pt x="176442" y="352883"/>
                  </a:lnTo>
                  <a:lnTo>
                    <a:pt x="131683" y="347141"/>
                  </a:lnTo>
                  <a:lnTo>
                    <a:pt x="89302" y="329915"/>
                  </a:lnTo>
                  <a:lnTo>
                    <a:pt x="51678" y="301204"/>
                  </a:lnTo>
                  <a:lnTo>
                    <a:pt x="22968" y="263581"/>
                  </a:lnTo>
                  <a:lnTo>
                    <a:pt x="5742" y="221201"/>
                  </a:lnTo>
                  <a:lnTo>
                    <a:pt x="0" y="176442"/>
                  </a:lnTo>
                  <a:lnTo>
                    <a:pt x="5742" y="131683"/>
                  </a:lnTo>
                  <a:lnTo>
                    <a:pt x="22968" y="89302"/>
                  </a:lnTo>
                  <a:lnTo>
                    <a:pt x="51678" y="51678"/>
                  </a:lnTo>
                  <a:lnTo>
                    <a:pt x="89302" y="22968"/>
                  </a:lnTo>
                  <a:lnTo>
                    <a:pt x="131683" y="5742"/>
                  </a:lnTo>
                  <a:lnTo>
                    <a:pt x="176442" y="0"/>
                  </a:lnTo>
                  <a:lnTo>
                    <a:pt x="221201" y="5742"/>
                  </a:lnTo>
                  <a:lnTo>
                    <a:pt x="263582" y="22968"/>
                  </a:lnTo>
                  <a:lnTo>
                    <a:pt x="301205" y="51678"/>
                  </a:lnTo>
                </a:path>
              </a:pathLst>
            </a:custGeom>
            <a:ln w="9537">
              <a:solidFill>
                <a:srgbClr val="BABABA"/>
              </a:solidFill>
            </a:ln>
          </p:spPr>
          <p:txBody>
            <a:bodyPr lIns="0" tIns="0" rIns="0" bIns="0"/>
            <a:lstStyle/>
            <a:p>
              <a:pPr>
                <a:defRPr/>
              </a:pPr>
              <a:endParaRPr sz="2647"/>
            </a:p>
          </p:txBody>
        </p:sp>
      </p:grpSp>
      <p:sp>
        <p:nvSpPr>
          <p:cNvPr id="72" name="object 72">
            <a:extLst>
              <a:ext uri="{FF2B5EF4-FFF2-40B4-BE49-F238E27FC236}">
                <a16:creationId xmlns:a16="http://schemas.microsoft.com/office/drawing/2014/main" id="{EFEFA03D-8621-4C72-346F-1BDA4076913F}"/>
              </a:ext>
            </a:extLst>
          </p:cNvPr>
          <p:cNvSpPr txBox="1"/>
          <p:nvPr/>
        </p:nvSpPr>
        <p:spPr>
          <a:xfrm>
            <a:off x="1327150" y="4338638"/>
            <a:ext cx="109538" cy="214312"/>
          </a:xfrm>
          <a:prstGeom prst="rect">
            <a:avLst/>
          </a:prstGeom>
        </p:spPr>
        <p:txBody>
          <a:bodyPr lIns="0" tIns="11206" rIns="0" bIns="0">
            <a:spAutoFit/>
          </a:bodyPr>
          <a:lstStyle/>
          <a:p>
            <a:pPr marL="11206">
              <a:spcBef>
                <a:spcPts val="88"/>
              </a:spcBef>
              <a:defRPr/>
            </a:pPr>
            <a:r>
              <a:rPr sz="1324" dirty="0">
                <a:solidFill>
                  <a:srgbClr val="606060"/>
                </a:solidFill>
                <a:latin typeface="Lucida Sans"/>
                <a:cs typeface="Lucida Sans"/>
              </a:rPr>
              <a:t>s</a:t>
            </a:r>
            <a:endParaRPr sz="1324">
              <a:latin typeface="Lucida Sans"/>
              <a:cs typeface="Lucida Sans"/>
            </a:endParaRPr>
          </a:p>
        </p:txBody>
      </p:sp>
      <p:grpSp>
        <p:nvGrpSpPr>
          <p:cNvPr id="122895" name="object 73">
            <a:extLst>
              <a:ext uri="{FF2B5EF4-FFF2-40B4-BE49-F238E27FC236}">
                <a16:creationId xmlns:a16="http://schemas.microsoft.com/office/drawing/2014/main" id="{8C66CAAF-6BE5-1842-1D0B-029A4594CB41}"/>
              </a:ext>
            </a:extLst>
          </p:cNvPr>
          <p:cNvGrpSpPr>
            <a:grpSpLocks/>
          </p:cNvGrpSpPr>
          <p:nvPr/>
        </p:nvGrpSpPr>
        <p:grpSpPr bwMode="auto">
          <a:xfrm>
            <a:off x="4121150" y="3438525"/>
            <a:ext cx="3265488" cy="2090738"/>
            <a:chOff x="4519007" y="3897560"/>
            <a:chExt cx="3700779" cy="2369185"/>
          </a:xfrm>
        </p:grpSpPr>
        <p:sp>
          <p:nvSpPr>
            <p:cNvPr id="74" name="object 74">
              <a:extLst>
                <a:ext uri="{FF2B5EF4-FFF2-40B4-BE49-F238E27FC236}">
                  <a16:creationId xmlns:a16="http://schemas.microsoft.com/office/drawing/2014/main" id="{2A8FCF7E-DD77-57BE-A2A5-F4D707312338}"/>
                </a:ext>
              </a:extLst>
            </p:cNvPr>
            <p:cNvSpPr/>
            <p:nvPr/>
          </p:nvSpPr>
          <p:spPr>
            <a:xfrm>
              <a:off x="7861762" y="4903160"/>
              <a:ext cx="352626" cy="354388"/>
            </a:xfrm>
            <a:custGeom>
              <a:avLst/>
              <a:gdLst/>
              <a:ahLst/>
              <a:cxnLst/>
              <a:rect l="l" t="t" r="r" b="b"/>
              <a:pathLst>
                <a:path w="353059" h="353060">
                  <a:moveTo>
                    <a:pt x="176440" y="0"/>
                  </a:moveTo>
                  <a:lnTo>
                    <a:pt x="131681" y="5742"/>
                  </a:lnTo>
                  <a:lnTo>
                    <a:pt x="89301" y="22968"/>
                  </a:lnTo>
                  <a:lnTo>
                    <a:pt x="51677" y="51678"/>
                  </a:lnTo>
                  <a:lnTo>
                    <a:pt x="22967" y="89302"/>
                  </a:lnTo>
                  <a:lnTo>
                    <a:pt x="5741" y="131683"/>
                  </a:lnTo>
                  <a:lnTo>
                    <a:pt x="0" y="176442"/>
                  </a:lnTo>
                  <a:lnTo>
                    <a:pt x="5741" y="221201"/>
                  </a:lnTo>
                  <a:lnTo>
                    <a:pt x="22967" y="263581"/>
                  </a:lnTo>
                  <a:lnTo>
                    <a:pt x="51677" y="301204"/>
                  </a:lnTo>
                  <a:lnTo>
                    <a:pt x="89301" y="329915"/>
                  </a:lnTo>
                  <a:lnTo>
                    <a:pt x="131681" y="347141"/>
                  </a:lnTo>
                  <a:lnTo>
                    <a:pt x="176440" y="352883"/>
                  </a:lnTo>
                  <a:lnTo>
                    <a:pt x="221199" y="347141"/>
                  </a:lnTo>
                  <a:lnTo>
                    <a:pt x="263580" y="329915"/>
                  </a:lnTo>
                  <a:lnTo>
                    <a:pt x="301203" y="301204"/>
                  </a:lnTo>
                  <a:lnTo>
                    <a:pt x="329914" y="263581"/>
                  </a:lnTo>
                  <a:lnTo>
                    <a:pt x="347141" y="221201"/>
                  </a:lnTo>
                  <a:lnTo>
                    <a:pt x="352883" y="176442"/>
                  </a:lnTo>
                  <a:lnTo>
                    <a:pt x="347141" y="131683"/>
                  </a:lnTo>
                  <a:lnTo>
                    <a:pt x="329914" y="89302"/>
                  </a:lnTo>
                  <a:lnTo>
                    <a:pt x="301203" y="51678"/>
                  </a:lnTo>
                  <a:lnTo>
                    <a:pt x="263580" y="22968"/>
                  </a:lnTo>
                  <a:lnTo>
                    <a:pt x="221199" y="5742"/>
                  </a:lnTo>
                  <a:lnTo>
                    <a:pt x="176440" y="0"/>
                  </a:lnTo>
                  <a:close/>
                </a:path>
              </a:pathLst>
            </a:custGeom>
            <a:solidFill>
              <a:srgbClr val="FFFFFF"/>
            </a:solidFill>
          </p:spPr>
          <p:txBody>
            <a:bodyPr lIns="0" tIns="0" rIns="0" bIns="0"/>
            <a:lstStyle/>
            <a:p>
              <a:pPr>
                <a:defRPr/>
              </a:pPr>
              <a:endParaRPr sz="2647"/>
            </a:p>
          </p:txBody>
        </p:sp>
        <p:sp>
          <p:nvSpPr>
            <p:cNvPr id="75" name="object 75">
              <a:extLst>
                <a:ext uri="{FF2B5EF4-FFF2-40B4-BE49-F238E27FC236}">
                  <a16:creationId xmlns:a16="http://schemas.microsoft.com/office/drawing/2014/main" id="{5B633B03-0950-2E16-9EDD-F8701F0252DA}"/>
                </a:ext>
              </a:extLst>
            </p:cNvPr>
            <p:cNvSpPr/>
            <p:nvPr/>
          </p:nvSpPr>
          <p:spPr>
            <a:xfrm>
              <a:off x="7861762" y="4903160"/>
              <a:ext cx="352626" cy="354388"/>
            </a:xfrm>
            <a:custGeom>
              <a:avLst/>
              <a:gdLst/>
              <a:ahLst/>
              <a:cxnLst/>
              <a:rect l="l" t="t" r="r" b="b"/>
              <a:pathLst>
                <a:path w="353059" h="353060">
                  <a:moveTo>
                    <a:pt x="301203" y="51678"/>
                  </a:moveTo>
                  <a:lnTo>
                    <a:pt x="329914" y="89302"/>
                  </a:lnTo>
                  <a:lnTo>
                    <a:pt x="347141" y="131682"/>
                  </a:lnTo>
                  <a:lnTo>
                    <a:pt x="352883" y="176441"/>
                  </a:lnTo>
                  <a:lnTo>
                    <a:pt x="347141" y="221200"/>
                  </a:lnTo>
                  <a:lnTo>
                    <a:pt x="329914" y="263581"/>
                  </a:lnTo>
                  <a:lnTo>
                    <a:pt x="301203" y="301204"/>
                  </a:lnTo>
                  <a:lnTo>
                    <a:pt x="263580" y="329915"/>
                  </a:lnTo>
                  <a:lnTo>
                    <a:pt x="221200" y="347141"/>
                  </a:lnTo>
                  <a:lnTo>
                    <a:pt x="176441" y="352883"/>
                  </a:lnTo>
                  <a:lnTo>
                    <a:pt x="131682" y="347141"/>
                  </a:lnTo>
                  <a:lnTo>
                    <a:pt x="89301" y="329915"/>
                  </a:lnTo>
                  <a:lnTo>
                    <a:pt x="51678" y="301204"/>
                  </a:lnTo>
                  <a:lnTo>
                    <a:pt x="22968" y="263581"/>
                  </a:lnTo>
                  <a:lnTo>
                    <a:pt x="5742" y="221200"/>
                  </a:lnTo>
                  <a:lnTo>
                    <a:pt x="0" y="176441"/>
                  </a:lnTo>
                  <a:lnTo>
                    <a:pt x="5742" y="131682"/>
                  </a:lnTo>
                  <a:lnTo>
                    <a:pt x="22968" y="89302"/>
                  </a:lnTo>
                  <a:lnTo>
                    <a:pt x="51678" y="51678"/>
                  </a:lnTo>
                  <a:lnTo>
                    <a:pt x="89301" y="22968"/>
                  </a:lnTo>
                  <a:lnTo>
                    <a:pt x="131682" y="5742"/>
                  </a:lnTo>
                  <a:lnTo>
                    <a:pt x="176441" y="0"/>
                  </a:lnTo>
                  <a:lnTo>
                    <a:pt x="221200" y="5742"/>
                  </a:lnTo>
                  <a:lnTo>
                    <a:pt x="263580" y="22968"/>
                  </a:lnTo>
                  <a:lnTo>
                    <a:pt x="301203" y="51678"/>
                  </a:lnTo>
                </a:path>
              </a:pathLst>
            </a:custGeom>
            <a:ln w="9537">
              <a:solidFill>
                <a:srgbClr val="BABABA"/>
              </a:solidFill>
            </a:ln>
          </p:spPr>
          <p:txBody>
            <a:bodyPr lIns="0" tIns="0" rIns="0" bIns="0"/>
            <a:lstStyle/>
            <a:p>
              <a:pPr>
                <a:defRPr/>
              </a:pPr>
              <a:endParaRPr sz="2647"/>
            </a:p>
          </p:txBody>
        </p:sp>
        <p:sp>
          <p:nvSpPr>
            <p:cNvPr id="76" name="object 76">
              <a:extLst>
                <a:ext uri="{FF2B5EF4-FFF2-40B4-BE49-F238E27FC236}">
                  <a16:creationId xmlns:a16="http://schemas.microsoft.com/office/drawing/2014/main" id="{E52AD1F5-3FDE-2F26-857E-EF0A9A55589C}"/>
                </a:ext>
              </a:extLst>
            </p:cNvPr>
            <p:cNvSpPr/>
            <p:nvPr/>
          </p:nvSpPr>
          <p:spPr>
            <a:xfrm>
              <a:off x="4519007" y="3897560"/>
              <a:ext cx="2833606" cy="2369185"/>
            </a:xfrm>
            <a:custGeom>
              <a:avLst/>
              <a:gdLst/>
              <a:ahLst/>
              <a:cxnLst/>
              <a:rect l="l" t="t" r="r" b="b"/>
              <a:pathLst>
                <a:path w="2833370" h="2369185">
                  <a:moveTo>
                    <a:pt x="561086" y="2168487"/>
                  </a:moveTo>
                  <a:lnTo>
                    <a:pt x="129514" y="1889290"/>
                  </a:lnTo>
                  <a:lnTo>
                    <a:pt x="0" y="2089480"/>
                  </a:lnTo>
                  <a:lnTo>
                    <a:pt x="431571" y="2368677"/>
                  </a:lnTo>
                  <a:lnTo>
                    <a:pt x="561086" y="2168487"/>
                  </a:lnTo>
                  <a:close/>
                </a:path>
                <a:path w="2833370" h="2369185">
                  <a:moveTo>
                    <a:pt x="2833192" y="398170"/>
                  </a:moveTo>
                  <a:lnTo>
                    <a:pt x="2370264" y="0"/>
                  </a:lnTo>
                  <a:lnTo>
                    <a:pt x="2214778" y="180759"/>
                  </a:lnTo>
                  <a:lnTo>
                    <a:pt x="2677706" y="578942"/>
                  </a:lnTo>
                  <a:lnTo>
                    <a:pt x="2833192" y="398170"/>
                  </a:lnTo>
                  <a:close/>
                </a:path>
              </a:pathLst>
            </a:custGeom>
            <a:solidFill>
              <a:srgbClr val="F2F2F2"/>
            </a:solidFill>
          </p:spPr>
          <p:txBody>
            <a:bodyPr lIns="0" tIns="0" rIns="0" bIns="0"/>
            <a:lstStyle/>
            <a:p>
              <a:pPr>
                <a:defRPr/>
              </a:pPr>
              <a:endParaRPr sz="2647"/>
            </a:p>
          </p:txBody>
        </p:sp>
      </p:grpSp>
      <p:sp>
        <p:nvSpPr>
          <p:cNvPr id="77" name="object 77">
            <a:extLst>
              <a:ext uri="{FF2B5EF4-FFF2-40B4-BE49-F238E27FC236}">
                <a16:creationId xmlns:a16="http://schemas.microsoft.com/office/drawing/2014/main" id="{B3813117-ABCB-843F-0406-E8266A81F811}"/>
              </a:ext>
            </a:extLst>
          </p:cNvPr>
          <p:cNvSpPr txBox="1"/>
          <p:nvPr/>
        </p:nvSpPr>
        <p:spPr>
          <a:xfrm>
            <a:off x="4216400" y="2871788"/>
            <a:ext cx="322263" cy="152400"/>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5 / </a:t>
            </a:r>
            <a:r>
              <a:rPr sz="1059" spc="-44" dirty="0">
                <a:solidFill>
                  <a:srgbClr val="BABABA"/>
                </a:solidFill>
                <a:latin typeface="Lucida Sans"/>
                <a:cs typeface="Lucida Sans"/>
              </a:rPr>
              <a:t>9</a:t>
            </a:r>
            <a:endParaRPr sz="1059">
              <a:latin typeface="Lucida Sans"/>
              <a:cs typeface="Lucida Sans"/>
            </a:endParaRPr>
          </a:p>
        </p:txBody>
      </p:sp>
      <p:sp>
        <p:nvSpPr>
          <p:cNvPr id="78" name="object 78">
            <a:extLst>
              <a:ext uri="{FF2B5EF4-FFF2-40B4-BE49-F238E27FC236}">
                <a16:creationId xmlns:a16="http://schemas.microsoft.com/office/drawing/2014/main" id="{FD7461C8-0869-1CAA-6140-56E6971123B4}"/>
              </a:ext>
            </a:extLst>
          </p:cNvPr>
          <p:cNvSpPr txBox="1"/>
          <p:nvPr/>
        </p:nvSpPr>
        <p:spPr>
          <a:xfrm>
            <a:off x="4216400" y="4411663"/>
            <a:ext cx="322263" cy="153987"/>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5 / </a:t>
            </a:r>
            <a:r>
              <a:rPr sz="1059" spc="-44" dirty="0">
                <a:solidFill>
                  <a:srgbClr val="BABABA"/>
                </a:solidFill>
                <a:latin typeface="Lucida Sans"/>
                <a:cs typeface="Lucida Sans"/>
              </a:rPr>
              <a:t>8</a:t>
            </a:r>
            <a:endParaRPr sz="1059">
              <a:latin typeface="Lucida Sans"/>
              <a:cs typeface="Lucida Sans"/>
            </a:endParaRPr>
          </a:p>
        </p:txBody>
      </p:sp>
      <p:grpSp>
        <p:nvGrpSpPr>
          <p:cNvPr id="122898" name="object 79">
            <a:extLst>
              <a:ext uri="{FF2B5EF4-FFF2-40B4-BE49-F238E27FC236}">
                <a16:creationId xmlns:a16="http://schemas.microsoft.com/office/drawing/2014/main" id="{0BF08297-0C99-2451-D0A4-6B29587F57C0}"/>
              </a:ext>
            </a:extLst>
          </p:cNvPr>
          <p:cNvGrpSpPr>
            <a:grpSpLocks/>
          </p:cNvGrpSpPr>
          <p:nvPr/>
        </p:nvGrpSpPr>
        <p:grpSpPr bwMode="auto">
          <a:xfrm>
            <a:off x="2990850" y="2808288"/>
            <a:ext cx="3713163" cy="2724150"/>
            <a:chOff x="3236783" y="3182881"/>
            <a:chExt cx="4208780" cy="3087370"/>
          </a:xfrm>
        </p:grpSpPr>
        <p:sp>
          <p:nvSpPr>
            <p:cNvPr id="80" name="object 80">
              <a:extLst>
                <a:ext uri="{FF2B5EF4-FFF2-40B4-BE49-F238E27FC236}">
                  <a16:creationId xmlns:a16="http://schemas.microsoft.com/office/drawing/2014/main" id="{45146325-9718-6B0F-354F-638A6BF799FA}"/>
                </a:ext>
              </a:extLst>
            </p:cNvPr>
            <p:cNvSpPr/>
            <p:nvPr/>
          </p:nvSpPr>
          <p:spPr>
            <a:xfrm>
              <a:off x="4521549" y="3235056"/>
              <a:ext cx="2834044" cy="3035195"/>
            </a:xfrm>
            <a:custGeom>
              <a:avLst/>
              <a:gdLst/>
              <a:ahLst/>
              <a:cxnLst/>
              <a:rect l="l" t="t" r="r" b="b"/>
              <a:pathLst>
                <a:path w="2834640" h="3035935">
                  <a:moveTo>
                    <a:pt x="527075" y="1745348"/>
                  </a:moveTo>
                  <a:lnTo>
                    <a:pt x="13068" y="1745348"/>
                  </a:lnTo>
                  <a:lnTo>
                    <a:pt x="13068" y="1983778"/>
                  </a:lnTo>
                  <a:lnTo>
                    <a:pt x="527075" y="1983778"/>
                  </a:lnTo>
                  <a:lnTo>
                    <a:pt x="527075" y="1745348"/>
                  </a:lnTo>
                  <a:close/>
                </a:path>
                <a:path w="2834640" h="3035935">
                  <a:moveTo>
                    <a:pt x="527075" y="0"/>
                  </a:moveTo>
                  <a:lnTo>
                    <a:pt x="13068" y="0"/>
                  </a:lnTo>
                  <a:lnTo>
                    <a:pt x="13068" y="238429"/>
                  </a:lnTo>
                  <a:lnTo>
                    <a:pt x="527075" y="238429"/>
                  </a:lnTo>
                  <a:lnTo>
                    <a:pt x="527075" y="0"/>
                  </a:lnTo>
                  <a:close/>
                </a:path>
                <a:path w="2834640" h="3035935">
                  <a:moveTo>
                    <a:pt x="561086" y="2835224"/>
                  </a:moveTo>
                  <a:lnTo>
                    <a:pt x="129501" y="2556027"/>
                  </a:lnTo>
                  <a:lnTo>
                    <a:pt x="0" y="2756217"/>
                  </a:lnTo>
                  <a:lnTo>
                    <a:pt x="431571" y="3035414"/>
                  </a:lnTo>
                  <a:lnTo>
                    <a:pt x="561086" y="2835224"/>
                  </a:lnTo>
                  <a:close/>
                </a:path>
                <a:path w="2834640" h="3035935">
                  <a:moveTo>
                    <a:pt x="2834195" y="1065796"/>
                  </a:moveTo>
                  <a:lnTo>
                    <a:pt x="2371267" y="667613"/>
                  </a:lnTo>
                  <a:lnTo>
                    <a:pt x="2215794" y="848385"/>
                  </a:lnTo>
                  <a:lnTo>
                    <a:pt x="2678709" y="1246555"/>
                  </a:lnTo>
                  <a:lnTo>
                    <a:pt x="2834195" y="1065796"/>
                  </a:lnTo>
                  <a:close/>
                </a:path>
              </a:pathLst>
            </a:custGeom>
            <a:solidFill>
              <a:srgbClr val="F2F2F2"/>
            </a:solidFill>
          </p:spPr>
          <p:txBody>
            <a:bodyPr lIns="0" tIns="0" rIns="0" bIns="0"/>
            <a:lstStyle/>
            <a:p>
              <a:pPr>
                <a:defRPr/>
              </a:pPr>
              <a:endParaRPr sz="2647"/>
            </a:p>
          </p:txBody>
        </p:sp>
        <p:sp>
          <p:nvSpPr>
            <p:cNvPr id="81" name="object 81">
              <a:extLst>
                <a:ext uri="{FF2B5EF4-FFF2-40B4-BE49-F238E27FC236}">
                  <a16:creationId xmlns:a16="http://schemas.microsoft.com/office/drawing/2014/main" id="{4EA46F8D-2887-1DE6-6E3E-874D1D72218C}"/>
                </a:ext>
              </a:extLst>
            </p:cNvPr>
            <p:cNvSpPr/>
            <p:nvPr/>
          </p:nvSpPr>
          <p:spPr>
            <a:xfrm>
              <a:off x="3447313" y="3396981"/>
              <a:ext cx="2337410" cy="1491510"/>
            </a:xfrm>
            <a:custGeom>
              <a:avLst/>
              <a:gdLst/>
              <a:ahLst/>
              <a:cxnLst/>
              <a:rect l="l" t="t" r="r" b="b"/>
              <a:pathLst>
                <a:path w="2336800" h="1490979">
                  <a:moveTo>
                    <a:pt x="2336196" y="1490689"/>
                  </a:moveTo>
                  <a:lnTo>
                    <a:pt x="2312077" y="1475298"/>
                  </a:lnTo>
                  <a:lnTo>
                    <a:pt x="0" y="0"/>
                  </a:lnTo>
                </a:path>
              </a:pathLst>
            </a:custGeom>
            <a:ln w="57224">
              <a:solidFill>
                <a:srgbClr val="000000"/>
              </a:solidFill>
            </a:ln>
          </p:spPr>
          <p:txBody>
            <a:bodyPr lIns="0" tIns="0" rIns="0" bIns="0"/>
            <a:lstStyle/>
            <a:p>
              <a:pPr>
                <a:defRPr/>
              </a:pPr>
              <a:endParaRPr sz="2647"/>
            </a:p>
          </p:txBody>
        </p:sp>
        <p:sp>
          <p:nvSpPr>
            <p:cNvPr id="82" name="object 82">
              <a:extLst>
                <a:ext uri="{FF2B5EF4-FFF2-40B4-BE49-F238E27FC236}">
                  <a16:creationId xmlns:a16="http://schemas.microsoft.com/office/drawing/2014/main" id="{7D2E370E-BA89-AFB2-2BC6-C7861010DF06}"/>
                </a:ext>
              </a:extLst>
            </p:cNvPr>
            <p:cNvSpPr/>
            <p:nvPr/>
          </p:nvSpPr>
          <p:spPr>
            <a:xfrm>
              <a:off x="5649769" y="4744558"/>
              <a:ext cx="255514" cy="219498"/>
            </a:xfrm>
            <a:custGeom>
              <a:avLst/>
              <a:gdLst/>
              <a:ahLst/>
              <a:cxnLst/>
              <a:rect l="l" t="t" r="r" b="b"/>
              <a:pathLst>
                <a:path w="254635" h="219710">
                  <a:moveTo>
                    <a:pt x="123125" y="0"/>
                  </a:moveTo>
                  <a:lnTo>
                    <a:pt x="109802" y="127262"/>
                  </a:lnTo>
                  <a:lnTo>
                    <a:pt x="0" y="192962"/>
                  </a:lnTo>
                  <a:lnTo>
                    <a:pt x="254524" y="219607"/>
                  </a:lnTo>
                  <a:lnTo>
                    <a:pt x="123125" y="0"/>
                  </a:lnTo>
                  <a:close/>
                </a:path>
              </a:pathLst>
            </a:custGeom>
            <a:solidFill>
              <a:srgbClr val="000000"/>
            </a:solidFill>
          </p:spPr>
          <p:txBody>
            <a:bodyPr lIns="0" tIns="0" rIns="0" bIns="0"/>
            <a:lstStyle/>
            <a:p>
              <a:pPr>
                <a:defRPr/>
              </a:pPr>
              <a:endParaRPr sz="2647"/>
            </a:p>
          </p:txBody>
        </p:sp>
        <p:sp>
          <p:nvSpPr>
            <p:cNvPr id="83" name="object 83">
              <a:extLst>
                <a:ext uri="{FF2B5EF4-FFF2-40B4-BE49-F238E27FC236}">
                  <a16:creationId xmlns:a16="http://schemas.microsoft.com/office/drawing/2014/main" id="{FF73DBDE-5DE8-3900-7B04-960BED65A067}"/>
                </a:ext>
              </a:extLst>
            </p:cNvPr>
            <p:cNvSpPr/>
            <p:nvPr/>
          </p:nvSpPr>
          <p:spPr>
            <a:xfrm>
              <a:off x="4426182" y="3949326"/>
              <a:ext cx="647781" cy="530754"/>
            </a:xfrm>
            <a:custGeom>
              <a:avLst/>
              <a:gdLst/>
              <a:ahLst/>
              <a:cxnLst/>
              <a:rect l="l" t="t" r="r" b="b"/>
              <a:pathLst>
                <a:path w="648335" h="529589">
                  <a:moveTo>
                    <a:pt x="647750" y="328079"/>
                  </a:moveTo>
                  <a:lnTo>
                    <a:pt x="132778" y="0"/>
                  </a:lnTo>
                  <a:lnTo>
                    <a:pt x="131406" y="2146"/>
                  </a:lnTo>
                  <a:lnTo>
                    <a:pt x="128104" y="25"/>
                  </a:lnTo>
                  <a:lnTo>
                    <a:pt x="0" y="201117"/>
                  </a:lnTo>
                  <a:lnTo>
                    <a:pt x="514972" y="529196"/>
                  </a:lnTo>
                  <a:lnTo>
                    <a:pt x="516318" y="527075"/>
                  </a:lnTo>
                  <a:lnTo>
                    <a:pt x="519645" y="529183"/>
                  </a:lnTo>
                  <a:lnTo>
                    <a:pt x="647750" y="328079"/>
                  </a:lnTo>
                  <a:close/>
                </a:path>
              </a:pathLst>
            </a:custGeom>
            <a:solidFill>
              <a:srgbClr val="F2F2F2"/>
            </a:solidFill>
          </p:spPr>
          <p:txBody>
            <a:bodyPr lIns="0" tIns="0" rIns="0" bIns="0"/>
            <a:lstStyle/>
            <a:p>
              <a:pPr>
                <a:defRPr/>
              </a:pPr>
              <a:endParaRPr sz="2647"/>
            </a:p>
          </p:txBody>
        </p:sp>
        <p:sp>
          <p:nvSpPr>
            <p:cNvPr id="84" name="object 84">
              <a:extLst>
                <a:ext uri="{FF2B5EF4-FFF2-40B4-BE49-F238E27FC236}">
                  <a16:creationId xmlns:a16="http://schemas.microsoft.com/office/drawing/2014/main" id="{C0234DD9-2318-E051-9C45-416CF88DC3FA}"/>
                </a:ext>
              </a:extLst>
            </p:cNvPr>
            <p:cNvSpPr/>
            <p:nvPr/>
          </p:nvSpPr>
          <p:spPr>
            <a:xfrm>
              <a:off x="3242182" y="3188278"/>
              <a:ext cx="352681" cy="352637"/>
            </a:xfrm>
            <a:custGeom>
              <a:avLst/>
              <a:gdLst/>
              <a:ahLst/>
              <a:cxnLst/>
              <a:rect l="l" t="t" r="r" b="b"/>
              <a:pathLst>
                <a:path w="353060" h="353060">
                  <a:moveTo>
                    <a:pt x="176442" y="0"/>
                  </a:moveTo>
                  <a:lnTo>
                    <a:pt x="131683" y="5742"/>
                  </a:lnTo>
                  <a:lnTo>
                    <a:pt x="89302" y="22968"/>
                  </a:lnTo>
                  <a:lnTo>
                    <a:pt x="51678" y="51678"/>
                  </a:lnTo>
                  <a:lnTo>
                    <a:pt x="22968" y="89302"/>
                  </a:lnTo>
                  <a:lnTo>
                    <a:pt x="5742" y="131683"/>
                  </a:lnTo>
                  <a:lnTo>
                    <a:pt x="0" y="176442"/>
                  </a:lnTo>
                  <a:lnTo>
                    <a:pt x="5742" y="221201"/>
                  </a:lnTo>
                  <a:lnTo>
                    <a:pt x="22968" y="263581"/>
                  </a:lnTo>
                  <a:lnTo>
                    <a:pt x="51678" y="301204"/>
                  </a:lnTo>
                  <a:lnTo>
                    <a:pt x="89302" y="329915"/>
                  </a:lnTo>
                  <a:lnTo>
                    <a:pt x="131683" y="347141"/>
                  </a:lnTo>
                  <a:lnTo>
                    <a:pt x="176442" y="352883"/>
                  </a:lnTo>
                  <a:lnTo>
                    <a:pt x="221201" y="347141"/>
                  </a:lnTo>
                  <a:lnTo>
                    <a:pt x="263582" y="329915"/>
                  </a:lnTo>
                  <a:lnTo>
                    <a:pt x="301205" y="301204"/>
                  </a:lnTo>
                  <a:lnTo>
                    <a:pt x="329915" y="263581"/>
                  </a:lnTo>
                  <a:lnTo>
                    <a:pt x="347141" y="221201"/>
                  </a:lnTo>
                  <a:lnTo>
                    <a:pt x="352883" y="176442"/>
                  </a:lnTo>
                  <a:lnTo>
                    <a:pt x="347141" y="131683"/>
                  </a:lnTo>
                  <a:lnTo>
                    <a:pt x="329915" y="89302"/>
                  </a:lnTo>
                  <a:lnTo>
                    <a:pt x="301205" y="51678"/>
                  </a:lnTo>
                  <a:lnTo>
                    <a:pt x="263582" y="22968"/>
                  </a:lnTo>
                  <a:lnTo>
                    <a:pt x="221201" y="5742"/>
                  </a:lnTo>
                  <a:lnTo>
                    <a:pt x="176442" y="0"/>
                  </a:lnTo>
                  <a:close/>
                </a:path>
              </a:pathLst>
            </a:custGeom>
            <a:solidFill>
              <a:srgbClr val="FFFFFF"/>
            </a:solidFill>
          </p:spPr>
          <p:txBody>
            <a:bodyPr lIns="0" tIns="0" rIns="0" bIns="0"/>
            <a:lstStyle/>
            <a:p>
              <a:pPr>
                <a:defRPr/>
              </a:pPr>
              <a:endParaRPr sz="2647"/>
            </a:p>
          </p:txBody>
        </p:sp>
        <p:sp>
          <p:nvSpPr>
            <p:cNvPr id="85" name="object 85">
              <a:extLst>
                <a:ext uri="{FF2B5EF4-FFF2-40B4-BE49-F238E27FC236}">
                  <a16:creationId xmlns:a16="http://schemas.microsoft.com/office/drawing/2014/main" id="{2C3916FF-AE5B-B274-3122-3FF5969F751C}"/>
                </a:ext>
              </a:extLst>
            </p:cNvPr>
            <p:cNvSpPr/>
            <p:nvPr/>
          </p:nvSpPr>
          <p:spPr>
            <a:xfrm>
              <a:off x="3242182" y="3188278"/>
              <a:ext cx="352681" cy="352637"/>
            </a:xfrm>
            <a:custGeom>
              <a:avLst/>
              <a:gdLst/>
              <a:ahLst/>
              <a:cxnLst/>
              <a:rect l="l" t="t" r="r" b="b"/>
              <a:pathLst>
                <a:path w="353060" h="353060">
                  <a:moveTo>
                    <a:pt x="51679" y="51678"/>
                  </a:moveTo>
                  <a:lnTo>
                    <a:pt x="22968" y="89302"/>
                  </a:lnTo>
                  <a:lnTo>
                    <a:pt x="5742" y="131682"/>
                  </a:lnTo>
                  <a:lnTo>
                    <a:pt x="0" y="176441"/>
                  </a:lnTo>
                  <a:lnTo>
                    <a:pt x="5742" y="221200"/>
                  </a:lnTo>
                  <a:lnTo>
                    <a:pt x="22968" y="263581"/>
                  </a:lnTo>
                  <a:lnTo>
                    <a:pt x="51679" y="301204"/>
                  </a:lnTo>
                  <a:lnTo>
                    <a:pt x="89303" y="329915"/>
                  </a:lnTo>
                  <a:lnTo>
                    <a:pt x="131683" y="347141"/>
                  </a:lnTo>
                  <a:lnTo>
                    <a:pt x="176442" y="352883"/>
                  </a:lnTo>
                  <a:lnTo>
                    <a:pt x="221201" y="347141"/>
                  </a:lnTo>
                  <a:lnTo>
                    <a:pt x="263581" y="329915"/>
                  </a:lnTo>
                  <a:lnTo>
                    <a:pt x="301205" y="301204"/>
                  </a:lnTo>
                  <a:lnTo>
                    <a:pt x="329915" y="263581"/>
                  </a:lnTo>
                  <a:lnTo>
                    <a:pt x="347142" y="221200"/>
                  </a:lnTo>
                  <a:lnTo>
                    <a:pt x="352884" y="176441"/>
                  </a:lnTo>
                  <a:lnTo>
                    <a:pt x="347142" y="131682"/>
                  </a:lnTo>
                  <a:lnTo>
                    <a:pt x="329915" y="89302"/>
                  </a:lnTo>
                  <a:lnTo>
                    <a:pt x="301205" y="51678"/>
                  </a:lnTo>
                  <a:lnTo>
                    <a:pt x="263581" y="22968"/>
                  </a:lnTo>
                  <a:lnTo>
                    <a:pt x="221201" y="5742"/>
                  </a:lnTo>
                  <a:lnTo>
                    <a:pt x="176442" y="0"/>
                  </a:lnTo>
                  <a:lnTo>
                    <a:pt x="131683" y="5742"/>
                  </a:lnTo>
                  <a:lnTo>
                    <a:pt x="89303" y="22968"/>
                  </a:lnTo>
                  <a:lnTo>
                    <a:pt x="51679" y="51678"/>
                  </a:lnTo>
                </a:path>
              </a:pathLst>
            </a:custGeom>
            <a:ln w="9537">
              <a:solidFill>
                <a:srgbClr val="BABABA"/>
              </a:solidFill>
            </a:ln>
          </p:spPr>
          <p:txBody>
            <a:bodyPr lIns="0" tIns="0" rIns="0" bIns="0"/>
            <a:lstStyle/>
            <a:p>
              <a:pPr>
                <a:defRPr/>
              </a:pPr>
              <a:endParaRPr sz="2647"/>
            </a:p>
          </p:txBody>
        </p:sp>
        <p:sp>
          <p:nvSpPr>
            <p:cNvPr id="86" name="object 86">
              <a:extLst>
                <a:ext uri="{FF2B5EF4-FFF2-40B4-BE49-F238E27FC236}">
                  <a16:creationId xmlns:a16="http://schemas.microsoft.com/office/drawing/2014/main" id="{8C5E6CE8-1D9B-F140-DE68-68102E55F2CA}"/>
                </a:ext>
              </a:extLst>
            </p:cNvPr>
            <p:cNvSpPr/>
            <p:nvPr/>
          </p:nvSpPr>
          <p:spPr>
            <a:xfrm>
              <a:off x="6756395" y="5582969"/>
              <a:ext cx="689168" cy="644102"/>
            </a:xfrm>
            <a:custGeom>
              <a:avLst/>
              <a:gdLst/>
              <a:ahLst/>
              <a:cxnLst/>
              <a:rect l="l" t="t" r="r" b="b"/>
              <a:pathLst>
                <a:path w="690245" h="645160">
                  <a:moveTo>
                    <a:pt x="532919" y="0"/>
                  </a:moveTo>
                  <a:lnTo>
                    <a:pt x="0" y="464896"/>
                  </a:lnTo>
                  <a:lnTo>
                    <a:pt x="156742" y="644571"/>
                  </a:lnTo>
                  <a:lnTo>
                    <a:pt x="689662" y="179675"/>
                  </a:lnTo>
                  <a:lnTo>
                    <a:pt x="532919" y="0"/>
                  </a:lnTo>
                  <a:close/>
                </a:path>
              </a:pathLst>
            </a:custGeom>
            <a:solidFill>
              <a:srgbClr val="F2F2F2"/>
            </a:solidFill>
          </p:spPr>
          <p:txBody>
            <a:bodyPr lIns="0" tIns="0" rIns="0" bIns="0"/>
            <a:lstStyle/>
            <a:p>
              <a:pPr>
                <a:defRPr/>
              </a:pPr>
              <a:endParaRPr sz="2647"/>
            </a:p>
          </p:txBody>
        </p:sp>
      </p:grpSp>
      <p:sp>
        <p:nvSpPr>
          <p:cNvPr id="87" name="object 87">
            <a:extLst>
              <a:ext uri="{FF2B5EF4-FFF2-40B4-BE49-F238E27FC236}">
                <a16:creationId xmlns:a16="http://schemas.microsoft.com/office/drawing/2014/main" id="{AC5AC27D-186B-EE3B-6B8E-84B79BC59A03}"/>
              </a:ext>
            </a:extLst>
          </p:cNvPr>
          <p:cNvSpPr txBox="1"/>
          <p:nvPr/>
        </p:nvSpPr>
        <p:spPr>
          <a:xfrm rot="19140000">
            <a:off x="6154738" y="5129213"/>
            <a:ext cx="511175" cy="139700"/>
          </a:xfrm>
          <a:prstGeom prst="rect">
            <a:avLst/>
          </a:prstGeom>
        </p:spPr>
        <p:txBody>
          <a:bodyPr lIns="0" tIns="0" rIns="0" bIns="0">
            <a:spAutoFit/>
          </a:bodyPr>
          <a:lstStyle/>
          <a:p>
            <a:pPr>
              <a:lnSpc>
                <a:spcPts val="1059"/>
              </a:lnSpc>
              <a:defRPr/>
            </a:pPr>
            <a:r>
              <a:rPr sz="1059" dirty="0">
                <a:solidFill>
                  <a:srgbClr val="BABABA"/>
                </a:solidFill>
                <a:latin typeface="Lucida Sans"/>
                <a:cs typeface="Lucida Sans"/>
              </a:rPr>
              <a:t>10</a:t>
            </a:r>
            <a:r>
              <a:rPr sz="1059" spc="-4" dirty="0">
                <a:solidFill>
                  <a:srgbClr val="BABABA"/>
                </a:solidFill>
                <a:latin typeface="Lucida Sans"/>
                <a:cs typeface="Lucida Sans"/>
              </a:rPr>
              <a:t> </a:t>
            </a:r>
            <a:r>
              <a:rPr sz="1059" dirty="0">
                <a:solidFill>
                  <a:srgbClr val="BABABA"/>
                </a:solidFill>
                <a:latin typeface="Lucida Sans"/>
                <a:cs typeface="Lucida Sans"/>
              </a:rPr>
              <a:t>/</a:t>
            </a:r>
            <a:r>
              <a:rPr sz="1059" spc="-4" dirty="0">
                <a:solidFill>
                  <a:srgbClr val="BABABA"/>
                </a:solidFill>
                <a:latin typeface="Lucida Sans"/>
                <a:cs typeface="Lucida Sans"/>
              </a:rPr>
              <a:t> </a:t>
            </a:r>
            <a:r>
              <a:rPr sz="1059" spc="-31" dirty="0">
                <a:solidFill>
                  <a:srgbClr val="BABABA"/>
                </a:solidFill>
                <a:latin typeface="Lucida Sans"/>
                <a:cs typeface="Lucida Sans"/>
              </a:rPr>
              <a:t>10</a:t>
            </a:r>
            <a:endParaRPr sz="1059">
              <a:latin typeface="Lucida Sans"/>
              <a:cs typeface="Lucida Sans"/>
            </a:endParaRPr>
          </a:p>
        </p:txBody>
      </p:sp>
      <p:sp>
        <p:nvSpPr>
          <p:cNvPr id="88" name="object 88">
            <a:extLst>
              <a:ext uri="{FF2B5EF4-FFF2-40B4-BE49-F238E27FC236}">
                <a16:creationId xmlns:a16="http://schemas.microsoft.com/office/drawing/2014/main" id="{E40F0564-FA0A-EE87-F054-00B42B60AB92}"/>
              </a:ext>
            </a:extLst>
          </p:cNvPr>
          <p:cNvSpPr/>
          <p:nvPr/>
        </p:nvSpPr>
        <p:spPr>
          <a:xfrm>
            <a:off x="1909763" y="4972050"/>
            <a:ext cx="609600" cy="574675"/>
          </a:xfrm>
          <a:custGeom>
            <a:avLst/>
            <a:gdLst/>
            <a:ahLst/>
            <a:cxnLst/>
            <a:rect l="l" t="t" r="r" b="b"/>
            <a:pathLst>
              <a:path w="691514" h="652145">
                <a:moveTo>
                  <a:pt x="691286" y="474052"/>
                </a:moveTo>
                <a:lnTo>
                  <a:pt x="163258" y="3594"/>
                </a:lnTo>
                <a:lnTo>
                  <a:pt x="162991" y="3898"/>
                </a:lnTo>
                <a:lnTo>
                  <a:pt x="158623" y="0"/>
                </a:lnTo>
                <a:lnTo>
                  <a:pt x="0" y="178028"/>
                </a:lnTo>
                <a:lnTo>
                  <a:pt x="528027" y="648474"/>
                </a:lnTo>
                <a:lnTo>
                  <a:pt x="528281" y="648182"/>
                </a:lnTo>
                <a:lnTo>
                  <a:pt x="532663" y="652068"/>
                </a:lnTo>
                <a:lnTo>
                  <a:pt x="691286" y="474052"/>
                </a:lnTo>
                <a:close/>
              </a:path>
            </a:pathLst>
          </a:custGeom>
          <a:solidFill>
            <a:srgbClr val="F2F2F2"/>
          </a:solidFill>
        </p:spPr>
        <p:txBody>
          <a:bodyPr lIns="0" tIns="0" rIns="0" bIns="0"/>
          <a:lstStyle/>
          <a:p>
            <a:pPr>
              <a:defRPr/>
            </a:pPr>
            <a:endParaRPr sz="2647"/>
          </a:p>
        </p:txBody>
      </p:sp>
      <p:sp>
        <p:nvSpPr>
          <p:cNvPr id="89" name="object 89">
            <a:extLst>
              <a:ext uri="{FF2B5EF4-FFF2-40B4-BE49-F238E27FC236}">
                <a16:creationId xmlns:a16="http://schemas.microsoft.com/office/drawing/2014/main" id="{640C23D5-C59E-B51B-81DA-203124003590}"/>
              </a:ext>
            </a:extLst>
          </p:cNvPr>
          <p:cNvSpPr txBox="1"/>
          <p:nvPr/>
        </p:nvSpPr>
        <p:spPr>
          <a:xfrm>
            <a:off x="4073525" y="5984875"/>
            <a:ext cx="493713" cy="153988"/>
          </a:xfrm>
          <a:prstGeom prst="rect">
            <a:avLst/>
          </a:prstGeom>
        </p:spPr>
        <p:txBody>
          <a:bodyPr lIns="0" tIns="0" rIns="0" bIns="0">
            <a:spAutoFit/>
          </a:bodyPr>
          <a:lstStyle/>
          <a:p>
            <a:pPr>
              <a:lnSpc>
                <a:spcPts val="1204"/>
              </a:lnSpc>
              <a:defRPr/>
            </a:pPr>
            <a:r>
              <a:rPr sz="1059" dirty="0">
                <a:solidFill>
                  <a:srgbClr val="BABABA"/>
                </a:solidFill>
                <a:latin typeface="Lucida Sans"/>
                <a:cs typeface="Lucida Sans"/>
              </a:rPr>
              <a:t>10 / </a:t>
            </a:r>
            <a:r>
              <a:rPr sz="1059" spc="-22" dirty="0">
                <a:solidFill>
                  <a:srgbClr val="BABABA"/>
                </a:solidFill>
                <a:latin typeface="Lucida Sans"/>
                <a:cs typeface="Lucida Sans"/>
              </a:rPr>
              <a:t>16</a:t>
            </a:r>
            <a:endParaRPr sz="1059">
              <a:latin typeface="Lucida Sans"/>
              <a:cs typeface="Lucida Sans"/>
            </a:endParaRPr>
          </a:p>
        </p:txBody>
      </p:sp>
      <p:sp>
        <p:nvSpPr>
          <p:cNvPr id="90" name="object 90">
            <a:extLst>
              <a:ext uri="{FF2B5EF4-FFF2-40B4-BE49-F238E27FC236}">
                <a16:creationId xmlns:a16="http://schemas.microsoft.com/office/drawing/2014/main" id="{2920629B-FB38-9622-FA84-F4932E6B8191}"/>
              </a:ext>
            </a:extLst>
          </p:cNvPr>
          <p:cNvSpPr/>
          <p:nvPr/>
        </p:nvSpPr>
        <p:spPr>
          <a:xfrm>
            <a:off x="3992563" y="4192588"/>
            <a:ext cx="623887" cy="1985962"/>
          </a:xfrm>
          <a:custGeom>
            <a:avLst/>
            <a:gdLst/>
            <a:ahLst/>
            <a:cxnLst/>
            <a:rect l="l" t="t" r="r" b="b"/>
            <a:pathLst>
              <a:path w="707389" h="2251075">
                <a:moveTo>
                  <a:pt x="407733" y="0"/>
                </a:moveTo>
                <a:lnTo>
                  <a:pt x="162140" y="0"/>
                </a:lnTo>
                <a:lnTo>
                  <a:pt x="162140" y="238442"/>
                </a:lnTo>
                <a:lnTo>
                  <a:pt x="407733" y="238442"/>
                </a:lnTo>
                <a:lnTo>
                  <a:pt x="407733" y="0"/>
                </a:lnTo>
                <a:close/>
              </a:path>
              <a:path w="707389" h="2251075">
                <a:moveTo>
                  <a:pt x="707199" y="2012391"/>
                </a:moveTo>
                <a:lnTo>
                  <a:pt x="0" y="2012391"/>
                </a:lnTo>
                <a:lnTo>
                  <a:pt x="0" y="2250833"/>
                </a:lnTo>
                <a:lnTo>
                  <a:pt x="707199" y="2250833"/>
                </a:lnTo>
                <a:lnTo>
                  <a:pt x="707199" y="2012391"/>
                </a:lnTo>
                <a:close/>
              </a:path>
            </a:pathLst>
          </a:custGeom>
          <a:solidFill>
            <a:srgbClr val="F2F2F2"/>
          </a:solidFill>
        </p:spPr>
        <p:txBody>
          <a:bodyPr lIns="0" tIns="0" rIns="0" bIns="0"/>
          <a:lstStyle/>
          <a:p>
            <a:pPr>
              <a:defRPr/>
            </a:pPr>
            <a:endParaRPr sz="2647"/>
          </a:p>
        </p:txBody>
      </p:sp>
      <p:sp>
        <p:nvSpPr>
          <p:cNvPr id="91" name="object 91">
            <a:extLst>
              <a:ext uri="{FF2B5EF4-FFF2-40B4-BE49-F238E27FC236}">
                <a16:creationId xmlns:a16="http://schemas.microsoft.com/office/drawing/2014/main" id="{207C2AA6-1B2D-78AB-1C1D-D9687B68F717}"/>
              </a:ext>
            </a:extLst>
          </p:cNvPr>
          <p:cNvSpPr txBox="1"/>
          <p:nvPr/>
        </p:nvSpPr>
        <p:spPr>
          <a:xfrm>
            <a:off x="723900" y="2413000"/>
            <a:ext cx="2919413" cy="319088"/>
          </a:xfrm>
          <a:prstGeom prst="rect">
            <a:avLst/>
          </a:prstGeom>
        </p:spPr>
        <p:txBody>
          <a:bodyPr lIns="0" tIns="11206" rIns="0" bIns="0">
            <a:spAutoFit/>
          </a:bodyPr>
          <a:lstStyle/>
          <a:p>
            <a:pPr marL="33619">
              <a:spcBef>
                <a:spcPts val="88"/>
              </a:spcBef>
              <a:defRPr/>
            </a:pPr>
            <a:r>
              <a:rPr sz="2000" b="1" dirty="0">
                <a:solidFill>
                  <a:schemeClr val="tx1"/>
                </a:solidFill>
                <a:latin typeface="Tahoma"/>
                <a:cs typeface="Tahoma"/>
              </a:rPr>
              <a:t>4</a:t>
            </a:r>
            <a:r>
              <a:rPr sz="2000" b="1" baseline="27777" dirty="0">
                <a:solidFill>
                  <a:schemeClr val="tx1"/>
                </a:solidFill>
                <a:latin typeface="Tahoma"/>
                <a:cs typeface="Tahoma"/>
              </a:rPr>
              <a:t>th</a:t>
            </a:r>
            <a:r>
              <a:rPr sz="2000" b="1" spc="317" baseline="27777" dirty="0">
                <a:solidFill>
                  <a:schemeClr val="tx1"/>
                </a:solidFill>
                <a:latin typeface="Tahoma"/>
                <a:cs typeface="Tahoma"/>
              </a:rPr>
              <a:t> </a:t>
            </a:r>
            <a:r>
              <a:rPr sz="2000" b="1" dirty="0">
                <a:solidFill>
                  <a:schemeClr val="tx1"/>
                </a:solidFill>
                <a:latin typeface="Tahoma"/>
                <a:cs typeface="Tahoma"/>
              </a:rPr>
              <a:t>augmenting</a:t>
            </a:r>
            <a:r>
              <a:rPr sz="2000" b="1" spc="97" dirty="0">
                <a:solidFill>
                  <a:schemeClr val="tx1"/>
                </a:solidFill>
                <a:latin typeface="Tahoma"/>
                <a:cs typeface="Tahoma"/>
              </a:rPr>
              <a:t> </a:t>
            </a:r>
            <a:r>
              <a:rPr sz="2000" b="1" spc="-18" dirty="0">
                <a:solidFill>
                  <a:schemeClr val="tx1"/>
                </a:solidFill>
                <a:latin typeface="Tahoma"/>
                <a:cs typeface="Tahoma"/>
              </a:rPr>
              <a:t>path</a:t>
            </a:r>
            <a:endParaRPr sz="2000" dirty="0">
              <a:solidFill>
                <a:schemeClr val="tx1"/>
              </a:solidFill>
              <a:latin typeface="Tahoma"/>
              <a:cs typeface="Tahoma"/>
            </a:endParaRPr>
          </a:p>
        </p:txBody>
      </p:sp>
      <p:sp>
        <p:nvSpPr>
          <p:cNvPr id="92" name="object 92">
            <a:extLst>
              <a:ext uri="{FF2B5EF4-FFF2-40B4-BE49-F238E27FC236}">
                <a16:creationId xmlns:a16="http://schemas.microsoft.com/office/drawing/2014/main" id="{1F00C770-A285-2BC8-3FA4-548BAA9DE360}"/>
              </a:ext>
            </a:extLst>
          </p:cNvPr>
          <p:cNvSpPr txBox="1"/>
          <p:nvPr/>
        </p:nvSpPr>
        <p:spPr>
          <a:xfrm>
            <a:off x="7183438" y="4341813"/>
            <a:ext cx="1252537" cy="214312"/>
          </a:xfrm>
          <a:prstGeom prst="rect">
            <a:avLst/>
          </a:prstGeom>
        </p:spPr>
        <p:txBody>
          <a:bodyPr lIns="0" tIns="11206" rIns="0" bIns="0">
            <a:spAutoFit/>
          </a:bodyPr>
          <a:lstStyle/>
          <a:p>
            <a:pPr marL="11206">
              <a:spcBef>
                <a:spcPts val="88"/>
              </a:spcBef>
              <a:tabLst>
                <a:tab pos="339556" algn="l"/>
              </a:tabLst>
              <a:defRPr/>
            </a:pPr>
            <a:r>
              <a:rPr sz="1324" spc="-44" dirty="0">
                <a:solidFill>
                  <a:srgbClr val="606060"/>
                </a:solidFill>
                <a:latin typeface="Lucida Sans"/>
                <a:cs typeface="Lucida Sans"/>
              </a:rPr>
              <a:t>t</a:t>
            </a:r>
            <a:r>
              <a:rPr sz="1324" dirty="0">
                <a:solidFill>
                  <a:srgbClr val="606060"/>
                </a:solidFill>
                <a:latin typeface="Lucida Sans"/>
                <a:cs typeface="Lucida Sans"/>
              </a:rPr>
              <a:t>	</a:t>
            </a:r>
            <a:r>
              <a:rPr sz="1191" dirty="0">
                <a:latin typeface="Lucida Sans"/>
                <a:cs typeface="Lucida Sans"/>
              </a:rPr>
              <a:t>25</a:t>
            </a:r>
            <a:r>
              <a:rPr sz="1191" spc="296" dirty="0">
                <a:latin typeface="Lucida Sans"/>
                <a:cs typeface="Lucida Sans"/>
              </a:rPr>
              <a:t> </a:t>
            </a:r>
            <a:r>
              <a:rPr sz="1191" dirty="0">
                <a:solidFill>
                  <a:srgbClr val="8D3124"/>
                </a:solidFill>
                <a:latin typeface="Lucida Sans"/>
                <a:cs typeface="Lucida Sans"/>
              </a:rPr>
              <a:t>+ 3 = </a:t>
            </a:r>
            <a:r>
              <a:rPr sz="1191" spc="-22" dirty="0">
                <a:solidFill>
                  <a:srgbClr val="8D3124"/>
                </a:solidFill>
                <a:latin typeface="Lucida Sans"/>
                <a:cs typeface="Lucida Sans"/>
              </a:rPr>
              <a:t>28</a:t>
            </a:r>
            <a:endParaRPr sz="1191">
              <a:latin typeface="Lucida Sans"/>
              <a:cs typeface="Lucida Sans"/>
            </a:endParaRPr>
          </a:p>
        </p:txBody>
      </p:sp>
      <p:sp>
        <p:nvSpPr>
          <p:cNvPr id="93" name="object 93">
            <a:extLst>
              <a:ext uri="{FF2B5EF4-FFF2-40B4-BE49-F238E27FC236}">
                <a16:creationId xmlns:a16="http://schemas.microsoft.com/office/drawing/2014/main" id="{72FDE20D-9518-D308-A253-94611250B119}"/>
              </a:ext>
            </a:extLst>
          </p:cNvPr>
          <p:cNvSpPr txBox="1"/>
          <p:nvPr/>
        </p:nvSpPr>
        <p:spPr>
          <a:xfrm>
            <a:off x="4205288" y="4189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8</a:t>
            </a:r>
            <a:endParaRPr sz="1059">
              <a:latin typeface="Lucida Sans"/>
              <a:cs typeface="Lucida Sans"/>
            </a:endParaRPr>
          </a:p>
        </p:txBody>
      </p:sp>
      <p:sp>
        <p:nvSpPr>
          <p:cNvPr id="94" name="object 94">
            <a:extLst>
              <a:ext uri="{FF2B5EF4-FFF2-40B4-BE49-F238E27FC236}">
                <a16:creationId xmlns:a16="http://schemas.microsoft.com/office/drawing/2014/main" id="{1F165FF9-142B-4167-4C3A-AD8AC2B330F6}"/>
              </a:ext>
            </a:extLst>
          </p:cNvPr>
          <p:cNvSpPr txBox="1"/>
          <p:nvPr/>
        </p:nvSpPr>
        <p:spPr>
          <a:xfrm>
            <a:off x="4171950" y="4391025"/>
            <a:ext cx="377825" cy="174625"/>
          </a:xfrm>
          <a:prstGeom prst="rect">
            <a:avLst/>
          </a:prstGeom>
        </p:spPr>
        <p:txBody>
          <a:bodyPr lIns="0" tIns="11206" rIns="0" bIns="0">
            <a:spAutoFit/>
          </a:bodyPr>
          <a:lstStyle/>
          <a:p>
            <a:pPr marL="11206">
              <a:spcBef>
                <a:spcPts val="88"/>
              </a:spcBef>
              <a:defRPr/>
            </a:pPr>
            <a:r>
              <a:rPr sz="1059" b="1" spc="-799" dirty="0">
                <a:solidFill>
                  <a:srgbClr val="8D3124"/>
                </a:solidFill>
                <a:latin typeface="Lucida Sans"/>
                <a:cs typeface="Lucida Sans"/>
              </a:rPr>
              <a:t>—</a:t>
            </a:r>
            <a:r>
              <a:rPr sz="1059" dirty="0">
                <a:latin typeface="Lucida Sans"/>
                <a:cs typeface="Lucida Sans"/>
              </a:rPr>
              <a:t>5 / </a:t>
            </a:r>
            <a:r>
              <a:rPr sz="1059" spc="-44" dirty="0">
                <a:latin typeface="Lucida Sans"/>
                <a:cs typeface="Lucida Sans"/>
              </a:rPr>
              <a:t>8</a:t>
            </a:r>
            <a:endParaRPr sz="1059">
              <a:latin typeface="Lucida Sans"/>
              <a:cs typeface="Lucida Sans"/>
            </a:endParaRPr>
          </a:p>
        </p:txBody>
      </p:sp>
      <p:sp>
        <p:nvSpPr>
          <p:cNvPr id="95" name="object 95">
            <a:extLst>
              <a:ext uri="{FF2B5EF4-FFF2-40B4-BE49-F238E27FC236}">
                <a16:creationId xmlns:a16="http://schemas.microsoft.com/office/drawing/2014/main" id="{47BFBC6C-C6C2-8C09-095F-BCF2AA5B449F}"/>
              </a:ext>
            </a:extLst>
          </p:cNvPr>
          <p:cNvSpPr/>
          <p:nvPr/>
        </p:nvSpPr>
        <p:spPr>
          <a:xfrm>
            <a:off x="4149725" y="3316288"/>
            <a:ext cx="295275" cy="295275"/>
          </a:xfrm>
          <a:custGeom>
            <a:avLst/>
            <a:gdLst/>
            <a:ahLst/>
            <a:cxnLst/>
            <a:rect l="l" t="t" r="r" b="b"/>
            <a:pathLst>
              <a:path w="335279" h="333375">
                <a:moveTo>
                  <a:pt x="128111" y="0"/>
                </a:moveTo>
                <a:lnTo>
                  <a:pt x="0" y="201094"/>
                </a:lnTo>
                <a:lnTo>
                  <a:pt x="207129" y="333049"/>
                </a:lnTo>
                <a:lnTo>
                  <a:pt x="335239" y="131955"/>
                </a:lnTo>
                <a:lnTo>
                  <a:pt x="128111" y="0"/>
                </a:lnTo>
                <a:close/>
              </a:path>
            </a:pathLst>
          </a:custGeom>
          <a:solidFill>
            <a:srgbClr val="F2F2F2"/>
          </a:solidFill>
        </p:spPr>
        <p:txBody>
          <a:bodyPr lIns="0" tIns="0" rIns="0" bIns="0"/>
          <a:lstStyle/>
          <a:p>
            <a:pPr>
              <a:defRPr/>
            </a:pPr>
            <a:endParaRPr sz="2647"/>
          </a:p>
        </p:txBody>
      </p:sp>
      <p:sp>
        <p:nvSpPr>
          <p:cNvPr id="96" name="object 96">
            <a:extLst>
              <a:ext uri="{FF2B5EF4-FFF2-40B4-BE49-F238E27FC236}">
                <a16:creationId xmlns:a16="http://schemas.microsoft.com/office/drawing/2014/main" id="{71D1E84D-9670-FD0C-CF88-D612D3BA27BC}"/>
              </a:ext>
            </a:extLst>
          </p:cNvPr>
          <p:cNvSpPr txBox="1"/>
          <p:nvPr/>
        </p:nvSpPr>
        <p:spPr>
          <a:xfrm rot="1920000">
            <a:off x="4230688" y="3400425"/>
            <a:ext cx="160337" cy="141288"/>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2</a:t>
            </a:r>
            <a:endParaRPr sz="1059">
              <a:latin typeface="Lucida Sans"/>
              <a:cs typeface="Lucida Sans"/>
            </a:endParaRPr>
          </a:p>
        </p:txBody>
      </p:sp>
      <p:sp>
        <p:nvSpPr>
          <p:cNvPr id="97" name="object 97">
            <a:extLst>
              <a:ext uri="{FF2B5EF4-FFF2-40B4-BE49-F238E27FC236}">
                <a16:creationId xmlns:a16="http://schemas.microsoft.com/office/drawing/2014/main" id="{4F60D08B-95EF-B374-2E4F-981727B39ED1}"/>
              </a:ext>
            </a:extLst>
          </p:cNvPr>
          <p:cNvSpPr txBox="1"/>
          <p:nvPr/>
        </p:nvSpPr>
        <p:spPr>
          <a:xfrm rot="1920000">
            <a:off x="4098925" y="3662363"/>
            <a:ext cx="450850" cy="128587"/>
          </a:xfrm>
          <a:prstGeom prst="rect">
            <a:avLst/>
          </a:prstGeom>
        </p:spPr>
        <p:txBody>
          <a:bodyPr lIns="0" tIns="0" rIns="0" bIns="0">
            <a:spAutoFit/>
          </a:bodyPr>
          <a:lstStyle/>
          <a:p>
            <a:pPr>
              <a:lnSpc>
                <a:spcPts val="993"/>
              </a:lnSpc>
              <a:defRPr/>
            </a:pPr>
            <a:r>
              <a:rPr sz="1588" b="1" spc="-1356" baseline="-4629" dirty="0">
                <a:solidFill>
                  <a:srgbClr val="8D3124"/>
                </a:solidFill>
                <a:latin typeface="Lucida Sans"/>
                <a:cs typeface="Lucida Sans"/>
              </a:rPr>
              <a:t>—</a:t>
            </a:r>
            <a:r>
              <a:rPr sz="1059" dirty="0">
                <a:latin typeface="Lucida Sans"/>
                <a:cs typeface="Lucida Sans"/>
              </a:rPr>
              <a:t>5</a:t>
            </a:r>
            <a:r>
              <a:rPr sz="1059" spc="-13"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98" name="object 98">
            <a:extLst>
              <a:ext uri="{FF2B5EF4-FFF2-40B4-BE49-F238E27FC236}">
                <a16:creationId xmlns:a16="http://schemas.microsoft.com/office/drawing/2014/main" id="{B2BB9E8F-0E33-EB7B-5BBC-09D2FFB31FE0}"/>
              </a:ext>
            </a:extLst>
          </p:cNvPr>
          <p:cNvSpPr/>
          <p:nvPr/>
        </p:nvSpPr>
        <p:spPr>
          <a:xfrm>
            <a:off x="6202363" y="3287713"/>
            <a:ext cx="303212" cy="301625"/>
          </a:xfrm>
          <a:custGeom>
            <a:avLst/>
            <a:gdLst/>
            <a:ahLst/>
            <a:cxnLst/>
            <a:rect l="l" t="t" r="r" b="b"/>
            <a:pathLst>
              <a:path w="342265" h="340995">
                <a:moveTo>
                  <a:pt x="155483" y="0"/>
                </a:moveTo>
                <a:lnTo>
                  <a:pt x="0" y="180765"/>
                </a:lnTo>
                <a:lnTo>
                  <a:pt x="186190" y="340914"/>
                </a:lnTo>
                <a:lnTo>
                  <a:pt x="341673" y="160149"/>
                </a:lnTo>
                <a:lnTo>
                  <a:pt x="155483" y="0"/>
                </a:lnTo>
                <a:close/>
              </a:path>
            </a:pathLst>
          </a:custGeom>
          <a:solidFill>
            <a:srgbClr val="F2F2F2"/>
          </a:solidFill>
        </p:spPr>
        <p:txBody>
          <a:bodyPr lIns="0" tIns="0" rIns="0" bIns="0"/>
          <a:lstStyle/>
          <a:p>
            <a:pPr>
              <a:defRPr/>
            </a:pPr>
            <a:endParaRPr sz="2647"/>
          </a:p>
        </p:txBody>
      </p:sp>
      <p:sp>
        <p:nvSpPr>
          <p:cNvPr id="99" name="object 99">
            <a:extLst>
              <a:ext uri="{FF2B5EF4-FFF2-40B4-BE49-F238E27FC236}">
                <a16:creationId xmlns:a16="http://schemas.microsoft.com/office/drawing/2014/main" id="{52BE9F45-EB73-027F-24EB-D589398240C8}"/>
              </a:ext>
            </a:extLst>
          </p:cNvPr>
          <p:cNvSpPr txBox="1"/>
          <p:nvPr/>
        </p:nvSpPr>
        <p:spPr>
          <a:xfrm rot="2400000">
            <a:off x="6286500" y="3376613"/>
            <a:ext cx="160338"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8</a:t>
            </a:r>
            <a:endParaRPr sz="1059">
              <a:latin typeface="Lucida Sans"/>
              <a:cs typeface="Lucida Sans"/>
            </a:endParaRPr>
          </a:p>
        </p:txBody>
      </p:sp>
      <p:sp>
        <p:nvSpPr>
          <p:cNvPr id="100" name="object 100">
            <a:extLst>
              <a:ext uri="{FF2B5EF4-FFF2-40B4-BE49-F238E27FC236}">
                <a16:creationId xmlns:a16="http://schemas.microsoft.com/office/drawing/2014/main" id="{CE7161F8-0428-3B14-F459-36D4A832B157}"/>
              </a:ext>
            </a:extLst>
          </p:cNvPr>
          <p:cNvSpPr txBox="1"/>
          <p:nvPr/>
        </p:nvSpPr>
        <p:spPr>
          <a:xfrm rot="2400000">
            <a:off x="6126163" y="3627438"/>
            <a:ext cx="457200" cy="141287"/>
          </a:xfrm>
          <a:prstGeom prst="rect">
            <a:avLst/>
          </a:prstGeom>
        </p:spPr>
        <p:txBody>
          <a:bodyPr lIns="0" tIns="0" rIns="0" bIns="0">
            <a:spAutoFit/>
          </a:bodyPr>
          <a:lstStyle/>
          <a:p>
            <a:pPr>
              <a:lnSpc>
                <a:spcPts val="1059"/>
              </a:lnSpc>
              <a:defRPr/>
            </a:pPr>
            <a:r>
              <a:rPr sz="1588" b="1" spc="-1284" baseline="4629" dirty="0">
                <a:solidFill>
                  <a:srgbClr val="8D3124"/>
                </a:solidFill>
                <a:latin typeface="Lucida Sans"/>
                <a:cs typeface="Lucida Sans"/>
              </a:rPr>
              <a:t>—</a:t>
            </a:r>
            <a:r>
              <a:rPr sz="1588" baseline="2314" dirty="0">
                <a:latin typeface="Lucida Sans"/>
                <a:cs typeface="Lucida Sans"/>
              </a:rPr>
              <a:t>5</a:t>
            </a:r>
            <a:r>
              <a:rPr sz="1588" spc="-26" baseline="2314" dirty="0">
                <a:latin typeface="Lucida Sans"/>
                <a:cs typeface="Lucida Sans"/>
              </a:rPr>
              <a:t> </a:t>
            </a:r>
            <a:r>
              <a:rPr sz="1059" dirty="0">
                <a:latin typeface="Lucida Sans"/>
                <a:cs typeface="Lucida Sans"/>
              </a:rPr>
              <a:t>/</a:t>
            </a:r>
            <a:r>
              <a:rPr sz="1059" spc="-18" dirty="0">
                <a:latin typeface="Lucida Sans"/>
                <a:cs typeface="Lucida Sans"/>
              </a:rPr>
              <a:t> </a:t>
            </a:r>
            <a:r>
              <a:rPr sz="1059" spc="-22" dirty="0">
                <a:latin typeface="Lucida Sans"/>
                <a:cs typeface="Lucida Sans"/>
              </a:rPr>
              <a:t>10</a:t>
            </a:r>
            <a:endParaRPr sz="1059">
              <a:latin typeface="Lucida Sans"/>
              <a:cs typeface="Lucida Sans"/>
            </a:endParaRPr>
          </a:p>
        </p:txBody>
      </p:sp>
      <p:sp>
        <p:nvSpPr>
          <p:cNvPr id="101" name="object 101">
            <a:extLst>
              <a:ext uri="{FF2B5EF4-FFF2-40B4-BE49-F238E27FC236}">
                <a16:creationId xmlns:a16="http://schemas.microsoft.com/office/drawing/2014/main" id="{A1B40291-8214-44E2-468B-798486B258E9}"/>
              </a:ext>
            </a:extLst>
          </p:cNvPr>
          <p:cNvSpPr/>
          <p:nvPr/>
        </p:nvSpPr>
        <p:spPr>
          <a:xfrm>
            <a:off x="4135438" y="2668588"/>
            <a:ext cx="217487" cy="211137"/>
          </a:xfrm>
          <a:custGeom>
            <a:avLst/>
            <a:gdLst/>
            <a:ahLst/>
            <a:cxnLst/>
            <a:rect l="l" t="t" r="r" b="b"/>
            <a:pathLst>
              <a:path w="245745" h="238760">
                <a:moveTo>
                  <a:pt x="0" y="0"/>
                </a:moveTo>
                <a:lnTo>
                  <a:pt x="245590" y="0"/>
                </a:lnTo>
                <a:lnTo>
                  <a:pt x="245590" y="238434"/>
                </a:lnTo>
                <a:lnTo>
                  <a:pt x="0" y="238434"/>
                </a:lnTo>
                <a:lnTo>
                  <a:pt x="0" y="0"/>
                </a:lnTo>
                <a:close/>
              </a:path>
            </a:pathLst>
          </a:custGeom>
          <a:solidFill>
            <a:srgbClr val="F2F2F2"/>
          </a:solidFill>
        </p:spPr>
        <p:txBody>
          <a:bodyPr lIns="0" tIns="0" rIns="0" bIns="0"/>
          <a:lstStyle/>
          <a:p>
            <a:pPr>
              <a:defRPr/>
            </a:pPr>
            <a:endParaRPr sz="2647"/>
          </a:p>
        </p:txBody>
      </p:sp>
      <p:sp>
        <p:nvSpPr>
          <p:cNvPr id="102" name="object 102">
            <a:extLst>
              <a:ext uri="{FF2B5EF4-FFF2-40B4-BE49-F238E27FC236}">
                <a16:creationId xmlns:a16="http://schemas.microsoft.com/office/drawing/2014/main" id="{F903EDCE-5CA2-E546-8882-0996932ED653}"/>
              </a:ext>
            </a:extLst>
          </p:cNvPr>
          <p:cNvSpPr txBox="1"/>
          <p:nvPr/>
        </p:nvSpPr>
        <p:spPr>
          <a:xfrm>
            <a:off x="4205288" y="2665413"/>
            <a:ext cx="107950" cy="174625"/>
          </a:xfrm>
          <a:prstGeom prst="rect">
            <a:avLst/>
          </a:prstGeom>
        </p:spPr>
        <p:txBody>
          <a:bodyPr lIns="0" tIns="11206" rIns="0" bIns="0">
            <a:spAutoFit/>
          </a:bodyPr>
          <a:lstStyle/>
          <a:p>
            <a:pPr marL="11206">
              <a:spcBef>
                <a:spcPts val="88"/>
              </a:spcBef>
              <a:defRPr/>
            </a:pPr>
            <a:r>
              <a:rPr sz="1059" dirty="0">
                <a:solidFill>
                  <a:srgbClr val="8D3124"/>
                </a:solidFill>
                <a:latin typeface="Lucida Sans"/>
                <a:cs typeface="Lucida Sans"/>
              </a:rPr>
              <a:t>8</a:t>
            </a:r>
            <a:endParaRPr sz="1059">
              <a:latin typeface="Lucida Sans"/>
              <a:cs typeface="Lucida Sans"/>
            </a:endParaRPr>
          </a:p>
        </p:txBody>
      </p:sp>
      <p:sp>
        <p:nvSpPr>
          <p:cNvPr id="103" name="object 103">
            <a:extLst>
              <a:ext uri="{FF2B5EF4-FFF2-40B4-BE49-F238E27FC236}">
                <a16:creationId xmlns:a16="http://schemas.microsoft.com/office/drawing/2014/main" id="{EAECFC24-12C0-2964-D79D-1E74CF151709}"/>
              </a:ext>
            </a:extLst>
          </p:cNvPr>
          <p:cNvSpPr txBox="1"/>
          <p:nvPr/>
        </p:nvSpPr>
        <p:spPr>
          <a:xfrm>
            <a:off x="4179888" y="2851150"/>
            <a:ext cx="369887" cy="174625"/>
          </a:xfrm>
          <a:prstGeom prst="rect">
            <a:avLst/>
          </a:prstGeom>
        </p:spPr>
        <p:txBody>
          <a:bodyPr lIns="0" tIns="11206" rIns="0" bIns="0">
            <a:spAutoFit/>
          </a:bodyPr>
          <a:lstStyle/>
          <a:p>
            <a:pPr marL="11206">
              <a:spcBef>
                <a:spcPts val="88"/>
              </a:spcBef>
              <a:defRPr/>
            </a:pPr>
            <a:r>
              <a:rPr sz="1059" b="1" spc="-865" dirty="0">
                <a:solidFill>
                  <a:srgbClr val="8D3124"/>
                </a:solidFill>
                <a:latin typeface="Lucida Sans"/>
                <a:cs typeface="Lucida Sans"/>
              </a:rPr>
              <a:t>—</a:t>
            </a:r>
            <a:r>
              <a:rPr sz="1059" dirty="0">
                <a:latin typeface="Lucida Sans"/>
                <a:cs typeface="Lucida Sans"/>
              </a:rPr>
              <a:t>5 / </a:t>
            </a:r>
            <a:r>
              <a:rPr sz="1059" spc="-44" dirty="0">
                <a:latin typeface="Lucida Sans"/>
                <a:cs typeface="Lucida Sans"/>
              </a:rPr>
              <a:t>9</a:t>
            </a:r>
            <a:endParaRPr sz="1059">
              <a:latin typeface="Lucida Sans"/>
              <a:cs typeface="Lucida Sans"/>
            </a:endParaRPr>
          </a:p>
        </p:txBody>
      </p:sp>
      <p:sp>
        <p:nvSpPr>
          <p:cNvPr id="104" name="object 104">
            <a:extLst>
              <a:ext uri="{FF2B5EF4-FFF2-40B4-BE49-F238E27FC236}">
                <a16:creationId xmlns:a16="http://schemas.microsoft.com/office/drawing/2014/main" id="{175827BD-6E79-5030-40B3-8266218515F0}"/>
              </a:ext>
            </a:extLst>
          </p:cNvPr>
          <p:cNvSpPr/>
          <p:nvPr/>
        </p:nvSpPr>
        <p:spPr>
          <a:xfrm>
            <a:off x="2047875" y="4824413"/>
            <a:ext cx="366713" cy="357187"/>
          </a:xfrm>
          <a:custGeom>
            <a:avLst/>
            <a:gdLst/>
            <a:ahLst/>
            <a:cxnLst/>
            <a:rect l="l" t="t" r="r" b="b"/>
            <a:pathLst>
              <a:path w="414655" h="405764">
                <a:moveTo>
                  <a:pt x="158614" y="0"/>
                </a:moveTo>
                <a:lnTo>
                  <a:pt x="0" y="178024"/>
                </a:lnTo>
                <a:lnTo>
                  <a:pt x="255488" y="405655"/>
                </a:lnTo>
                <a:lnTo>
                  <a:pt x="414102" y="227630"/>
                </a:lnTo>
                <a:lnTo>
                  <a:pt x="158614" y="0"/>
                </a:lnTo>
                <a:close/>
              </a:path>
            </a:pathLst>
          </a:custGeom>
          <a:solidFill>
            <a:srgbClr val="F2F2F2"/>
          </a:solidFill>
        </p:spPr>
        <p:txBody>
          <a:bodyPr lIns="0" tIns="0" rIns="0" bIns="0"/>
          <a:lstStyle/>
          <a:p>
            <a:pPr>
              <a:defRPr/>
            </a:pPr>
            <a:endParaRPr sz="2647"/>
          </a:p>
        </p:txBody>
      </p:sp>
      <p:sp>
        <p:nvSpPr>
          <p:cNvPr id="105" name="object 105">
            <a:extLst>
              <a:ext uri="{FF2B5EF4-FFF2-40B4-BE49-F238E27FC236}">
                <a16:creationId xmlns:a16="http://schemas.microsoft.com/office/drawing/2014/main" id="{572FB0FC-FBA0-BBA3-5BE1-355CAE61DB5E}"/>
              </a:ext>
            </a:extLst>
          </p:cNvPr>
          <p:cNvSpPr txBox="1"/>
          <p:nvPr/>
        </p:nvSpPr>
        <p:spPr>
          <a:xfrm rot="2460000">
            <a:off x="2133600" y="4948238"/>
            <a:ext cx="219075" cy="128587"/>
          </a:xfrm>
          <a:prstGeom prst="rect">
            <a:avLst/>
          </a:prstGeom>
        </p:spPr>
        <p:txBody>
          <a:bodyPr lIns="0" tIns="0" rIns="0" bIns="0">
            <a:spAutoFit/>
          </a:bodyPr>
          <a:lstStyle/>
          <a:p>
            <a:pPr>
              <a:lnSpc>
                <a:spcPts val="1046"/>
              </a:lnSpc>
              <a:defRPr/>
            </a:pPr>
            <a:r>
              <a:rPr sz="1059" spc="-22" dirty="0">
                <a:solidFill>
                  <a:srgbClr val="8D3124"/>
                </a:solidFill>
                <a:latin typeface="Lucida Sans"/>
                <a:cs typeface="Lucida Sans"/>
              </a:rPr>
              <a:t>13</a:t>
            </a:r>
            <a:endParaRPr sz="1059">
              <a:latin typeface="Lucida Sans"/>
              <a:cs typeface="Lucida Sans"/>
            </a:endParaRPr>
          </a:p>
        </p:txBody>
      </p:sp>
      <p:sp>
        <p:nvSpPr>
          <p:cNvPr id="106" name="object 106">
            <a:extLst>
              <a:ext uri="{FF2B5EF4-FFF2-40B4-BE49-F238E27FC236}">
                <a16:creationId xmlns:a16="http://schemas.microsoft.com/office/drawing/2014/main" id="{76A95CB2-2D5B-BA63-B517-8E88810B0730}"/>
              </a:ext>
            </a:extLst>
          </p:cNvPr>
          <p:cNvSpPr txBox="1"/>
          <p:nvPr/>
        </p:nvSpPr>
        <p:spPr>
          <a:xfrm rot="2460000">
            <a:off x="1971675" y="5200650"/>
            <a:ext cx="514350" cy="141288"/>
          </a:xfrm>
          <a:prstGeom prst="rect">
            <a:avLst/>
          </a:prstGeom>
        </p:spPr>
        <p:txBody>
          <a:bodyPr lIns="0" tIns="0" rIns="0" bIns="0">
            <a:spAutoFit/>
          </a:bodyPr>
          <a:lstStyle/>
          <a:p>
            <a:pPr>
              <a:lnSpc>
                <a:spcPts val="1050"/>
              </a:lnSpc>
              <a:defRPr/>
            </a:pPr>
            <a:r>
              <a:rPr sz="1588" spc="-827" baseline="2314" dirty="0">
                <a:latin typeface="Lucida Sans"/>
                <a:cs typeface="Lucida Sans"/>
              </a:rPr>
              <a:t>1</a:t>
            </a:r>
            <a:r>
              <a:rPr sz="1588" b="1" spc="-827" baseline="2314" dirty="0">
                <a:solidFill>
                  <a:srgbClr val="8D3124"/>
                </a:solidFill>
                <a:latin typeface="Lucida Sans"/>
                <a:cs typeface="Lucida Sans"/>
              </a:rPr>
              <a:t>—</a:t>
            </a:r>
            <a:r>
              <a:rPr sz="1588" baseline="2314" dirty="0">
                <a:latin typeface="Lucida Sans"/>
                <a:cs typeface="Lucida Sans"/>
              </a:rPr>
              <a:t>0</a:t>
            </a:r>
            <a:r>
              <a:rPr sz="1588" spc="-19" baseline="2314" dirty="0">
                <a:latin typeface="Lucida Sans"/>
                <a:cs typeface="Lucida Sans"/>
              </a:rPr>
              <a:t> </a:t>
            </a:r>
            <a:r>
              <a:rPr sz="1059" dirty="0">
                <a:latin typeface="Lucida Sans"/>
                <a:cs typeface="Lucida Sans"/>
              </a:rPr>
              <a:t>/</a:t>
            </a:r>
            <a:r>
              <a:rPr sz="1059" spc="-13" dirty="0">
                <a:latin typeface="Lucida Sans"/>
                <a:cs typeface="Lucida Sans"/>
              </a:rPr>
              <a:t> </a:t>
            </a:r>
            <a:r>
              <a:rPr sz="1059" spc="-22" dirty="0">
                <a:latin typeface="Lucida Sans"/>
                <a:cs typeface="Lucida Sans"/>
              </a:rPr>
              <a:t>15</a:t>
            </a:r>
            <a:endParaRPr sz="1059">
              <a:latin typeface="Lucida Sans"/>
              <a:cs typeface="Lucida Sans"/>
            </a:endParaRPr>
          </a:p>
        </p:txBody>
      </p:sp>
      <p:sp>
        <p:nvSpPr>
          <p:cNvPr id="107" name="object 107">
            <a:extLst>
              <a:ext uri="{FF2B5EF4-FFF2-40B4-BE49-F238E27FC236}">
                <a16:creationId xmlns:a16="http://schemas.microsoft.com/office/drawing/2014/main" id="{D1ABB291-64D3-04C6-7959-97F5FEE3409B}"/>
              </a:ext>
            </a:extLst>
          </p:cNvPr>
          <p:cNvSpPr/>
          <p:nvPr/>
        </p:nvSpPr>
        <p:spPr>
          <a:xfrm>
            <a:off x="3992563" y="5773738"/>
            <a:ext cx="301625" cy="211137"/>
          </a:xfrm>
          <a:custGeom>
            <a:avLst/>
            <a:gdLst/>
            <a:ahLst/>
            <a:cxnLst/>
            <a:rect l="l" t="t" r="r" b="b"/>
            <a:pathLst>
              <a:path w="342264" h="238759">
                <a:moveTo>
                  <a:pt x="0" y="0"/>
                </a:moveTo>
                <a:lnTo>
                  <a:pt x="342184" y="0"/>
                </a:lnTo>
                <a:lnTo>
                  <a:pt x="342184" y="238435"/>
                </a:lnTo>
                <a:lnTo>
                  <a:pt x="0" y="238435"/>
                </a:lnTo>
                <a:lnTo>
                  <a:pt x="0" y="0"/>
                </a:lnTo>
                <a:close/>
              </a:path>
            </a:pathLst>
          </a:custGeom>
          <a:solidFill>
            <a:srgbClr val="F2F2F2"/>
          </a:solidFill>
        </p:spPr>
        <p:txBody>
          <a:bodyPr lIns="0" tIns="0" rIns="0" bIns="0"/>
          <a:lstStyle/>
          <a:p>
            <a:pPr>
              <a:defRPr/>
            </a:pPr>
            <a:endParaRPr sz="2647"/>
          </a:p>
        </p:txBody>
      </p:sp>
      <p:sp>
        <p:nvSpPr>
          <p:cNvPr id="108" name="object 108">
            <a:extLst>
              <a:ext uri="{FF2B5EF4-FFF2-40B4-BE49-F238E27FC236}">
                <a16:creationId xmlns:a16="http://schemas.microsoft.com/office/drawing/2014/main" id="{5601964B-12CA-968B-8BC9-E81F919DF6C5}"/>
              </a:ext>
            </a:extLst>
          </p:cNvPr>
          <p:cNvSpPr txBox="1"/>
          <p:nvPr/>
        </p:nvSpPr>
        <p:spPr>
          <a:xfrm>
            <a:off x="4062413" y="5738813"/>
            <a:ext cx="515937" cy="407987"/>
          </a:xfrm>
          <a:prstGeom prst="rect">
            <a:avLst/>
          </a:prstGeom>
        </p:spPr>
        <p:txBody>
          <a:bodyPr lIns="0" tIns="43143" rIns="0" bIns="0">
            <a:spAutoFit/>
          </a:bodyPr>
          <a:lstStyle/>
          <a:p>
            <a:pPr marL="11206">
              <a:spcBef>
                <a:spcPts val="340"/>
              </a:spcBef>
              <a:defRPr/>
            </a:pPr>
            <a:r>
              <a:rPr sz="1059" spc="-22" dirty="0">
                <a:solidFill>
                  <a:srgbClr val="8D3124"/>
                </a:solidFill>
                <a:latin typeface="Lucida Sans"/>
                <a:cs typeface="Lucida Sans"/>
              </a:rPr>
              <a:t>13</a:t>
            </a:r>
            <a:endParaRPr sz="1059">
              <a:latin typeface="Lucida Sans"/>
              <a:cs typeface="Lucida Sans"/>
            </a:endParaRPr>
          </a:p>
          <a:p>
            <a:pPr marL="11206">
              <a:spcBef>
                <a:spcPts val="256"/>
              </a:spcBef>
              <a:defRPr/>
            </a:pPr>
            <a:r>
              <a:rPr sz="1059" spc="-534" dirty="0">
                <a:latin typeface="Lucida Sans"/>
                <a:cs typeface="Lucida Sans"/>
              </a:rPr>
              <a:t>1</a:t>
            </a:r>
            <a:r>
              <a:rPr sz="1059" b="1" spc="-534" dirty="0">
                <a:solidFill>
                  <a:srgbClr val="8D3124"/>
                </a:solidFill>
                <a:latin typeface="Lucida Sans"/>
                <a:cs typeface="Lucida Sans"/>
              </a:rPr>
              <a:t>—</a:t>
            </a:r>
            <a:r>
              <a:rPr sz="1059" dirty="0">
                <a:latin typeface="Lucida Sans"/>
                <a:cs typeface="Lucida Sans"/>
              </a:rPr>
              <a:t>0 / </a:t>
            </a:r>
            <a:r>
              <a:rPr sz="1059" spc="-22" dirty="0">
                <a:latin typeface="Lucida Sans"/>
                <a:cs typeface="Lucida Sans"/>
              </a:rPr>
              <a:t>16</a:t>
            </a:r>
            <a:endParaRPr sz="1059">
              <a:latin typeface="Lucida Sans"/>
              <a:cs typeface="Lucida Sans"/>
            </a:endParaRPr>
          </a:p>
        </p:txBody>
      </p:sp>
      <p:sp>
        <p:nvSpPr>
          <p:cNvPr id="109" name="object 109">
            <a:extLst>
              <a:ext uri="{FF2B5EF4-FFF2-40B4-BE49-F238E27FC236}">
                <a16:creationId xmlns:a16="http://schemas.microsoft.com/office/drawing/2014/main" id="{72E1BE68-3EEB-CA3B-DC2C-0BAB6495B102}"/>
              </a:ext>
            </a:extLst>
          </p:cNvPr>
          <p:cNvSpPr/>
          <p:nvPr/>
        </p:nvSpPr>
        <p:spPr>
          <a:xfrm>
            <a:off x="4227513" y="4940300"/>
            <a:ext cx="296862" cy="295275"/>
          </a:xfrm>
          <a:custGeom>
            <a:avLst/>
            <a:gdLst/>
            <a:ahLst/>
            <a:cxnLst/>
            <a:rect l="l" t="t" r="r" b="b"/>
            <a:pathLst>
              <a:path w="335914" h="334010">
                <a:moveTo>
                  <a:pt x="129512" y="0"/>
                </a:moveTo>
                <a:lnTo>
                  <a:pt x="0" y="200193"/>
                </a:lnTo>
                <a:lnTo>
                  <a:pt x="206202" y="333593"/>
                </a:lnTo>
                <a:lnTo>
                  <a:pt x="335714" y="133398"/>
                </a:lnTo>
                <a:lnTo>
                  <a:pt x="129512" y="0"/>
                </a:lnTo>
                <a:close/>
              </a:path>
            </a:pathLst>
          </a:custGeom>
          <a:solidFill>
            <a:srgbClr val="F2F2F2"/>
          </a:solidFill>
        </p:spPr>
        <p:txBody>
          <a:bodyPr lIns="0" tIns="0" rIns="0" bIns="0"/>
          <a:lstStyle/>
          <a:p>
            <a:pPr>
              <a:defRPr/>
            </a:pPr>
            <a:endParaRPr sz="2647"/>
          </a:p>
        </p:txBody>
      </p:sp>
      <p:sp>
        <p:nvSpPr>
          <p:cNvPr id="110" name="object 110">
            <a:extLst>
              <a:ext uri="{FF2B5EF4-FFF2-40B4-BE49-F238E27FC236}">
                <a16:creationId xmlns:a16="http://schemas.microsoft.com/office/drawing/2014/main" id="{0651ADFD-AA48-3752-0788-6A876B8E9B85}"/>
              </a:ext>
            </a:extLst>
          </p:cNvPr>
          <p:cNvSpPr txBox="1"/>
          <p:nvPr/>
        </p:nvSpPr>
        <p:spPr>
          <a:xfrm rot="1920000">
            <a:off x="4310063" y="5024438"/>
            <a:ext cx="160337" cy="141287"/>
          </a:xfrm>
          <a:prstGeom prst="rect">
            <a:avLst/>
          </a:prstGeom>
        </p:spPr>
        <p:txBody>
          <a:bodyPr lIns="0" tIns="0" rIns="0" bIns="0">
            <a:spAutoFit/>
          </a:bodyPr>
          <a:lstStyle/>
          <a:p>
            <a:pPr>
              <a:lnSpc>
                <a:spcPts val="1050"/>
              </a:lnSpc>
              <a:defRPr/>
            </a:pPr>
            <a:r>
              <a:rPr sz="1059" dirty="0">
                <a:solidFill>
                  <a:srgbClr val="8D3124"/>
                </a:solidFill>
                <a:latin typeface="Lucida Sans"/>
                <a:cs typeface="Lucida Sans"/>
              </a:rPr>
              <a:t>3</a:t>
            </a:r>
            <a:endParaRPr sz="1059">
              <a:latin typeface="Lucida Sans"/>
              <a:cs typeface="Lucida Sans"/>
            </a:endParaRPr>
          </a:p>
        </p:txBody>
      </p:sp>
      <p:sp>
        <p:nvSpPr>
          <p:cNvPr id="111" name="object 111">
            <a:extLst>
              <a:ext uri="{FF2B5EF4-FFF2-40B4-BE49-F238E27FC236}">
                <a16:creationId xmlns:a16="http://schemas.microsoft.com/office/drawing/2014/main" id="{864C4AF6-91A4-6C89-D5E3-ACB31C01ADEE}"/>
              </a:ext>
            </a:extLst>
          </p:cNvPr>
          <p:cNvSpPr txBox="1"/>
          <p:nvPr/>
        </p:nvSpPr>
        <p:spPr>
          <a:xfrm rot="1920000">
            <a:off x="4187825" y="5251450"/>
            <a:ext cx="374650" cy="141288"/>
          </a:xfrm>
          <a:prstGeom prst="rect">
            <a:avLst/>
          </a:prstGeom>
        </p:spPr>
        <p:txBody>
          <a:bodyPr lIns="0" tIns="0" rIns="0" bIns="0">
            <a:spAutoFit/>
          </a:bodyPr>
          <a:lstStyle/>
          <a:p>
            <a:pPr>
              <a:lnSpc>
                <a:spcPts val="1059"/>
              </a:lnSpc>
              <a:defRPr/>
            </a:pPr>
            <a:r>
              <a:rPr sz="1059" b="1" spc="-896" dirty="0">
                <a:solidFill>
                  <a:srgbClr val="8D3124"/>
                </a:solidFill>
                <a:latin typeface="Lucida Sans"/>
                <a:cs typeface="Lucida Sans"/>
              </a:rPr>
              <a:t>—</a:t>
            </a:r>
            <a:r>
              <a:rPr sz="1588" baseline="2314" dirty="0">
                <a:latin typeface="Lucida Sans"/>
                <a:cs typeface="Lucida Sans"/>
              </a:rPr>
              <a:t>0</a:t>
            </a:r>
            <a:r>
              <a:rPr sz="1588" spc="-33" baseline="2314" dirty="0">
                <a:latin typeface="Lucida Sans"/>
                <a:cs typeface="Lucida Sans"/>
              </a:rPr>
              <a:t> </a:t>
            </a:r>
            <a:r>
              <a:rPr sz="1059" dirty="0">
                <a:latin typeface="Lucida Sans"/>
                <a:cs typeface="Lucida Sans"/>
              </a:rPr>
              <a:t>/</a:t>
            </a:r>
            <a:r>
              <a:rPr sz="1059" spc="-22" dirty="0">
                <a:latin typeface="Lucida Sans"/>
                <a:cs typeface="Lucida Sans"/>
              </a:rPr>
              <a:t> </a:t>
            </a:r>
            <a:r>
              <a:rPr sz="1059" spc="-44" dirty="0">
                <a:latin typeface="Lucida Sans"/>
                <a:cs typeface="Lucida Sans"/>
              </a:rPr>
              <a:t>6</a:t>
            </a:r>
            <a:endParaRPr sz="1059">
              <a:latin typeface="Lucida Sans"/>
              <a:cs typeface="Lucida Sans"/>
            </a:endParaRPr>
          </a:p>
        </p:txBody>
      </p:sp>
      <p:sp>
        <p:nvSpPr>
          <p:cNvPr id="112" name="object 112">
            <a:extLst>
              <a:ext uri="{FF2B5EF4-FFF2-40B4-BE49-F238E27FC236}">
                <a16:creationId xmlns:a16="http://schemas.microsoft.com/office/drawing/2014/main" id="{8881024F-F7A9-287D-DD64-152E91065479}"/>
              </a:ext>
            </a:extLst>
          </p:cNvPr>
          <p:cNvSpPr/>
          <p:nvPr/>
        </p:nvSpPr>
        <p:spPr>
          <a:xfrm>
            <a:off x="5229225" y="3578225"/>
            <a:ext cx="539750" cy="209550"/>
          </a:xfrm>
          <a:custGeom>
            <a:avLst/>
            <a:gdLst/>
            <a:ahLst/>
            <a:cxnLst/>
            <a:rect l="l" t="t" r="r" b="b"/>
            <a:pathLst>
              <a:path w="610870" h="238760">
                <a:moveTo>
                  <a:pt x="0" y="0"/>
                </a:moveTo>
                <a:lnTo>
                  <a:pt x="610605" y="0"/>
                </a:lnTo>
                <a:lnTo>
                  <a:pt x="610605" y="238434"/>
                </a:lnTo>
                <a:lnTo>
                  <a:pt x="0" y="238434"/>
                </a:lnTo>
                <a:lnTo>
                  <a:pt x="0" y="0"/>
                </a:lnTo>
                <a:close/>
              </a:path>
            </a:pathLst>
          </a:custGeom>
          <a:solidFill>
            <a:srgbClr val="F2F2F2"/>
          </a:solidFill>
        </p:spPr>
        <p:txBody>
          <a:bodyPr lIns="0" tIns="0" rIns="0" bIns="0"/>
          <a:lstStyle/>
          <a:p>
            <a:pPr>
              <a:defRPr/>
            </a:pPr>
            <a:endParaRPr sz="2647"/>
          </a:p>
        </p:txBody>
      </p:sp>
      <p:sp>
        <p:nvSpPr>
          <p:cNvPr id="113" name="object 113">
            <a:extLst>
              <a:ext uri="{FF2B5EF4-FFF2-40B4-BE49-F238E27FC236}">
                <a16:creationId xmlns:a16="http://schemas.microsoft.com/office/drawing/2014/main" id="{0B0867D0-8236-3ADE-B094-84244A0B3464}"/>
              </a:ext>
            </a:extLst>
          </p:cNvPr>
          <p:cNvSpPr txBox="1"/>
          <p:nvPr/>
        </p:nvSpPr>
        <p:spPr>
          <a:xfrm>
            <a:off x="5299075" y="3575050"/>
            <a:ext cx="430213" cy="174625"/>
          </a:xfrm>
          <a:prstGeom prst="rect">
            <a:avLst/>
          </a:prstGeom>
        </p:spPr>
        <p:txBody>
          <a:bodyPr lIns="0" tIns="11206" rIns="0" bIns="0">
            <a:spAutoFit/>
          </a:bodyPr>
          <a:lstStyle/>
          <a:p>
            <a:pPr marL="11206">
              <a:spcBef>
                <a:spcPts val="88"/>
              </a:spcBef>
              <a:defRPr/>
            </a:pPr>
            <a:r>
              <a:rPr sz="1059" dirty="0">
                <a:solidFill>
                  <a:srgbClr val="BABABA"/>
                </a:solidFill>
                <a:latin typeface="Lucida Sans"/>
                <a:cs typeface="Lucida Sans"/>
              </a:rPr>
              <a:t>0 / </a:t>
            </a:r>
            <a:r>
              <a:rPr sz="1059" spc="-22" dirty="0">
                <a:solidFill>
                  <a:srgbClr val="BABABA"/>
                </a:solidFill>
                <a:latin typeface="Lucida Sans"/>
                <a:cs typeface="Lucida Sans"/>
              </a:rPr>
              <a:t>15</a:t>
            </a:r>
            <a:endParaRPr sz="1059">
              <a:latin typeface="Lucida Sans"/>
              <a:cs typeface="Lucida Sans"/>
            </a:endParaRPr>
          </a:p>
        </p:txBody>
      </p:sp>
      <p:sp>
        <p:nvSpPr>
          <p:cNvPr id="122926" name="object 114">
            <a:extLst>
              <a:ext uri="{FF2B5EF4-FFF2-40B4-BE49-F238E27FC236}">
                <a16:creationId xmlns:a16="http://schemas.microsoft.com/office/drawing/2014/main" id="{C1CDDE88-5C06-E97B-0150-17C9D4A946B1}"/>
              </a:ext>
            </a:extLst>
          </p:cNvPr>
          <p:cNvSpPr txBox="1">
            <a:spLocks noChangeArrowheads="1"/>
          </p:cNvSpPr>
          <p:nvPr/>
        </p:nvSpPr>
        <p:spPr bwMode="auto">
          <a:xfrm>
            <a:off x="6727825" y="2511425"/>
            <a:ext cx="11398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42875" indent="-131763">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a:lnSpc>
                <a:spcPct val="121000"/>
              </a:lnSpc>
              <a:spcBef>
                <a:spcPts val="88"/>
              </a:spcBef>
            </a:pPr>
            <a:r>
              <a:rPr lang="zh-CN" altLang="zh-CN" sz="1100">
                <a:solidFill>
                  <a:srgbClr val="8D3124"/>
                </a:solidFill>
                <a:latin typeface="Lucida Sans" panose="020B0602030504020204" pitchFamily="34" charset="0"/>
              </a:rPr>
              <a:t>backward edge (not empty)</a:t>
            </a:r>
            <a:endParaRPr lang="zh-CN" altLang="zh-CN" sz="1100">
              <a:latin typeface="Lucida Sans" panose="020B0602030504020204" pitchFamily="34" charset="0"/>
            </a:endParaRPr>
          </a:p>
        </p:txBody>
      </p:sp>
      <p:grpSp>
        <p:nvGrpSpPr>
          <p:cNvPr id="122927" name="object 115">
            <a:extLst>
              <a:ext uri="{FF2B5EF4-FFF2-40B4-BE49-F238E27FC236}">
                <a16:creationId xmlns:a16="http://schemas.microsoft.com/office/drawing/2014/main" id="{AFD234F4-BA23-6111-9519-FC3B7635F195}"/>
              </a:ext>
            </a:extLst>
          </p:cNvPr>
          <p:cNvGrpSpPr>
            <a:grpSpLocks/>
          </p:cNvGrpSpPr>
          <p:nvPr/>
        </p:nvGrpSpPr>
        <p:grpSpPr bwMode="auto">
          <a:xfrm>
            <a:off x="4489450" y="2854325"/>
            <a:ext cx="2219325" cy="790575"/>
            <a:chOff x="4935350" y="3234013"/>
            <a:chExt cx="2515235" cy="895985"/>
          </a:xfrm>
        </p:grpSpPr>
        <p:sp>
          <p:nvSpPr>
            <p:cNvPr id="116" name="object 116">
              <a:extLst>
                <a:ext uri="{FF2B5EF4-FFF2-40B4-BE49-F238E27FC236}">
                  <a16:creationId xmlns:a16="http://schemas.microsoft.com/office/drawing/2014/main" id="{9F579D81-AAF1-8300-3126-1FC2D4BFD0A7}"/>
                </a:ext>
              </a:extLst>
            </p:cNvPr>
            <p:cNvSpPr/>
            <p:nvPr/>
          </p:nvSpPr>
          <p:spPr>
            <a:xfrm>
              <a:off x="4991125" y="3243009"/>
              <a:ext cx="2450465" cy="854604"/>
            </a:xfrm>
            <a:custGeom>
              <a:avLst/>
              <a:gdLst/>
              <a:ahLst/>
              <a:cxnLst/>
              <a:rect l="l" t="t" r="r" b="b"/>
              <a:pathLst>
                <a:path w="2449829" h="854075">
                  <a:moveTo>
                    <a:pt x="0" y="853671"/>
                  </a:moveTo>
                  <a:lnTo>
                    <a:pt x="9006" y="850532"/>
                  </a:lnTo>
                  <a:lnTo>
                    <a:pt x="2449359" y="0"/>
                  </a:lnTo>
                </a:path>
              </a:pathLst>
            </a:custGeom>
            <a:ln w="19074">
              <a:solidFill>
                <a:srgbClr val="8D3124"/>
              </a:solidFill>
            </a:ln>
          </p:spPr>
          <p:txBody>
            <a:bodyPr lIns="0" tIns="0" rIns="0" bIns="0"/>
            <a:lstStyle/>
            <a:p>
              <a:pPr>
                <a:defRPr/>
              </a:pPr>
              <a:endParaRPr sz="2647"/>
            </a:p>
          </p:txBody>
        </p:sp>
        <p:sp>
          <p:nvSpPr>
            <p:cNvPr id="117" name="object 117">
              <a:extLst>
                <a:ext uri="{FF2B5EF4-FFF2-40B4-BE49-F238E27FC236}">
                  <a16:creationId xmlns:a16="http://schemas.microsoft.com/office/drawing/2014/main" id="{C328FB59-B5B6-165D-EB96-0FE49F9DAB83}"/>
                </a:ext>
              </a:extLst>
            </p:cNvPr>
            <p:cNvSpPr/>
            <p:nvPr/>
          </p:nvSpPr>
          <p:spPr>
            <a:xfrm>
              <a:off x="4935350" y="4043638"/>
              <a:ext cx="100753" cy="86360"/>
            </a:xfrm>
            <a:custGeom>
              <a:avLst/>
              <a:gdLst/>
              <a:ahLst/>
              <a:cxnLst/>
              <a:rect l="l" t="t" r="r" b="b"/>
              <a:pathLst>
                <a:path w="101600" h="86995">
                  <a:moveTo>
                    <a:pt x="71393" y="0"/>
                  </a:moveTo>
                  <a:lnTo>
                    <a:pt x="0" y="73360"/>
                  </a:lnTo>
                  <a:lnTo>
                    <a:pt x="101523" y="86459"/>
                  </a:lnTo>
                  <a:lnTo>
                    <a:pt x="64843" y="50761"/>
                  </a:lnTo>
                  <a:lnTo>
                    <a:pt x="71393" y="0"/>
                  </a:lnTo>
                  <a:close/>
                </a:path>
              </a:pathLst>
            </a:custGeom>
            <a:solidFill>
              <a:srgbClr val="8D3124"/>
            </a:solidFill>
          </p:spPr>
          <p:txBody>
            <a:bodyPr lIns="0" tIns="0" rIns="0" bIns="0"/>
            <a:lstStyle/>
            <a:p>
              <a:pPr>
                <a:defRPr/>
              </a:pPr>
              <a:endParaRPr sz="2647"/>
            </a:p>
          </p:txBody>
        </p:sp>
      </p:grpSp>
      <p:sp>
        <p:nvSpPr>
          <p:cNvPr id="122928" name="object 2">
            <a:extLst>
              <a:ext uri="{FF2B5EF4-FFF2-40B4-BE49-F238E27FC236}">
                <a16:creationId xmlns:a16="http://schemas.microsoft.com/office/drawing/2014/main" id="{A0FBE61D-7AF6-0A9B-5B3A-4F36DB7BAC7D}"/>
              </a:ext>
            </a:extLst>
          </p:cNvPr>
          <p:cNvSpPr>
            <a:spLocks noGrp="1" noChangeArrowheads="1"/>
          </p:cNvSpPr>
          <p:nvPr>
            <p:ph type="title"/>
          </p:nvPr>
        </p:nvSpPr>
        <p:spPr>
          <a:xfrm>
            <a:off x="495300" y="482600"/>
            <a:ext cx="5822950" cy="319088"/>
          </a:xfrm>
        </p:spPr>
        <p:txBody>
          <a:bodyPr lIns="0" tIns="11206" rIns="0" bIns="0">
            <a:spAutoFit/>
          </a:bodyPr>
          <a:lstStyle/>
          <a:p>
            <a:pPr marL="11113">
              <a:spcBef>
                <a:spcPts val="88"/>
              </a:spcBef>
            </a:pPr>
            <a:r>
              <a:rPr lang="zh-CN" altLang="en-US" sz="2000" b="1">
                <a:solidFill>
                  <a:schemeClr val="hlink"/>
                </a:solidFill>
              </a:rPr>
              <a:t>基本思想：沿着增广路增加流量</a:t>
            </a:r>
            <a:endParaRPr lang="zh-CN" altLang="zh-CN" sz="2000" b="1">
              <a:solidFill>
                <a:schemeClr val="hlink"/>
              </a:solidFill>
            </a:endParaRPr>
          </a:p>
        </p:txBody>
      </p:sp>
      <p:sp>
        <p:nvSpPr>
          <p:cNvPr id="118833" name="object 95">
            <a:extLst>
              <a:ext uri="{FF2B5EF4-FFF2-40B4-BE49-F238E27FC236}">
                <a16:creationId xmlns:a16="http://schemas.microsoft.com/office/drawing/2014/main" id="{88A578D0-FB97-E9AE-8E8E-0CE4AB7040F9}"/>
              </a:ext>
            </a:extLst>
          </p:cNvPr>
          <p:cNvSpPr txBox="1">
            <a:spLocks noChangeArrowheads="1"/>
          </p:cNvSpPr>
          <p:nvPr/>
        </p:nvSpPr>
        <p:spPr bwMode="auto">
          <a:xfrm>
            <a:off x="690563" y="1084263"/>
            <a:ext cx="7556500"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1206" rIns="0" bIns="0">
            <a:spAutoFit/>
          </a:bodyPr>
          <a:lstStyle>
            <a:lvl1pPr marL="150813">
              <a:tabLst>
                <a:tab pos="2046288" algn="l"/>
              </a:tabLst>
              <a:defRPr sz="3000">
                <a:solidFill>
                  <a:srgbClr val="000066"/>
                </a:solidFill>
                <a:latin typeface="Arial" panose="020B0604020202020204" pitchFamily="34" charset="0"/>
                <a:ea typeface="楷体_GB2312" pitchFamily="49" charset="-122"/>
              </a:defRPr>
            </a:lvl1pPr>
            <a:lvl2pPr marL="742950" indent="-285750">
              <a:tabLst>
                <a:tab pos="2046288" algn="l"/>
              </a:tabLst>
              <a:defRPr sz="3000">
                <a:solidFill>
                  <a:srgbClr val="000066"/>
                </a:solidFill>
                <a:latin typeface="Arial" panose="020B0604020202020204" pitchFamily="34" charset="0"/>
                <a:ea typeface="楷体_GB2312" pitchFamily="49" charset="-122"/>
              </a:defRPr>
            </a:lvl2pPr>
            <a:lvl3pPr marL="1143000" indent="-228600">
              <a:tabLst>
                <a:tab pos="2046288" algn="l"/>
              </a:tabLst>
              <a:defRPr sz="3000">
                <a:solidFill>
                  <a:srgbClr val="000066"/>
                </a:solidFill>
                <a:latin typeface="Arial" panose="020B0604020202020204" pitchFamily="34" charset="0"/>
                <a:ea typeface="楷体_GB2312" pitchFamily="49" charset="-122"/>
              </a:defRPr>
            </a:lvl3pPr>
            <a:lvl4pPr marL="1600200" indent="-228600">
              <a:tabLst>
                <a:tab pos="2046288" algn="l"/>
              </a:tabLst>
              <a:defRPr sz="3000">
                <a:solidFill>
                  <a:srgbClr val="000066"/>
                </a:solidFill>
                <a:latin typeface="Arial" panose="020B0604020202020204" pitchFamily="34" charset="0"/>
                <a:ea typeface="楷体_GB2312" pitchFamily="49" charset="-122"/>
              </a:defRPr>
            </a:lvl4pPr>
            <a:lvl5pPr marL="2057400" indent="-228600">
              <a:tabLst>
                <a:tab pos="2046288" algn="l"/>
              </a:tabLst>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tabLst>
                <a:tab pos="2046288" algn="l"/>
              </a:tabLst>
              <a:defRPr sz="3000">
                <a:solidFill>
                  <a:srgbClr val="000066"/>
                </a:solidFill>
                <a:latin typeface="Arial" panose="020B0604020202020204" pitchFamily="34" charset="0"/>
                <a:ea typeface="楷体_GB2312" pitchFamily="49" charset="-122"/>
              </a:defRPr>
            </a:lvl9pPr>
          </a:lstStyle>
          <a:p>
            <a:pPr>
              <a:lnSpc>
                <a:spcPct val="150000"/>
              </a:lnSpc>
              <a:spcBef>
                <a:spcPts val="88"/>
              </a:spcBef>
              <a:defRPr/>
            </a:pPr>
            <a:r>
              <a:rPr lang="zh-CN" altLang="en-US" sz="2000" dirty="0">
                <a:solidFill>
                  <a:schemeClr val="tx1"/>
                </a:solidFill>
                <a:latin typeface="+mj-ea"/>
                <a:ea typeface="+mj-ea"/>
              </a:rPr>
              <a:t>可增广路径：在残流网络中找到一条从</a:t>
            </a:r>
            <a:r>
              <a:rPr lang="zh-CN" altLang="zh-CN" sz="2000" i="1" dirty="0">
                <a:solidFill>
                  <a:schemeClr val="tx1"/>
                </a:solidFill>
                <a:latin typeface="+mj-ea"/>
                <a:ea typeface="+mj-ea"/>
                <a:cs typeface="Times New Roman" panose="02020603050405020304" pitchFamily="18" charset="0"/>
              </a:rPr>
              <a:t>s</a:t>
            </a:r>
            <a:r>
              <a:rPr lang="zh-CN" altLang="en-US" sz="2000" dirty="0">
                <a:solidFill>
                  <a:schemeClr val="tx1"/>
                </a:solidFill>
                <a:latin typeface="+mj-ea"/>
                <a:ea typeface="+mj-ea"/>
                <a:cs typeface="Times New Roman" panose="02020603050405020304" pitchFamily="18" charset="0"/>
              </a:rPr>
              <a:t>到</a:t>
            </a:r>
            <a:r>
              <a:rPr lang="zh-CN" altLang="zh-CN" sz="2000" i="1" dirty="0">
                <a:solidFill>
                  <a:schemeClr val="tx1"/>
                </a:solidFill>
                <a:latin typeface="+mj-ea"/>
                <a:ea typeface="+mj-ea"/>
                <a:cs typeface="Times New Roman" panose="02020603050405020304" pitchFamily="18" charset="0"/>
              </a:rPr>
              <a:t>t</a:t>
            </a:r>
            <a:r>
              <a:rPr lang="zh-CN" altLang="en-US" sz="2000" dirty="0">
                <a:solidFill>
                  <a:schemeClr val="tx1"/>
                </a:solidFill>
                <a:latin typeface="+mj-ea"/>
                <a:ea typeface="+mj-ea"/>
                <a:cs typeface="Times New Roman" panose="02020603050405020304" pitchFamily="18" charset="0"/>
              </a:rPr>
              <a:t>的</a:t>
            </a:r>
            <a:r>
              <a:rPr lang="zh-CN" altLang="en-US" sz="2000" dirty="0">
                <a:solidFill>
                  <a:schemeClr val="tx1"/>
                </a:solidFill>
                <a:latin typeface="+mj-ea"/>
                <a:ea typeface="+mj-ea"/>
              </a:rPr>
              <a:t>可增广路径，满足：增广路径上的每条边的剩余容量大于</a:t>
            </a:r>
            <a:r>
              <a:rPr lang="en-US" altLang="zh-CN" sz="2000" dirty="0">
                <a:solidFill>
                  <a:schemeClr val="tx1"/>
                </a:solidFill>
                <a:latin typeface="+mj-ea"/>
                <a:ea typeface="+mj-ea"/>
              </a:rPr>
              <a:t>0</a:t>
            </a:r>
            <a:endParaRPr lang="zh-CN" altLang="zh-CN" sz="2000" dirty="0">
              <a:solidFill>
                <a:schemeClr val="tx1"/>
              </a:solidFill>
              <a:latin typeface="+mj-ea"/>
              <a:ea typeface="+mj-ea"/>
            </a:endParaRPr>
          </a:p>
          <a:p>
            <a:pPr>
              <a:spcBef>
                <a:spcPts val="3188"/>
              </a:spcBef>
              <a:defRPr/>
            </a:pPr>
            <a:endParaRPr lang="zh-CN" altLang="zh-CN" sz="2000" dirty="0">
              <a:solidFill>
                <a:schemeClr val="tx1"/>
              </a:solidFill>
              <a:latin typeface="+mj-ea"/>
              <a:ea typeface="+mj-ea"/>
              <a:cs typeface="Tahoma" panose="020B0604030504040204" pitchFamily="34" charset="0"/>
            </a:endParaRPr>
          </a:p>
        </p:txBody>
      </p:sp>
      <p:sp>
        <p:nvSpPr>
          <p:cNvPr id="120" name="object 18">
            <a:extLst>
              <a:ext uri="{FF2B5EF4-FFF2-40B4-BE49-F238E27FC236}">
                <a16:creationId xmlns:a16="http://schemas.microsoft.com/office/drawing/2014/main" id="{BB36BA84-71B1-75D6-3C57-20672527913C}"/>
              </a:ext>
            </a:extLst>
          </p:cNvPr>
          <p:cNvSpPr/>
          <p:nvPr/>
        </p:nvSpPr>
        <p:spPr bwMode="auto">
          <a:xfrm rot="10800000">
            <a:off x="1349375" y="2898775"/>
            <a:ext cx="1571625" cy="1357313"/>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1" name="object 19">
            <a:extLst>
              <a:ext uri="{FF2B5EF4-FFF2-40B4-BE49-F238E27FC236}">
                <a16:creationId xmlns:a16="http://schemas.microsoft.com/office/drawing/2014/main" id="{4E20748D-D180-1254-7552-097FDDE37A64}"/>
              </a:ext>
            </a:extLst>
          </p:cNvPr>
          <p:cNvSpPr/>
          <p:nvPr/>
        </p:nvSpPr>
        <p:spPr bwMode="auto">
          <a:xfrm rot="6299088" flipV="1">
            <a:off x="1273175" y="4219575"/>
            <a:ext cx="114300"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2" name="object 61">
            <a:extLst>
              <a:ext uri="{FF2B5EF4-FFF2-40B4-BE49-F238E27FC236}">
                <a16:creationId xmlns:a16="http://schemas.microsoft.com/office/drawing/2014/main" id="{12E61644-C1A9-3574-6220-964CAFF9BA95}"/>
              </a:ext>
            </a:extLst>
          </p:cNvPr>
          <p:cNvSpPr txBox="1"/>
          <p:nvPr/>
        </p:nvSpPr>
        <p:spPr>
          <a:xfrm rot="19200000">
            <a:off x="1749425" y="34988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23" name="object 18">
            <a:extLst>
              <a:ext uri="{FF2B5EF4-FFF2-40B4-BE49-F238E27FC236}">
                <a16:creationId xmlns:a16="http://schemas.microsoft.com/office/drawing/2014/main" id="{0B46FCF3-4C88-4952-3CE9-F2B3E3E0C401}"/>
              </a:ext>
            </a:extLst>
          </p:cNvPr>
          <p:cNvSpPr/>
          <p:nvPr/>
        </p:nvSpPr>
        <p:spPr bwMode="auto">
          <a:xfrm rot="15194489">
            <a:off x="3444081" y="3123407"/>
            <a:ext cx="1673225" cy="146526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4" name="object 19">
            <a:extLst>
              <a:ext uri="{FF2B5EF4-FFF2-40B4-BE49-F238E27FC236}">
                <a16:creationId xmlns:a16="http://schemas.microsoft.com/office/drawing/2014/main" id="{1100FBB7-373A-3BA9-1735-8872CFF9C7DC}"/>
              </a:ext>
            </a:extLst>
          </p:cNvPr>
          <p:cNvSpPr/>
          <p:nvPr/>
        </p:nvSpPr>
        <p:spPr bwMode="auto">
          <a:xfrm rot="9923926" flipV="1">
            <a:off x="3313113" y="3222625"/>
            <a:ext cx="128587" cy="1016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5" name="object 63">
            <a:extLst>
              <a:ext uri="{FF2B5EF4-FFF2-40B4-BE49-F238E27FC236}">
                <a16:creationId xmlns:a16="http://schemas.microsoft.com/office/drawing/2014/main" id="{618FBEF2-FA54-A262-9C85-9F181FB7F60A}"/>
              </a:ext>
            </a:extLst>
          </p:cNvPr>
          <p:cNvSpPr txBox="1"/>
          <p:nvPr/>
        </p:nvSpPr>
        <p:spPr>
          <a:xfrm rot="1920000">
            <a:off x="3916363" y="3851275"/>
            <a:ext cx="512762" cy="141288"/>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5</a:t>
            </a:r>
            <a:endParaRPr sz="1059" dirty="0">
              <a:latin typeface="Lucida Sans"/>
              <a:cs typeface="Lucida Sans"/>
            </a:endParaRPr>
          </a:p>
        </p:txBody>
      </p:sp>
      <p:sp>
        <p:nvSpPr>
          <p:cNvPr id="126" name="object 61">
            <a:extLst>
              <a:ext uri="{FF2B5EF4-FFF2-40B4-BE49-F238E27FC236}">
                <a16:creationId xmlns:a16="http://schemas.microsoft.com/office/drawing/2014/main" id="{1759393D-4591-97B9-1799-FD989DA4E396}"/>
              </a:ext>
            </a:extLst>
          </p:cNvPr>
          <p:cNvSpPr txBox="1"/>
          <p:nvPr/>
        </p:nvSpPr>
        <p:spPr>
          <a:xfrm>
            <a:off x="6099175" y="4689475"/>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27" name="object 18">
            <a:extLst>
              <a:ext uri="{FF2B5EF4-FFF2-40B4-BE49-F238E27FC236}">
                <a16:creationId xmlns:a16="http://schemas.microsoft.com/office/drawing/2014/main" id="{B9F8D35F-977C-81D8-FA9A-FC94E02A985F}"/>
              </a:ext>
            </a:extLst>
          </p:cNvPr>
          <p:cNvSpPr/>
          <p:nvPr/>
        </p:nvSpPr>
        <p:spPr bwMode="auto">
          <a:xfrm rot="13245356">
            <a:off x="5859463" y="4283075"/>
            <a:ext cx="877887" cy="75088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28" name="object 19">
            <a:extLst>
              <a:ext uri="{FF2B5EF4-FFF2-40B4-BE49-F238E27FC236}">
                <a16:creationId xmlns:a16="http://schemas.microsoft.com/office/drawing/2014/main" id="{5C903EE0-0D5D-449A-29C3-CFF122596BE0}"/>
              </a:ext>
            </a:extLst>
          </p:cNvPr>
          <p:cNvSpPr/>
          <p:nvPr/>
        </p:nvSpPr>
        <p:spPr bwMode="auto">
          <a:xfrm rot="13301543">
            <a:off x="5619750" y="4595813"/>
            <a:ext cx="117475" cy="128587"/>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29" name="object 18">
            <a:extLst>
              <a:ext uri="{FF2B5EF4-FFF2-40B4-BE49-F238E27FC236}">
                <a16:creationId xmlns:a16="http://schemas.microsoft.com/office/drawing/2014/main" id="{8D9F2DEB-F8C6-C2C5-F61F-67363321CD65}"/>
              </a:ext>
            </a:extLst>
          </p:cNvPr>
          <p:cNvSpPr/>
          <p:nvPr/>
        </p:nvSpPr>
        <p:spPr bwMode="auto">
          <a:xfrm rot="15194489">
            <a:off x="1267619" y="4876006"/>
            <a:ext cx="1773238" cy="1120775"/>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0" name="object 19">
            <a:extLst>
              <a:ext uri="{FF2B5EF4-FFF2-40B4-BE49-F238E27FC236}">
                <a16:creationId xmlns:a16="http://schemas.microsoft.com/office/drawing/2014/main" id="{34735C0F-B89D-B6FB-ED7B-22E9AC2E53BB}"/>
              </a:ext>
            </a:extLst>
          </p:cNvPr>
          <p:cNvSpPr/>
          <p:nvPr/>
        </p:nvSpPr>
        <p:spPr bwMode="auto">
          <a:xfrm rot="9923926" flipV="1">
            <a:off x="1338263" y="4710113"/>
            <a:ext cx="98425" cy="106362"/>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1" name="object 63">
            <a:extLst>
              <a:ext uri="{FF2B5EF4-FFF2-40B4-BE49-F238E27FC236}">
                <a16:creationId xmlns:a16="http://schemas.microsoft.com/office/drawing/2014/main" id="{F55BD48A-A075-EA75-2F6F-4312454B3FFA}"/>
              </a:ext>
            </a:extLst>
          </p:cNvPr>
          <p:cNvSpPr txBox="1"/>
          <p:nvPr/>
        </p:nvSpPr>
        <p:spPr>
          <a:xfrm rot="1920000">
            <a:off x="1592263" y="5443538"/>
            <a:ext cx="512762" cy="141287"/>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10</a:t>
            </a:r>
            <a:endParaRPr sz="1059" dirty="0">
              <a:latin typeface="Lucida Sans"/>
              <a:cs typeface="Lucida Sans"/>
            </a:endParaRPr>
          </a:p>
        </p:txBody>
      </p:sp>
      <p:sp>
        <p:nvSpPr>
          <p:cNvPr id="132" name="object 61">
            <a:extLst>
              <a:ext uri="{FF2B5EF4-FFF2-40B4-BE49-F238E27FC236}">
                <a16:creationId xmlns:a16="http://schemas.microsoft.com/office/drawing/2014/main" id="{A4D90F3B-BA16-B816-CE3D-D9E8AF704540}"/>
              </a:ext>
            </a:extLst>
          </p:cNvPr>
          <p:cNvSpPr txBox="1"/>
          <p:nvPr/>
        </p:nvSpPr>
        <p:spPr>
          <a:xfrm>
            <a:off x="4111625" y="6300788"/>
            <a:ext cx="512763" cy="141287"/>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a:t>
            </a:r>
            <a:r>
              <a:rPr lang="en-US" sz="1588" spc="-33" baseline="2314" dirty="0">
                <a:solidFill>
                  <a:srgbClr val="BABABA"/>
                </a:solidFill>
                <a:latin typeface="Lucida Sans"/>
                <a:cs typeface="Lucida Sans"/>
              </a:rPr>
              <a:t>3</a:t>
            </a:r>
            <a:endParaRPr sz="1588" baseline="2314" dirty="0">
              <a:latin typeface="Lucida Sans"/>
              <a:cs typeface="Lucida Sans"/>
            </a:endParaRPr>
          </a:p>
        </p:txBody>
      </p:sp>
      <p:sp>
        <p:nvSpPr>
          <p:cNvPr id="133" name="object 18">
            <a:extLst>
              <a:ext uri="{FF2B5EF4-FFF2-40B4-BE49-F238E27FC236}">
                <a16:creationId xmlns:a16="http://schemas.microsoft.com/office/drawing/2014/main" id="{2667A7D6-B94B-2013-BFEB-9EF086518672}"/>
              </a:ext>
            </a:extLst>
          </p:cNvPr>
          <p:cNvSpPr/>
          <p:nvPr/>
        </p:nvSpPr>
        <p:spPr bwMode="auto">
          <a:xfrm rot="13245356">
            <a:off x="3903663" y="5808663"/>
            <a:ext cx="1155700" cy="950912"/>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4" name="object 19">
            <a:extLst>
              <a:ext uri="{FF2B5EF4-FFF2-40B4-BE49-F238E27FC236}">
                <a16:creationId xmlns:a16="http://schemas.microsoft.com/office/drawing/2014/main" id="{9773B527-D1C3-82F3-4F7C-45AEED39D864}"/>
              </a:ext>
            </a:extLst>
          </p:cNvPr>
          <p:cNvSpPr/>
          <p:nvPr/>
        </p:nvSpPr>
        <p:spPr bwMode="auto">
          <a:xfrm rot="13301543">
            <a:off x="3632200" y="6208713"/>
            <a:ext cx="117475" cy="1270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5" name="object 18">
            <a:extLst>
              <a:ext uri="{FF2B5EF4-FFF2-40B4-BE49-F238E27FC236}">
                <a16:creationId xmlns:a16="http://schemas.microsoft.com/office/drawing/2014/main" id="{CECF2DB5-13FD-8411-8F14-D229AA6D08AB}"/>
              </a:ext>
            </a:extLst>
          </p:cNvPr>
          <p:cNvSpPr/>
          <p:nvPr/>
        </p:nvSpPr>
        <p:spPr bwMode="auto">
          <a:xfrm rot="10800000">
            <a:off x="5800725" y="4808538"/>
            <a:ext cx="1360488" cy="1246187"/>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36" name="object 19">
            <a:extLst>
              <a:ext uri="{FF2B5EF4-FFF2-40B4-BE49-F238E27FC236}">
                <a16:creationId xmlns:a16="http://schemas.microsoft.com/office/drawing/2014/main" id="{37A100E6-AEBC-3C00-3956-29C7DD034BC7}"/>
              </a:ext>
            </a:extLst>
          </p:cNvPr>
          <p:cNvSpPr/>
          <p:nvPr/>
        </p:nvSpPr>
        <p:spPr bwMode="auto">
          <a:xfrm rot="6299088" flipV="1">
            <a:off x="5725319" y="6017419"/>
            <a:ext cx="112712" cy="1143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37" name="object 61">
            <a:extLst>
              <a:ext uri="{FF2B5EF4-FFF2-40B4-BE49-F238E27FC236}">
                <a16:creationId xmlns:a16="http://schemas.microsoft.com/office/drawing/2014/main" id="{F0762FF1-6F97-6135-A59C-4115CC27ADAD}"/>
              </a:ext>
            </a:extLst>
          </p:cNvPr>
          <p:cNvSpPr txBox="1"/>
          <p:nvPr/>
        </p:nvSpPr>
        <p:spPr>
          <a:xfrm rot="19200000">
            <a:off x="6427788" y="5381625"/>
            <a:ext cx="525462"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sz="1588" spc="-33" baseline="2314" dirty="0">
                <a:solidFill>
                  <a:srgbClr val="BABABA"/>
                </a:solidFill>
                <a:latin typeface="Lucida Sans"/>
                <a:cs typeface="Lucida Sans"/>
              </a:rPr>
              <a:t>10</a:t>
            </a:r>
            <a:endParaRPr sz="1588" baseline="2314" dirty="0">
              <a:latin typeface="Lucida Sans"/>
              <a:cs typeface="Lucida Sans"/>
            </a:endParaRPr>
          </a:p>
        </p:txBody>
      </p:sp>
      <p:sp>
        <p:nvSpPr>
          <p:cNvPr id="138" name="object 61">
            <a:extLst>
              <a:ext uri="{FF2B5EF4-FFF2-40B4-BE49-F238E27FC236}">
                <a16:creationId xmlns:a16="http://schemas.microsoft.com/office/drawing/2014/main" id="{BD7BFD77-1307-4755-5BBF-1386C9563EA2}"/>
              </a:ext>
            </a:extLst>
          </p:cNvPr>
          <p:cNvSpPr txBox="1"/>
          <p:nvPr/>
        </p:nvSpPr>
        <p:spPr>
          <a:xfrm>
            <a:off x="2016125" y="4649788"/>
            <a:ext cx="512763" cy="141287"/>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5</a:t>
            </a:r>
            <a:endParaRPr sz="1588" baseline="2314" dirty="0">
              <a:latin typeface="Lucida Sans"/>
              <a:cs typeface="Lucida Sans"/>
            </a:endParaRPr>
          </a:p>
        </p:txBody>
      </p:sp>
      <p:sp>
        <p:nvSpPr>
          <p:cNvPr id="139" name="object 18">
            <a:extLst>
              <a:ext uri="{FF2B5EF4-FFF2-40B4-BE49-F238E27FC236}">
                <a16:creationId xmlns:a16="http://schemas.microsoft.com/office/drawing/2014/main" id="{E5D59D4B-1194-077A-6A23-E5EB2CE2A768}"/>
              </a:ext>
            </a:extLst>
          </p:cNvPr>
          <p:cNvSpPr/>
          <p:nvPr/>
        </p:nvSpPr>
        <p:spPr bwMode="auto">
          <a:xfrm rot="13245356">
            <a:off x="1787525" y="4208463"/>
            <a:ext cx="939800" cy="812800"/>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0" name="object 19">
            <a:extLst>
              <a:ext uri="{FF2B5EF4-FFF2-40B4-BE49-F238E27FC236}">
                <a16:creationId xmlns:a16="http://schemas.microsoft.com/office/drawing/2014/main" id="{5D012D84-66C7-F69A-ACB5-8A9F3EF55D2F}"/>
              </a:ext>
            </a:extLst>
          </p:cNvPr>
          <p:cNvSpPr/>
          <p:nvPr/>
        </p:nvSpPr>
        <p:spPr bwMode="auto">
          <a:xfrm rot="13301543">
            <a:off x="1535113" y="4556125"/>
            <a:ext cx="119062" cy="128588"/>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41" name="object 61">
            <a:extLst>
              <a:ext uri="{FF2B5EF4-FFF2-40B4-BE49-F238E27FC236}">
                <a16:creationId xmlns:a16="http://schemas.microsoft.com/office/drawing/2014/main" id="{543972D1-6091-CB23-B3BE-12C4493E7544}"/>
              </a:ext>
            </a:extLst>
          </p:cNvPr>
          <p:cNvSpPr txBox="1"/>
          <p:nvPr/>
        </p:nvSpPr>
        <p:spPr>
          <a:xfrm>
            <a:off x="4179888" y="4683125"/>
            <a:ext cx="512762"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8</a:t>
            </a:r>
            <a:endParaRPr sz="1588" baseline="2314" dirty="0">
              <a:latin typeface="Lucida Sans"/>
              <a:cs typeface="Lucida Sans"/>
            </a:endParaRPr>
          </a:p>
        </p:txBody>
      </p:sp>
      <p:sp>
        <p:nvSpPr>
          <p:cNvPr id="142" name="object 18">
            <a:extLst>
              <a:ext uri="{FF2B5EF4-FFF2-40B4-BE49-F238E27FC236}">
                <a16:creationId xmlns:a16="http://schemas.microsoft.com/office/drawing/2014/main" id="{6552C951-C1B3-56D0-27F7-5E7553BB5970}"/>
              </a:ext>
            </a:extLst>
          </p:cNvPr>
          <p:cNvSpPr/>
          <p:nvPr/>
        </p:nvSpPr>
        <p:spPr bwMode="auto">
          <a:xfrm rot="13245356">
            <a:off x="3884613" y="4178300"/>
            <a:ext cx="1052512" cy="927100"/>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3" name="object 19">
            <a:extLst>
              <a:ext uri="{FF2B5EF4-FFF2-40B4-BE49-F238E27FC236}">
                <a16:creationId xmlns:a16="http://schemas.microsoft.com/office/drawing/2014/main" id="{F5A0924A-FED2-81DE-EF6F-FD00084BAC27}"/>
              </a:ext>
            </a:extLst>
          </p:cNvPr>
          <p:cNvSpPr/>
          <p:nvPr/>
        </p:nvSpPr>
        <p:spPr bwMode="auto">
          <a:xfrm rot="13301543">
            <a:off x="3608388" y="4591050"/>
            <a:ext cx="119062" cy="127000"/>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44" name="object 61">
            <a:extLst>
              <a:ext uri="{FF2B5EF4-FFF2-40B4-BE49-F238E27FC236}">
                <a16:creationId xmlns:a16="http://schemas.microsoft.com/office/drawing/2014/main" id="{58370261-79A1-8EE9-8F9F-C07E633C3BED}"/>
              </a:ext>
            </a:extLst>
          </p:cNvPr>
          <p:cNvSpPr txBox="1"/>
          <p:nvPr/>
        </p:nvSpPr>
        <p:spPr>
          <a:xfrm>
            <a:off x="4140200" y="3155950"/>
            <a:ext cx="512763" cy="141288"/>
          </a:xfrm>
          <a:prstGeom prst="rect">
            <a:avLst/>
          </a:prstGeom>
        </p:spPr>
        <p:txBody>
          <a:bodyPr lIns="0" tIns="0" rIns="0" bIns="0">
            <a:spAutoFit/>
          </a:bodyPr>
          <a:lstStyle/>
          <a:p>
            <a:pPr>
              <a:lnSpc>
                <a:spcPts val="1059"/>
              </a:lnSpc>
              <a:defRPr/>
            </a:pPr>
            <a:r>
              <a:rPr lang="en-US" sz="1059" dirty="0">
                <a:solidFill>
                  <a:srgbClr val="BABABA"/>
                </a:solidFill>
                <a:latin typeface="Lucida Sans"/>
                <a:cs typeface="Lucida Sans"/>
              </a:rPr>
              <a:t>0</a:t>
            </a:r>
            <a:r>
              <a:rPr sz="1059" spc="-26" dirty="0">
                <a:solidFill>
                  <a:srgbClr val="BABABA"/>
                </a:solidFill>
                <a:latin typeface="Lucida Sans"/>
                <a:cs typeface="Lucida Sans"/>
              </a:rPr>
              <a:t> </a:t>
            </a:r>
            <a:r>
              <a:rPr sz="1588" baseline="2314" dirty="0">
                <a:solidFill>
                  <a:srgbClr val="BABABA"/>
                </a:solidFill>
                <a:latin typeface="Lucida Sans"/>
                <a:cs typeface="Lucida Sans"/>
              </a:rPr>
              <a:t>/</a:t>
            </a:r>
            <a:r>
              <a:rPr sz="1588" spc="-26" baseline="2314" dirty="0">
                <a:solidFill>
                  <a:srgbClr val="BABABA"/>
                </a:solidFill>
                <a:latin typeface="Lucida Sans"/>
                <a:cs typeface="Lucida Sans"/>
              </a:rPr>
              <a:t> </a:t>
            </a:r>
            <a:r>
              <a:rPr lang="en-US" sz="1588" spc="-33" baseline="2314" dirty="0">
                <a:solidFill>
                  <a:srgbClr val="BABABA"/>
                </a:solidFill>
                <a:latin typeface="Lucida Sans"/>
                <a:cs typeface="Lucida Sans"/>
              </a:rPr>
              <a:t>8</a:t>
            </a:r>
            <a:endParaRPr sz="1588" baseline="2314" dirty="0">
              <a:latin typeface="Lucida Sans"/>
              <a:cs typeface="Lucida Sans"/>
            </a:endParaRPr>
          </a:p>
        </p:txBody>
      </p:sp>
      <p:sp>
        <p:nvSpPr>
          <p:cNvPr id="145" name="object 18">
            <a:extLst>
              <a:ext uri="{FF2B5EF4-FFF2-40B4-BE49-F238E27FC236}">
                <a16:creationId xmlns:a16="http://schemas.microsoft.com/office/drawing/2014/main" id="{7DA1BAAB-2A50-AD9C-DC2D-3424C4E36855}"/>
              </a:ext>
            </a:extLst>
          </p:cNvPr>
          <p:cNvSpPr/>
          <p:nvPr/>
        </p:nvSpPr>
        <p:spPr bwMode="auto">
          <a:xfrm rot="13245356">
            <a:off x="3797300" y="2571750"/>
            <a:ext cx="1262063" cy="1074738"/>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46" name="object 19">
            <a:extLst>
              <a:ext uri="{FF2B5EF4-FFF2-40B4-BE49-F238E27FC236}">
                <a16:creationId xmlns:a16="http://schemas.microsoft.com/office/drawing/2014/main" id="{23ADFE83-9CFC-03DB-1E4F-2D0949AEB193}"/>
              </a:ext>
            </a:extLst>
          </p:cNvPr>
          <p:cNvSpPr/>
          <p:nvPr/>
        </p:nvSpPr>
        <p:spPr bwMode="auto">
          <a:xfrm rot="13301543">
            <a:off x="3497263" y="3044825"/>
            <a:ext cx="117475" cy="128588"/>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50" name="object 18">
            <a:extLst>
              <a:ext uri="{FF2B5EF4-FFF2-40B4-BE49-F238E27FC236}">
                <a16:creationId xmlns:a16="http://schemas.microsoft.com/office/drawing/2014/main" id="{96237897-C1B1-C37E-6006-CE4CCA585187}"/>
              </a:ext>
            </a:extLst>
          </p:cNvPr>
          <p:cNvSpPr/>
          <p:nvPr/>
        </p:nvSpPr>
        <p:spPr bwMode="auto">
          <a:xfrm rot="15194489">
            <a:off x="5437982" y="3304381"/>
            <a:ext cx="1512888" cy="987425"/>
          </a:xfrm>
          <a:custGeom>
            <a:avLst/>
            <a:gdLst/>
            <a:ahLst/>
            <a:cxnLst/>
            <a:rect l="l" t="t" r="r" b="b"/>
            <a:pathLst>
              <a:path w="1782445" h="1539239">
                <a:moveTo>
                  <a:pt x="1782389" y="0"/>
                </a:moveTo>
                <a:lnTo>
                  <a:pt x="1775171" y="6231"/>
                </a:lnTo>
                <a:lnTo>
                  <a:pt x="0" y="1538659"/>
                </a:lnTo>
              </a:path>
            </a:pathLst>
          </a:cu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lIns="0" tIns="0" rIns="0" bIns="0"/>
          <a:lstStyle/>
          <a:p>
            <a:pPr>
              <a:defRPr/>
            </a:pPr>
            <a:endParaRPr sz="2647"/>
          </a:p>
        </p:txBody>
      </p:sp>
      <p:sp>
        <p:nvSpPr>
          <p:cNvPr id="151" name="object 19">
            <a:extLst>
              <a:ext uri="{FF2B5EF4-FFF2-40B4-BE49-F238E27FC236}">
                <a16:creationId xmlns:a16="http://schemas.microsoft.com/office/drawing/2014/main" id="{EC107905-CA10-CDBB-0E37-C1F8B0A466F8}"/>
              </a:ext>
            </a:extLst>
          </p:cNvPr>
          <p:cNvSpPr/>
          <p:nvPr/>
        </p:nvSpPr>
        <p:spPr bwMode="auto">
          <a:xfrm rot="9923926" flipV="1">
            <a:off x="5459413" y="3157538"/>
            <a:ext cx="128587" cy="100012"/>
          </a:xfrm>
          <a:custGeom>
            <a:avLst/>
            <a:gdLst/>
            <a:ahLst/>
            <a:cxnLst/>
            <a:rect l="l" t="t" r="r" b="b"/>
            <a:pathLst>
              <a:path w="99694" h="94614">
                <a:moveTo>
                  <a:pt x="99221" y="0"/>
                </a:moveTo>
                <a:lnTo>
                  <a:pt x="0" y="25176"/>
                </a:lnTo>
                <a:lnTo>
                  <a:pt x="47241" y="44872"/>
                </a:lnTo>
                <a:lnTo>
                  <a:pt x="59829" y="94482"/>
                </a:lnTo>
                <a:lnTo>
                  <a:pt x="99221" y="0"/>
                </a:lnTo>
                <a:close/>
              </a:path>
            </a:pathLst>
          </a:custGeom>
          <a:solidFill>
            <a:srgbClr val="BABABA"/>
          </a:solidFill>
        </p:spPr>
        <p:txBody>
          <a:bodyPr lIns="0" tIns="0" rIns="0" bIns="0"/>
          <a:lstStyle/>
          <a:p>
            <a:pPr>
              <a:defRPr/>
            </a:pPr>
            <a:endParaRPr sz="2647"/>
          </a:p>
        </p:txBody>
      </p:sp>
      <p:sp>
        <p:nvSpPr>
          <p:cNvPr id="152" name="object 63">
            <a:extLst>
              <a:ext uri="{FF2B5EF4-FFF2-40B4-BE49-F238E27FC236}">
                <a16:creationId xmlns:a16="http://schemas.microsoft.com/office/drawing/2014/main" id="{71180582-D311-02D3-FB3A-DC67BE6F2B5F}"/>
              </a:ext>
            </a:extLst>
          </p:cNvPr>
          <p:cNvSpPr txBox="1"/>
          <p:nvPr/>
        </p:nvSpPr>
        <p:spPr>
          <a:xfrm rot="1920000">
            <a:off x="5926138" y="3886200"/>
            <a:ext cx="512762" cy="141288"/>
          </a:xfrm>
          <a:prstGeom prst="rect">
            <a:avLst/>
          </a:prstGeom>
        </p:spPr>
        <p:txBody>
          <a:bodyPr lIns="0" tIns="0" rIns="0" bIns="0">
            <a:spAutoFit/>
          </a:bodyPr>
          <a:lstStyle/>
          <a:p>
            <a:pPr>
              <a:lnSpc>
                <a:spcPts val="1054"/>
              </a:lnSpc>
              <a:defRPr/>
            </a:pPr>
            <a:r>
              <a:rPr lang="en-US" sz="1588" baseline="2314" dirty="0">
                <a:solidFill>
                  <a:srgbClr val="BABABA"/>
                </a:solidFill>
                <a:latin typeface="Lucida Sans"/>
                <a:cs typeface="Lucida Sans"/>
              </a:rPr>
              <a:t>0</a:t>
            </a:r>
            <a:r>
              <a:rPr sz="1588" spc="-19" baseline="2314" dirty="0">
                <a:solidFill>
                  <a:srgbClr val="BABABA"/>
                </a:solidFill>
                <a:latin typeface="Lucida Sans"/>
                <a:cs typeface="Lucida Sans"/>
              </a:rPr>
              <a:t> </a:t>
            </a:r>
            <a:r>
              <a:rPr sz="1059" dirty="0">
                <a:solidFill>
                  <a:srgbClr val="BABABA"/>
                </a:solidFill>
                <a:latin typeface="Lucida Sans"/>
                <a:cs typeface="Lucida Sans"/>
              </a:rPr>
              <a:t>/</a:t>
            </a:r>
            <a:r>
              <a:rPr sz="1059" spc="-13" dirty="0">
                <a:solidFill>
                  <a:srgbClr val="BABABA"/>
                </a:solidFill>
                <a:latin typeface="Lucida Sans"/>
                <a:cs typeface="Lucida Sans"/>
              </a:rPr>
              <a:t> </a:t>
            </a:r>
            <a:r>
              <a:rPr lang="en-US" sz="1059" spc="-22" dirty="0">
                <a:solidFill>
                  <a:srgbClr val="BABABA"/>
                </a:solidFill>
                <a:latin typeface="Lucida Sans"/>
                <a:cs typeface="Lucida Sans"/>
              </a:rPr>
              <a:t>8</a:t>
            </a:r>
            <a:endParaRPr sz="1059" dirty="0">
              <a:latin typeface="Lucida Sans"/>
              <a:cs typeface="Lucida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6DA0DDB8-D7E2-A4B5-90E8-0F55D92E1762}"/>
              </a:ext>
            </a:extLst>
          </p:cNvPr>
          <p:cNvSpPr>
            <a:spLocks noGrp="1" noChangeArrowheads="1"/>
          </p:cNvSpPr>
          <p:nvPr>
            <p:ph type="title"/>
          </p:nvPr>
        </p:nvSpPr>
        <p:spPr/>
        <p:txBody>
          <a:bodyPr/>
          <a:lstStyle/>
          <a:p>
            <a:r>
              <a:rPr lang="zh-CN" altLang="en-US" sz="2800" b="1">
                <a:solidFill>
                  <a:schemeClr val="hlink"/>
                </a:solidFill>
              </a:rPr>
              <a:t>最大网络流的应用</a:t>
            </a:r>
          </a:p>
        </p:txBody>
      </p:sp>
      <p:sp>
        <p:nvSpPr>
          <p:cNvPr id="113667" name="内容占位符 2">
            <a:extLst>
              <a:ext uri="{FF2B5EF4-FFF2-40B4-BE49-F238E27FC236}">
                <a16:creationId xmlns:a16="http://schemas.microsoft.com/office/drawing/2014/main" id="{267F7313-0D75-BE58-8759-E64DC960572E}"/>
              </a:ext>
            </a:extLst>
          </p:cNvPr>
          <p:cNvSpPr>
            <a:spLocks noGrp="1" noChangeArrowheads="1"/>
          </p:cNvSpPr>
          <p:nvPr>
            <p:ph idx="1"/>
          </p:nvPr>
        </p:nvSpPr>
        <p:spPr>
          <a:xfrm>
            <a:off x="484188" y="1341438"/>
            <a:ext cx="4548187" cy="4530725"/>
          </a:xfrm>
        </p:spPr>
        <p:txBody>
          <a:bodyPr/>
          <a:lstStyle/>
          <a:p>
            <a:pPr>
              <a:lnSpc>
                <a:spcPct val="150000"/>
              </a:lnSpc>
              <a:defRPr/>
            </a:pPr>
            <a:r>
              <a:rPr lang="zh-CN" altLang="en-US" sz="2400" dirty="0"/>
              <a:t>交通流量优化</a:t>
            </a:r>
            <a:endParaRPr lang="en-US" altLang="zh-CN" sz="2400" dirty="0"/>
          </a:p>
          <a:p>
            <a:pPr>
              <a:lnSpc>
                <a:spcPct val="150000"/>
              </a:lnSpc>
              <a:defRPr/>
            </a:pPr>
            <a:r>
              <a:rPr lang="zh-CN" altLang="en-US" sz="2400" dirty="0"/>
              <a:t>计算机网络传输优化</a:t>
            </a:r>
            <a:endParaRPr lang="en-US" altLang="zh-CN" sz="2400" dirty="0"/>
          </a:p>
          <a:p>
            <a:pPr>
              <a:lnSpc>
                <a:spcPct val="150000"/>
              </a:lnSpc>
              <a:defRPr/>
            </a:pPr>
            <a:r>
              <a:rPr lang="zh-CN" altLang="en-US" sz="2400" dirty="0"/>
              <a:t>电力系统优化电力分配</a:t>
            </a:r>
            <a:endParaRPr lang="en-US" altLang="zh-CN" sz="2400" dirty="0"/>
          </a:p>
          <a:p>
            <a:pPr>
              <a:lnSpc>
                <a:spcPct val="150000"/>
              </a:lnSpc>
              <a:defRPr/>
            </a:pPr>
            <a:r>
              <a:rPr lang="zh-CN" altLang="en-US" sz="2400" dirty="0"/>
              <a:t>医疗资源调度，确保医疗资源的最大利用</a:t>
            </a:r>
            <a:endParaRPr lang="en-US" altLang="zh-CN" sz="2400" dirty="0"/>
          </a:p>
          <a:p>
            <a:pPr>
              <a:lnSpc>
                <a:spcPct val="150000"/>
              </a:lnSpc>
              <a:defRPr/>
            </a:pPr>
            <a:r>
              <a:rPr lang="zh-CN" altLang="en-US" sz="2400" dirty="0"/>
              <a:t>社交网络，最大限度地实现信息流传递</a:t>
            </a:r>
            <a:endParaRPr lang="en-US" altLang="zh-CN" sz="2400" dirty="0"/>
          </a:p>
          <a:p>
            <a:pPr>
              <a:lnSpc>
                <a:spcPct val="150000"/>
              </a:lnSpc>
              <a:defRPr/>
            </a:pPr>
            <a:r>
              <a:rPr lang="en-US" altLang="zh-CN" sz="2400" dirty="0"/>
              <a:t>…….</a:t>
            </a:r>
            <a:endParaRPr lang="zh-CN" altLang="en-US" sz="2400" dirty="0"/>
          </a:p>
        </p:txBody>
      </p:sp>
      <p:sp>
        <p:nvSpPr>
          <p:cNvPr id="123908" name="灯片编号占位符 3">
            <a:extLst>
              <a:ext uri="{FF2B5EF4-FFF2-40B4-BE49-F238E27FC236}">
                <a16:creationId xmlns:a16="http://schemas.microsoft.com/office/drawing/2014/main" id="{BC20887B-2205-8431-81EB-637E214889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B4B394E-7BE4-4593-988D-E17FFD506E84}" type="slidenum">
              <a:rPr lang="en-US" altLang="zh-CN" sz="1200">
                <a:solidFill>
                  <a:schemeClr val="tx1"/>
                </a:solidFill>
                <a:latin typeface="Garamond" panose="02020404030301010803" pitchFamily="18" charset="0"/>
                <a:ea typeface="宋体" panose="02010600030101010101" pitchFamily="2" charset="-122"/>
              </a:rPr>
              <a:pPr/>
              <a:t>82</a:t>
            </a:fld>
            <a:endParaRPr lang="en-US" altLang="zh-CN" sz="1200">
              <a:solidFill>
                <a:schemeClr val="tx1"/>
              </a:solidFill>
              <a:latin typeface="Garamond" panose="02020404030301010803" pitchFamily="18" charset="0"/>
              <a:ea typeface="宋体" panose="02010600030101010101" pitchFamily="2" charset="-122"/>
            </a:endParaRPr>
          </a:p>
        </p:txBody>
      </p:sp>
      <p:pic>
        <p:nvPicPr>
          <p:cNvPr id="123909" name="Picture 2" descr="https://5b0988e595225.cdn.sohucs.com/images/20171129/71d6e6a4a425413f91da6e69cb445de6.jpeg">
            <a:extLst>
              <a:ext uri="{FF2B5EF4-FFF2-40B4-BE49-F238E27FC236}">
                <a16:creationId xmlns:a16="http://schemas.microsoft.com/office/drawing/2014/main" id="{31CE5563-A461-9E1E-F06F-932FDB9A3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7"/>
          <a:stretch>
            <a:fillRect/>
          </a:stretch>
        </p:blipFill>
        <p:spPr bwMode="auto">
          <a:xfrm>
            <a:off x="5286375" y="1052513"/>
            <a:ext cx="3435350" cy="192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910" name="Picture 4" descr="https://pic4.zhimg.com/50/343a031b1_hd.jpg">
            <a:extLst>
              <a:ext uri="{FF2B5EF4-FFF2-40B4-BE49-F238E27FC236}">
                <a16:creationId xmlns:a16="http://schemas.microsoft.com/office/drawing/2014/main" id="{91806D99-F468-8634-D176-1F041F9CE4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3290888"/>
            <a:ext cx="3400425"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spDef>
    <a:ln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12858</TotalTime>
  <Words>9196</Words>
  <Application>Microsoft Office PowerPoint</Application>
  <PresentationFormat>全屏显示(4:3)</PresentationFormat>
  <Paragraphs>1652</Paragraphs>
  <Slides>82</Slides>
  <Notes>34</Notes>
  <HiddenSlides>2</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82</vt:i4>
      </vt:variant>
    </vt:vector>
  </HeadingPairs>
  <TitlesOfParts>
    <vt:vector size="100" baseType="lpstr">
      <vt:lpstr>Arial</vt:lpstr>
      <vt:lpstr>楷体_GB2312</vt:lpstr>
      <vt:lpstr>Arial Black</vt:lpstr>
      <vt:lpstr>Wingdings</vt:lpstr>
      <vt:lpstr>Times New Roman</vt:lpstr>
      <vt:lpstr>宋体</vt:lpstr>
      <vt:lpstr>黑体</vt:lpstr>
      <vt:lpstr>Garamond</vt:lpstr>
      <vt:lpstr>微软雅黑</vt:lpstr>
      <vt:lpstr>Symbol</vt:lpstr>
      <vt:lpstr>Lucida Sans</vt:lpstr>
      <vt:lpstr>Tahoma</vt:lpstr>
      <vt:lpstr>华文新魏</vt:lpstr>
      <vt:lpstr>KaTeX_Main</vt:lpstr>
      <vt:lpstr>Edge</vt:lpstr>
      <vt:lpstr>Microsoft 公式 3.0</vt:lpstr>
      <vt:lpstr>MathType 6.0 Equation</vt:lpstr>
      <vt:lpstr>公式</vt:lpstr>
      <vt:lpstr>PowerPoint 演示文稿</vt:lpstr>
      <vt:lpstr>PowerPoint 演示文稿</vt:lpstr>
      <vt:lpstr>线性规划(Linear Programming, LP) </vt:lpstr>
      <vt:lpstr>示例：啤酒厂问题</vt:lpstr>
      <vt:lpstr>示例：啤酒厂问题</vt:lpstr>
      <vt:lpstr>示例：啤酒厂问题</vt:lpstr>
      <vt:lpstr>8.1  线性规划问题和单纯形算法</vt:lpstr>
      <vt:lpstr>PowerPoint 演示文稿</vt:lpstr>
      <vt:lpstr>PowerPoint 演示文稿</vt:lpstr>
      <vt:lpstr>PowerPoint 演示文稿</vt:lpstr>
      <vt:lpstr>PowerPoint 演示文稿</vt:lpstr>
      <vt:lpstr>PowerPoint 演示文稿</vt:lpstr>
      <vt:lpstr>8.1.2线性规划基本定理 </vt:lpstr>
      <vt:lpstr>单纯形算法</vt:lpstr>
      <vt:lpstr>PowerPoint 演示文稿</vt:lpstr>
      <vt:lpstr>PowerPoint 演示文稿</vt:lpstr>
      <vt:lpstr>8.1.3约束标准型线性规划问题的单纯形算法 </vt:lpstr>
      <vt:lpstr>8.1  线性规划问题和单纯形算法(回顾)</vt:lpstr>
      <vt:lpstr>PowerPoint 演示文稿</vt:lpstr>
      <vt:lpstr>8.1.2线性规划基本定理(回顾) </vt:lpstr>
      <vt:lpstr>单纯性算法的数学基础</vt:lpstr>
      <vt:lpstr>单纯性算法的数学基础</vt:lpstr>
      <vt:lpstr>单纯性算法的数学基础</vt:lpstr>
      <vt:lpstr>约束标准型线性规划问题的单纯形算法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8.1.4 将一般问题转化为约束标准型 </vt:lpstr>
      <vt:lpstr>PowerPoint 演示文稿</vt:lpstr>
      <vt:lpstr>8.1.5一般线性规划问题的2阶段单纯形算法 </vt:lpstr>
      <vt:lpstr>8.1.5一般线性规划问题的2阶段单纯形算法 </vt:lpstr>
      <vt:lpstr>练习</vt:lpstr>
      <vt:lpstr>8.1.5一般线性规划问题的2阶段单纯形算法 </vt:lpstr>
      <vt:lpstr>8.1.5一般线性规划问题的2阶段单纯形算法 </vt:lpstr>
      <vt:lpstr>8.1.5一般线性规划问题的2阶段单纯形算法 </vt:lpstr>
      <vt:lpstr>8.1.5一般线性规划问题的2阶段单纯形算法 </vt:lpstr>
      <vt:lpstr>8.1.5一般线性规划问题的2阶段单纯形算法 </vt:lpstr>
      <vt:lpstr>8.1.7退化情形的处理 </vt:lpstr>
      <vt:lpstr>8.1.7退化情形的处理 </vt:lpstr>
      <vt:lpstr>PowerPoint 演示文稿</vt:lpstr>
      <vt:lpstr>练习题</vt:lpstr>
      <vt:lpstr>练习题</vt:lpstr>
      <vt:lpstr>两阶段单纯形算法</vt:lpstr>
      <vt:lpstr>PowerPoint 演示文稿</vt:lpstr>
      <vt:lpstr>8.2  最大网络流问题</vt:lpstr>
      <vt:lpstr>8.2  最大网络流问题</vt:lpstr>
      <vt:lpstr>8.2  最大网络流问题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8.2.2 增广路算法 </vt:lpstr>
      <vt:lpstr>8.2.2 增广路算法 </vt:lpstr>
      <vt:lpstr>8.2.2 增广路算法 </vt:lpstr>
      <vt:lpstr>PowerPoint 演示文稿</vt:lpstr>
      <vt:lpstr>Ford-Fulkerson方法</vt:lpstr>
      <vt:lpstr>基本思想：沿着增广路增加流量</vt:lpstr>
      <vt:lpstr>基本思想：沿着增广路增加流量</vt:lpstr>
      <vt:lpstr>基本思想：沿着增广路增加流量</vt:lpstr>
      <vt:lpstr>基本思想：沿着增广路增加流量</vt:lpstr>
      <vt:lpstr>基本思想：沿着增广路增加流量</vt:lpstr>
      <vt:lpstr>PowerPoint 演示文稿</vt:lpstr>
      <vt:lpstr>PowerPoint 演示文稿</vt:lpstr>
      <vt:lpstr>PowerPoint 演示文稿</vt:lpstr>
      <vt:lpstr>基本思想：沿着增广路增加流量</vt:lpstr>
      <vt:lpstr>最大网络流的应用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动态规划</dc:title>
  <dc:creator>wang</dc:creator>
  <cp:lastModifiedBy>凡 费</cp:lastModifiedBy>
  <cp:revision>488</cp:revision>
  <cp:lastPrinted>2013-04-09T01:39:03Z</cp:lastPrinted>
  <dcterms:created xsi:type="dcterms:W3CDTF">2003-05-27T06:14:28Z</dcterms:created>
  <dcterms:modified xsi:type="dcterms:W3CDTF">2026-06-02T13:20:14Z</dcterms:modified>
</cp:coreProperties>
</file>